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8"/>
  </p:notesMasterIdLst>
  <p:sldIdLst>
    <p:sldId id="256" r:id="rId2"/>
    <p:sldId id="289" r:id="rId3"/>
    <p:sldId id="275" r:id="rId4"/>
    <p:sldId id="264" r:id="rId5"/>
    <p:sldId id="311" r:id="rId6"/>
    <p:sldId id="259" r:id="rId7"/>
  </p:sldIdLst>
  <p:sldSz cx="9144000" cy="5143500" type="screen16x9"/>
  <p:notesSz cx="6858000" cy="9144000"/>
  <p:embeddedFontLst>
    <p:embeddedFont>
      <p:font typeface="Actor" panose="020B0604020202020204" charset="0"/>
      <p:regular r:id="rId9"/>
    </p:embeddedFont>
    <p:embeddedFont>
      <p:font typeface="Bebas Neue" panose="020B0606020202050201" pitchFamily="34" charset="0"/>
      <p:regular r:id="rId10"/>
    </p:embeddedFont>
    <p:embeddedFont>
      <p:font typeface="Unbounded" panose="020B0604020202020204" charset="0"/>
      <p:regular r:id="rId11"/>
      <p:bold r:id="rId12"/>
    </p:embeddedFont>
    <p:embeddedFont>
      <p:font typeface="Unbounded Light" panose="020B0604020202020204" charset="0"/>
      <p:regular r:id="rId13"/>
      <p:bold r:id="rId14"/>
    </p:embeddedFont>
    <p:embeddedFont>
      <p:font typeface="Unbounded SemiBold" panose="020B0604020202020204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62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86A41C-6602-49C4-BA83-31BE5BF7D53E}">
  <a:tblStyle styleId="{9C86A41C-6602-49C4-BA83-31BE5BF7D53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DFDDAF-A69C-468A-8077-7BF1B8C2F05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1e52b8f997a_0_1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3" name="Google Shape;993;g1e52b8f997a_0_1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1e52b8f997a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1e52b8f997a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1e52b8f997a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1e52b8f997a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1e52b8f997a_0_1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1e52b8f997a_0_1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76313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1e52b8f99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1e52b8f99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4157250" y="0"/>
            <a:ext cx="4986750" cy="3919025"/>
            <a:chOff x="4157250" y="0"/>
            <a:chExt cx="4986750" cy="3919025"/>
          </a:xfrm>
        </p:grpSpPr>
        <p:pic>
          <p:nvPicPr>
            <p:cNvPr id="10" name="Google Shape;10;p2"/>
            <p:cNvPicPr preferRelativeResize="0"/>
            <p:nvPr/>
          </p:nvPicPr>
          <p:blipFill rotWithShape="1">
            <a:blip r:embed="rId2">
              <a:alphaModFix/>
            </a:blip>
            <a:srcRect l="1389" t="26409" r="75094" b="13678"/>
            <a:stretch/>
          </p:blipFill>
          <p:spPr>
            <a:xfrm>
              <a:off x="6204675" y="0"/>
              <a:ext cx="2939325" cy="3919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/>
            <p:cNvPicPr preferRelativeResize="0"/>
            <p:nvPr/>
          </p:nvPicPr>
          <p:blipFill rotWithShape="1">
            <a:blip r:embed="rId3">
              <a:alphaModFix/>
            </a:blip>
            <a:srcRect l="21162" t="55240" r="32620" b="4308"/>
            <a:stretch/>
          </p:blipFill>
          <p:spPr>
            <a:xfrm>
              <a:off x="4157250" y="0"/>
              <a:ext cx="4986750" cy="2284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" name="Google Shape;12;p2"/>
          <p:cNvGrpSpPr/>
          <p:nvPr/>
        </p:nvGrpSpPr>
        <p:grpSpPr>
          <a:xfrm>
            <a:off x="0" y="1017726"/>
            <a:ext cx="4438149" cy="4166224"/>
            <a:chOff x="0" y="1017726"/>
            <a:chExt cx="4438149" cy="4166224"/>
          </a:xfrm>
        </p:grpSpPr>
        <p:pic>
          <p:nvPicPr>
            <p:cNvPr id="13" name="Google Shape;13;p2"/>
            <p:cNvPicPr preferRelativeResize="0"/>
            <p:nvPr/>
          </p:nvPicPr>
          <p:blipFill rotWithShape="1">
            <a:blip r:embed="rId3">
              <a:alphaModFix/>
            </a:blip>
            <a:srcRect l="35374" t="5165" r="21354" b="51352"/>
            <a:stretch/>
          </p:blipFill>
          <p:spPr>
            <a:xfrm>
              <a:off x="0" y="2809500"/>
              <a:ext cx="4438149" cy="2334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" name="Google Shape;14;p2"/>
            <p:cNvPicPr preferRelativeResize="0"/>
            <p:nvPr/>
          </p:nvPicPr>
          <p:blipFill rotWithShape="1">
            <a:blip r:embed="rId2">
              <a:alphaModFix/>
            </a:blip>
            <a:srcRect t="21590" r="76126" b="13747"/>
            <a:stretch/>
          </p:blipFill>
          <p:spPr>
            <a:xfrm rot="10800000">
              <a:off x="0" y="1017726"/>
              <a:ext cx="2939325" cy="416622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828750" y="1017725"/>
            <a:ext cx="7486500" cy="201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2307600" y="3189425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Actor"/>
                <a:ea typeface="Actor"/>
                <a:cs typeface="Actor"/>
                <a:sym typeface="Acto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7" name="Google Shape;17;p2"/>
          <p:cNvGrpSpPr/>
          <p:nvPr/>
        </p:nvGrpSpPr>
        <p:grpSpPr>
          <a:xfrm>
            <a:off x="340025" y="-478950"/>
            <a:ext cx="7726051" cy="5976025"/>
            <a:chOff x="340025" y="-478950"/>
            <a:chExt cx="7726051" cy="5976025"/>
          </a:xfrm>
        </p:grpSpPr>
        <p:sp>
          <p:nvSpPr>
            <p:cNvPr id="18" name="Google Shape;18;p2"/>
            <p:cNvSpPr/>
            <p:nvPr/>
          </p:nvSpPr>
          <p:spPr>
            <a:xfrm>
              <a:off x="340025" y="4190875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044475" y="-478950"/>
              <a:ext cx="1021601" cy="1018545"/>
            </a:xfrm>
            <a:custGeom>
              <a:avLst/>
              <a:gdLst/>
              <a:ahLst/>
              <a:cxnLst/>
              <a:rect l="l" t="t" r="r" b="b"/>
              <a:pathLst>
                <a:path w="52484" h="52327" extrusionOk="0">
                  <a:moveTo>
                    <a:pt x="23885" y="79"/>
                  </a:moveTo>
                  <a:lnTo>
                    <a:pt x="22706" y="158"/>
                  </a:lnTo>
                  <a:lnTo>
                    <a:pt x="24435" y="16500"/>
                  </a:lnTo>
                  <a:lnTo>
                    <a:pt x="25613" y="16421"/>
                  </a:lnTo>
                  <a:lnTo>
                    <a:pt x="23885" y="79"/>
                  </a:lnTo>
                  <a:close/>
                  <a:moveTo>
                    <a:pt x="28206" y="1"/>
                  </a:moveTo>
                  <a:lnTo>
                    <a:pt x="26477" y="16343"/>
                  </a:lnTo>
                  <a:lnTo>
                    <a:pt x="27735" y="16500"/>
                  </a:lnTo>
                  <a:lnTo>
                    <a:pt x="29463" y="158"/>
                  </a:lnTo>
                  <a:lnTo>
                    <a:pt x="28206" y="1"/>
                  </a:lnTo>
                  <a:close/>
                  <a:moveTo>
                    <a:pt x="33549" y="944"/>
                  </a:moveTo>
                  <a:lnTo>
                    <a:pt x="28520" y="16657"/>
                  </a:lnTo>
                  <a:lnTo>
                    <a:pt x="29699" y="16971"/>
                  </a:lnTo>
                  <a:lnTo>
                    <a:pt x="34727" y="1336"/>
                  </a:lnTo>
                  <a:lnTo>
                    <a:pt x="33549" y="944"/>
                  </a:lnTo>
                  <a:close/>
                  <a:moveTo>
                    <a:pt x="18542" y="1101"/>
                  </a:moveTo>
                  <a:lnTo>
                    <a:pt x="17364" y="1494"/>
                  </a:lnTo>
                  <a:lnTo>
                    <a:pt x="22470" y="17207"/>
                  </a:lnTo>
                  <a:lnTo>
                    <a:pt x="23649" y="16814"/>
                  </a:lnTo>
                  <a:lnTo>
                    <a:pt x="18542" y="1101"/>
                  </a:lnTo>
                  <a:close/>
                  <a:moveTo>
                    <a:pt x="38655" y="3065"/>
                  </a:moveTo>
                  <a:lnTo>
                    <a:pt x="30406" y="17286"/>
                  </a:lnTo>
                  <a:lnTo>
                    <a:pt x="31506" y="17914"/>
                  </a:lnTo>
                  <a:lnTo>
                    <a:pt x="39755" y="3693"/>
                  </a:lnTo>
                  <a:lnTo>
                    <a:pt x="38655" y="3065"/>
                  </a:lnTo>
                  <a:close/>
                  <a:moveTo>
                    <a:pt x="13514" y="3301"/>
                  </a:moveTo>
                  <a:lnTo>
                    <a:pt x="12414" y="3851"/>
                  </a:lnTo>
                  <a:lnTo>
                    <a:pt x="20585" y="18150"/>
                  </a:lnTo>
                  <a:lnTo>
                    <a:pt x="21685" y="17521"/>
                  </a:lnTo>
                  <a:lnTo>
                    <a:pt x="13514" y="3301"/>
                  </a:lnTo>
                  <a:close/>
                  <a:moveTo>
                    <a:pt x="43212" y="6129"/>
                  </a:moveTo>
                  <a:lnTo>
                    <a:pt x="32213" y="18386"/>
                  </a:lnTo>
                  <a:lnTo>
                    <a:pt x="33077" y="19171"/>
                  </a:lnTo>
                  <a:lnTo>
                    <a:pt x="44155" y="6993"/>
                  </a:lnTo>
                  <a:lnTo>
                    <a:pt x="43212" y="6129"/>
                  </a:lnTo>
                  <a:close/>
                  <a:moveTo>
                    <a:pt x="8957" y="6443"/>
                  </a:moveTo>
                  <a:lnTo>
                    <a:pt x="8014" y="7229"/>
                  </a:lnTo>
                  <a:lnTo>
                    <a:pt x="19092" y="19486"/>
                  </a:lnTo>
                  <a:lnTo>
                    <a:pt x="20035" y="18621"/>
                  </a:lnTo>
                  <a:lnTo>
                    <a:pt x="8957" y="6443"/>
                  </a:lnTo>
                  <a:close/>
                  <a:moveTo>
                    <a:pt x="46984" y="10136"/>
                  </a:moveTo>
                  <a:lnTo>
                    <a:pt x="33706" y="19721"/>
                  </a:lnTo>
                  <a:lnTo>
                    <a:pt x="34413" y="20743"/>
                  </a:lnTo>
                  <a:lnTo>
                    <a:pt x="47769" y="11079"/>
                  </a:lnTo>
                  <a:lnTo>
                    <a:pt x="46984" y="10136"/>
                  </a:lnTo>
                  <a:close/>
                  <a:moveTo>
                    <a:pt x="5264" y="10450"/>
                  </a:moveTo>
                  <a:lnTo>
                    <a:pt x="4479" y="11393"/>
                  </a:lnTo>
                  <a:lnTo>
                    <a:pt x="17835" y="21135"/>
                  </a:lnTo>
                  <a:lnTo>
                    <a:pt x="18542" y="20114"/>
                  </a:lnTo>
                  <a:lnTo>
                    <a:pt x="5264" y="10450"/>
                  </a:lnTo>
                  <a:close/>
                  <a:moveTo>
                    <a:pt x="49891" y="14771"/>
                  </a:moveTo>
                  <a:lnTo>
                    <a:pt x="34884" y="21450"/>
                  </a:lnTo>
                  <a:lnTo>
                    <a:pt x="35356" y="22628"/>
                  </a:lnTo>
                  <a:lnTo>
                    <a:pt x="50441" y="15871"/>
                  </a:lnTo>
                  <a:lnTo>
                    <a:pt x="49891" y="14771"/>
                  </a:lnTo>
                  <a:close/>
                  <a:moveTo>
                    <a:pt x="2436" y="15164"/>
                  </a:moveTo>
                  <a:lnTo>
                    <a:pt x="1964" y="16264"/>
                  </a:lnTo>
                  <a:lnTo>
                    <a:pt x="16971" y="22942"/>
                  </a:lnTo>
                  <a:lnTo>
                    <a:pt x="17442" y="21843"/>
                  </a:lnTo>
                  <a:lnTo>
                    <a:pt x="2436" y="15164"/>
                  </a:lnTo>
                  <a:close/>
                  <a:moveTo>
                    <a:pt x="51776" y="19878"/>
                  </a:moveTo>
                  <a:lnTo>
                    <a:pt x="35670" y="23335"/>
                  </a:lnTo>
                  <a:lnTo>
                    <a:pt x="35906" y="24592"/>
                  </a:lnTo>
                  <a:lnTo>
                    <a:pt x="52012" y="21135"/>
                  </a:lnTo>
                  <a:lnTo>
                    <a:pt x="51776" y="19878"/>
                  </a:lnTo>
                  <a:close/>
                  <a:moveTo>
                    <a:pt x="629" y="20350"/>
                  </a:moveTo>
                  <a:lnTo>
                    <a:pt x="393" y="21528"/>
                  </a:lnTo>
                  <a:lnTo>
                    <a:pt x="16499" y="24985"/>
                  </a:lnTo>
                  <a:lnTo>
                    <a:pt x="16814" y="23728"/>
                  </a:lnTo>
                  <a:lnTo>
                    <a:pt x="629" y="20350"/>
                  </a:lnTo>
                  <a:close/>
                  <a:moveTo>
                    <a:pt x="36063" y="25300"/>
                  </a:moveTo>
                  <a:lnTo>
                    <a:pt x="36063" y="26635"/>
                  </a:lnTo>
                  <a:lnTo>
                    <a:pt x="52483" y="26635"/>
                  </a:lnTo>
                  <a:lnTo>
                    <a:pt x="52483" y="25378"/>
                  </a:lnTo>
                  <a:lnTo>
                    <a:pt x="36063" y="25300"/>
                  </a:lnTo>
                  <a:close/>
                  <a:moveTo>
                    <a:pt x="0" y="25771"/>
                  </a:moveTo>
                  <a:lnTo>
                    <a:pt x="0" y="27028"/>
                  </a:lnTo>
                  <a:lnTo>
                    <a:pt x="16421" y="27028"/>
                  </a:lnTo>
                  <a:lnTo>
                    <a:pt x="16499" y="25771"/>
                  </a:lnTo>
                  <a:close/>
                  <a:moveTo>
                    <a:pt x="35984" y="27421"/>
                  </a:moveTo>
                  <a:lnTo>
                    <a:pt x="35748" y="28599"/>
                  </a:lnTo>
                  <a:lnTo>
                    <a:pt x="51855" y="32056"/>
                  </a:lnTo>
                  <a:lnTo>
                    <a:pt x="52090" y="30799"/>
                  </a:lnTo>
                  <a:lnTo>
                    <a:pt x="35984" y="27421"/>
                  </a:lnTo>
                  <a:close/>
                  <a:moveTo>
                    <a:pt x="16578" y="27814"/>
                  </a:moveTo>
                  <a:lnTo>
                    <a:pt x="472" y="31192"/>
                  </a:lnTo>
                  <a:lnTo>
                    <a:pt x="707" y="32449"/>
                  </a:lnTo>
                  <a:lnTo>
                    <a:pt x="16814" y="28992"/>
                  </a:lnTo>
                  <a:lnTo>
                    <a:pt x="16578" y="27814"/>
                  </a:lnTo>
                  <a:close/>
                  <a:moveTo>
                    <a:pt x="35513" y="29385"/>
                  </a:moveTo>
                  <a:lnTo>
                    <a:pt x="35041" y="30485"/>
                  </a:lnTo>
                  <a:lnTo>
                    <a:pt x="50048" y="37242"/>
                  </a:lnTo>
                  <a:lnTo>
                    <a:pt x="50598" y="36063"/>
                  </a:lnTo>
                  <a:lnTo>
                    <a:pt x="35513" y="29385"/>
                  </a:lnTo>
                  <a:close/>
                  <a:moveTo>
                    <a:pt x="17128" y="29778"/>
                  </a:moveTo>
                  <a:lnTo>
                    <a:pt x="2122" y="36456"/>
                  </a:lnTo>
                  <a:lnTo>
                    <a:pt x="2593" y="37556"/>
                  </a:lnTo>
                  <a:lnTo>
                    <a:pt x="17678" y="30956"/>
                  </a:lnTo>
                  <a:lnTo>
                    <a:pt x="17128" y="29778"/>
                  </a:lnTo>
                  <a:close/>
                  <a:moveTo>
                    <a:pt x="34648" y="31271"/>
                  </a:moveTo>
                  <a:lnTo>
                    <a:pt x="33863" y="32292"/>
                  </a:lnTo>
                  <a:lnTo>
                    <a:pt x="47219" y="41956"/>
                  </a:lnTo>
                  <a:lnTo>
                    <a:pt x="47926" y="40934"/>
                  </a:lnTo>
                  <a:lnTo>
                    <a:pt x="34648" y="31271"/>
                  </a:lnTo>
                  <a:close/>
                  <a:moveTo>
                    <a:pt x="18149" y="31585"/>
                  </a:moveTo>
                  <a:lnTo>
                    <a:pt x="4714" y="41249"/>
                  </a:lnTo>
                  <a:lnTo>
                    <a:pt x="5500" y="42270"/>
                  </a:lnTo>
                  <a:lnTo>
                    <a:pt x="18778" y="32528"/>
                  </a:lnTo>
                  <a:lnTo>
                    <a:pt x="18149" y="31585"/>
                  </a:lnTo>
                  <a:close/>
                  <a:moveTo>
                    <a:pt x="33470" y="32921"/>
                  </a:moveTo>
                  <a:lnTo>
                    <a:pt x="32449" y="33706"/>
                  </a:lnTo>
                  <a:lnTo>
                    <a:pt x="43527" y="45963"/>
                  </a:lnTo>
                  <a:lnTo>
                    <a:pt x="44469" y="45099"/>
                  </a:lnTo>
                  <a:lnTo>
                    <a:pt x="33470" y="32921"/>
                  </a:lnTo>
                  <a:close/>
                  <a:moveTo>
                    <a:pt x="19406" y="33156"/>
                  </a:moveTo>
                  <a:lnTo>
                    <a:pt x="8328" y="45413"/>
                  </a:lnTo>
                  <a:lnTo>
                    <a:pt x="9271" y="46198"/>
                  </a:lnTo>
                  <a:lnTo>
                    <a:pt x="20349" y="34021"/>
                  </a:lnTo>
                  <a:lnTo>
                    <a:pt x="19406" y="33156"/>
                  </a:lnTo>
                  <a:close/>
                  <a:moveTo>
                    <a:pt x="31899" y="34256"/>
                  </a:moveTo>
                  <a:lnTo>
                    <a:pt x="30799" y="34885"/>
                  </a:lnTo>
                  <a:lnTo>
                    <a:pt x="39048" y="49105"/>
                  </a:lnTo>
                  <a:lnTo>
                    <a:pt x="40148" y="48477"/>
                  </a:lnTo>
                  <a:lnTo>
                    <a:pt x="31899" y="34256"/>
                  </a:lnTo>
                  <a:close/>
                  <a:moveTo>
                    <a:pt x="20978" y="34413"/>
                  </a:moveTo>
                  <a:lnTo>
                    <a:pt x="12728" y="48713"/>
                  </a:lnTo>
                  <a:lnTo>
                    <a:pt x="13828" y="49341"/>
                  </a:lnTo>
                  <a:lnTo>
                    <a:pt x="22078" y="35042"/>
                  </a:lnTo>
                  <a:lnTo>
                    <a:pt x="20978" y="34413"/>
                  </a:lnTo>
                  <a:close/>
                  <a:moveTo>
                    <a:pt x="30092" y="35199"/>
                  </a:moveTo>
                  <a:lnTo>
                    <a:pt x="28834" y="35592"/>
                  </a:lnTo>
                  <a:lnTo>
                    <a:pt x="33941" y="51227"/>
                  </a:lnTo>
                  <a:lnTo>
                    <a:pt x="35120" y="50834"/>
                  </a:lnTo>
                  <a:lnTo>
                    <a:pt x="30092" y="35199"/>
                  </a:lnTo>
                  <a:close/>
                  <a:moveTo>
                    <a:pt x="22863" y="35356"/>
                  </a:moveTo>
                  <a:lnTo>
                    <a:pt x="17756" y="50991"/>
                  </a:lnTo>
                  <a:lnTo>
                    <a:pt x="18935" y="51384"/>
                  </a:lnTo>
                  <a:lnTo>
                    <a:pt x="24042" y="35749"/>
                  </a:lnTo>
                  <a:lnTo>
                    <a:pt x="22863" y="35356"/>
                  </a:lnTo>
                  <a:close/>
                  <a:moveTo>
                    <a:pt x="24828" y="35828"/>
                  </a:moveTo>
                  <a:lnTo>
                    <a:pt x="23099" y="52248"/>
                  </a:lnTo>
                  <a:lnTo>
                    <a:pt x="24356" y="52327"/>
                  </a:lnTo>
                  <a:lnTo>
                    <a:pt x="26085" y="35985"/>
                  </a:lnTo>
                  <a:lnTo>
                    <a:pt x="24828" y="35828"/>
                  </a:lnTo>
                  <a:close/>
                  <a:moveTo>
                    <a:pt x="28127" y="35828"/>
                  </a:moveTo>
                  <a:lnTo>
                    <a:pt x="26870" y="35906"/>
                  </a:lnTo>
                  <a:lnTo>
                    <a:pt x="28599" y="52327"/>
                  </a:lnTo>
                  <a:lnTo>
                    <a:pt x="29856" y="52170"/>
                  </a:lnTo>
                  <a:lnTo>
                    <a:pt x="28127" y="358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6"/>
          <p:cNvGrpSpPr/>
          <p:nvPr/>
        </p:nvGrpSpPr>
        <p:grpSpPr>
          <a:xfrm>
            <a:off x="0" y="0"/>
            <a:ext cx="9144000" cy="5183950"/>
            <a:chOff x="0" y="0"/>
            <a:chExt cx="9144000" cy="5183950"/>
          </a:xfrm>
        </p:grpSpPr>
        <p:grpSp>
          <p:nvGrpSpPr>
            <p:cNvPr id="67" name="Google Shape;67;p6"/>
            <p:cNvGrpSpPr/>
            <p:nvPr/>
          </p:nvGrpSpPr>
          <p:grpSpPr>
            <a:xfrm>
              <a:off x="2674025" y="0"/>
              <a:ext cx="6469975" cy="2172250"/>
              <a:chOff x="2674025" y="0"/>
              <a:chExt cx="6469975" cy="2172250"/>
            </a:xfrm>
          </p:grpSpPr>
          <p:pic>
            <p:nvPicPr>
              <p:cNvPr id="68" name="Google Shape;68;p6"/>
              <p:cNvPicPr preferRelativeResize="0"/>
              <p:nvPr/>
            </p:nvPicPr>
            <p:blipFill rotWithShape="1">
              <a:blip r:embed="rId2">
                <a:alphaModFix/>
              </a:blip>
              <a:srcRect l="7151" t="55786" r="54604" b="11005"/>
              <a:stretch/>
            </p:blipFill>
            <p:spPr>
              <a:xfrm>
                <a:off x="2674025" y="0"/>
                <a:ext cx="4780299" cy="21722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9" name="Google Shape;69;p6"/>
              <p:cNvPicPr preferRelativeResize="0"/>
              <p:nvPr/>
            </p:nvPicPr>
            <p:blipFill rotWithShape="1">
              <a:blip r:embed="rId3">
                <a:alphaModFix/>
              </a:blip>
              <a:srcRect l="22794" t="61047" r="30988" b="7332"/>
              <a:stretch/>
            </p:blipFill>
            <p:spPr>
              <a:xfrm>
                <a:off x="4157250" y="0"/>
                <a:ext cx="4986750" cy="17856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70" name="Google Shape;70;p6"/>
            <p:cNvGrpSpPr/>
            <p:nvPr/>
          </p:nvGrpSpPr>
          <p:grpSpPr>
            <a:xfrm>
              <a:off x="0" y="1017726"/>
              <a:ext cx="4438149" cy="4166224"/>
              <a:chOff x="0" y="1017726"/>
              <a:chExt cx="4438149" cy="4166224"/>
            </a:xfrm>
          </p:grpSpPr>
          <p:pic>
            <p:nvPicPr>
              <p:cNvPr id="71" name="Google Shape;71;p6"/>
              <p:cNvPicPr preferRelativeResize="0"/>
              <p:nvPr/>
            </p:nvPicPr>
            <p:blipFill rotWithShape="1">
              <a:blip r:embed="rId3">
                <a:alphaModFix/>
              </a:blip>
              <a:srcRect l="36975" t="-1817" r="19753" b="58335"/>
              <a:stretch/>
            </p:blipFill>
            <p:spPr>
              <a:xfrm>
                <a:off x="0" y="2809500"/>
                <a:ext cx="4438149" cy="2334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2" name="Google Shape;72;p6"/>
              <p:cNvPicPr preferRelativeResize="0"/>
              <p:nvPr/>
            </p:nvPicPr>
            <p:blipFill rotWithShape="1">
              <a:blip r:embed="rId2">
                <a:alphaModFix/>
              </a:blip>
              <a:srcRect l="-2473" t="21409" r="78599" b="13928"/>
              <a:stretch/>
            </p:blipFill>
            <p:spPr>
              <a:xfrm rot="10800000">
                <a:off x="0" y="1017726"/>
                <a:ext cx="2939325" cy="416622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73" name="Google Shape;73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grpSp>
        <p:nvGrpSpPr>
          <p:cNvPr id="74" name="Google Shape;74;p6"/>
          <p:cNvGrpSpPr/>
          <p:nvPr/>
        </p:nvGrpSpPr>
        <p:grpSpPr>
          <a:xfrm>
            <a:off x="-279950" y="257063"/>
            <a:ext cx="9815576" cy="4780763"/>
            <a:chOff x="-279950" y="257063"/>
            <a:chExt cx="9815576" cy="4780763"/>
          </a:xfrm>
        </p:grpSpPr>
        <p:sp>
          <p:nvSpPr>
            <p:cNvPr id="75" name="Google Shape;75;p6"/>
            <p:cNvSpPr/>
            <p:nvPr/>
          </p:nvSpPr>
          <p:spPr>
            <a:xfrm>
              <a:off x="-279950" y="3731625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6"/>
            <p:cNvSpPr/>
            <p:nvPr/>
          </p:nvSpPr>
          <p:spPr>
            <a:xfrm>
              <a:off x="8514025" y="3875450"/>
              <a:ext cx="1021601" cy="1018545"/>
            </a:xfrm>
            <a:custGeom>
              <a:avLst/>
              <a:gdLst/>
              <a:ahLst/>
              <a:cxnLst/>
              <a:rect l="l" t="t" r="r" b="b"/>
              <a:pathLst>
                <a:path w="52484" h="52327" extrusionOk="0">
                  <a:moveTo>
                    <a:pt x="23885" y="79"/>
                  </a:moveTo>
                  <a:lnTo>
                    <a:pt x="22706" y="158"/>
                  </a:lnTo>
                  <a:lnTo>
                    <a:pt x="24435" y="16500"/>
                  </a:lnTo>
                  <a:lnTo>
                    <a:pt x="25613" y="16421"/>
                  </a:lnTo>
                  <a:lnTo>
                    <a:pt x="23885" y="79"/>
                  </a:lnTo>
                  <a:close/>
                  <a:moveTo>
                    <a:pt x="28206" y="1"/>
                  </a:moveTo>
                  <a:lnTo>
                    <a:pt x="26477" y="16343"/>
                  </a:lnTo>
                  <a:lnTo>
                    <a:pt x="27735" y="16500"/>
                  </a:lnTo>
                  <a:lnTo>
                    <a:pt x="29463" y="158"/>
                  </a:lnTo>
                  <a:lnTo>
                    <a:pt x="28206" y="1"/>
                  </a:lnTo>
                  <a:close/>
                  <a:moveTo>
                    <a:pt x="33549" y="944"/>
                  </a:moveTo>
                  <a:lnTo>
                    <a:pt x="28520" y="16657"/>
                  </a:lnTo>
                  <a:lnTo>
                    <a:pt x="29699" y="16971"/>
                  </a:lnTo>
                  <a:lnTo>
                    <a:pt x="34727" y="1336"/>
                  </a:lnTo>
                  <a:lnTo>
                    <a:pt x="33549" y="944"/>
                  </a:lnTo>
                  <a:close/>
                  <a:moveTo>
                    <a:pt x="18542" y="1101"/>
                  </a:moveTo>
                  <a:lnTo>
                    <a:pt x="17364" y="1494"/>
                  </a:lnTo>
                  <a:lnTo>
                    <a:pt x="22470" y="17207"/>
                  </a:lnTo>
                  <a:lnTo>
                    <a:pt x="23649" y="16814"/>
                  </a:lnTo>
                  <a:lnTo>
                    <a:pt x="18542" y="1101"/>
                  </a:lnTo>
                  <a:close/>
                  <a:moveTo>
                    <a:pt x="38655" y="3065"/>
                  </a:moveTo>
                  <a:lnTo>
                    <a:pt x="30406" y="17286"/>
                  </a:lnTo>
                  <a:lnTo>
                    <a:pt x="31506" y="17914"/>
                  </a:lnTo>
                  <a:lnTo>
                    <a:pt x="39755" y="3693"/>
                  </a:lnTo>
                  <a:lnTo>
                    <a:pt x="38655" y="3065"/>
                  </a:lnTo>
                  <a:close/>
                  <a:moveTo>
                    <a:pt x="13514" y="3301"/>
                  </a:moveTo>
                  <a:lnTo>
                    <a:pt x="12414" y="3851"/>
                  </a:lnTo>
                  <a:lnTo>
                    <a:pt x="20585" y="18150"/>
                  </a:lnTo>
                  <a:lnTo>
                    <a:pt x="21685" y="17521"/>
                  </a:lnTo>
                  <a:lnTo>
                    <a:pt x="13514" y="3301"/>
                  </a:lnTo>
                  <a:close/>
                  <a:moveTo>
                    <a:pt x="43212" y="6129"/>
                  </a:moveTo>
                  <a:lnTo>
                    <a:pt x="32213" y="18386"/>
                  </a:lnTo>
                  <a:lnTo>
                    <a:pt x="33077" y="19171"/>
                  </a:lnTo>
                  <a:lnTo>
                    <a:pt x="44155" y="6993"/>
                  </a:lnTo>
                  <a:lnTo>
                    <a:pt x="43212" y="6129"/>
                  </a:lnTo>
                  <a:close/>
                  <a:moveTo>
                    <a:pt x="8957" y="6443"/>
                  </a:moveTo>
                  <a:lnTo>
                    <a:pt x="8014" y="7229"/>
                  </a:lnTo>
                  <a:lnTo>
                    <a:pt x="19092" y="19486"/>
                  </a:lnTo>
                  <a:lnTo>
                    <a:pt x="20035" y="18621"/>
                  </a:lnTo>
                  <a:lnTo>
                    <a:pt x="8957" y="6443"/>
                  </a:lnTo>
                  <a:close/>
                  <a:moveTo>
                    <a:pt x="46984" y="10136"/>
                  </a:moveTo>
                  <a:lnTo>
                    <a:pt x="33706" y="19721"/>
                  </a:lnTo>
                  <a:lnTo>
                    <a:pt x="34413" y="20743"/>
                  </a:lnTo>
                  <a:lnTo>
                    <a:pt x="47769" y="11079"/>
                  </a:lnTo>
                  <a:lnTo>
                    <a:pt x="46984" y="10136"/>
                  </a:lnTo>
                  <a:close/>
                  <a:moveTo>
                    <a:pt x="5264" y="10450"/>
                  </a:moveTo>
                  <a:lnTo>
                    <a:pt x="4479" y="11393"/>
                  </a:lnTo>
                  <a:lnTo>
                    <a:pt x="17835" y="21135"/>
                  </a:lnTo>
                  <a:lnTo>
                    <a:pt x="18542" y="20114"/>
                  </a:lnTo>
                  <a:lnTo>
                    <a:pt x="5264" y="10450"/>
                  </a:lnTo>
                  <a:close/>
                  <a:moveTo>
                    <a:pt x="49891" y="14771"/>
                  </a:moveTo>
                  <a:lnTo>
                    <a:pt x="34884" y="21450"/>
                  </a:lnTo>
                  <a:lnTo>
                    <a:pt x="35356" y="22628"/>
                  </a:lnTo>
                  <a:lnTo>
                    <a:pt x="50441" y="15871"/>
                  </a:lnTo>
                  <a:lnTo>
                    <a:pt x="49891" y="14771"/>
                  </a:lnTo>
                  <a:close/>
                  <a:moveTo>
                    <a:pt x="2436" y="15164"/>
                  </a:moveTo>
                  <a:lnTo>
                    <a:pt x="1964" y="16264"/>
                  </a:lnTo>
                  <a:lnTo>
                    <a:pt x="16971" y="22942"/>
                  </a:lnTo>
                  <a:lnTo>
                    <a:pt x="17442" y="21843"/>
                  </a:lnTo>
                  <a:lnTo>
                    <a:pt x="2436" y="15164"/>
                  </a:lnTo>
                  <a:close/>
                  <a:moveTo>
                    <a:pt x="51776" y="19878"/>
                  </a:moveTo>
                  <a:lnTo>
                    <a:pt x="35670" y="23335"/>
                  </a:lnTo>
                  <a:lnTo>
                    <a:pt x="35906" y="24592"/>
                  </a:lnTo>
                  <a:lnTo>
                    <a:pt x="52012" y="21135"/>
                  </a:lnTo>
                  <a:lnTo>
                    <a:pt x="51776" y="19878"/>
                  </a:lnTo>
                  <a:close/>
                  <a:moveTo>
                    <a:pt x="629" y="20350"/>
                  </a:moveTo>
                  <a:lnTo>
                    <a:pt x="393" y="21528"/>
                  </a:lnTo>
                  <a:lnTo>
                    <a:pt x="16499" y="24985"/>
                  </a:lnTo>
                  <a:lnTo>
                    <a:pt x="16814" y="23728"/>
                  </a:lnTo>
                  <a:lnTo>
                    <a:pt x="629" y="20350"/>
                  </a:lnTo>
                  <a:close/>
                  <a:moveTo>
                    <a:pt x="36063" y="25300"/>
                  </a:moveTo>
                  <a:lnTo>
                    <a:pt x="36063" y="26635"/>
                  </a:lnTo>
                  <a:lnTo>
                    <a:pt x="52483" y="26635"/>
                  </a:lnTo>
                  <a:lnTo>
                    <a:pt x="52483" y="25378"/>
                  </a:lnTo>
                  <a:lnTo>
                    <a:pt x="36063" y="25300"/>
                  </a:lnTo>
                  <a:close/>
                  <a:moveTo>
                    <a:pt x="0" y="25771"/>
                  </a:moveTo>
                  <a:lnTo>
                    <a:pt x="0" y="27028"/>
                  </a:lnTo>
                  <a:lnTo>
                    <a:pt x="16421" y="27028"/>
                  </a:lnTo>
                  <a:lnTo>
                    <a:pt x="16499" y="25771"/>
                  </a:lnTo>
                  <a:close/>
                  <a:moveTo>
                    <a:pt x="35984" y="27421"/>
                  </a:moveTo>
                  <a:lnTo>
                    <a:pt x="35748" y="28599"/>
                  </a:lnTo>
                  <a:lnTo>
                    <a:pt x="51855" y="32056"/>
                  </a:lnTo>
                  <a:lnTo>
                    <a:pt x="52090" y="30799"/>
                  </a:lnTo>
                  <a:lnTo>
                    <a:pt x="35984" y="27421"/>
                  </a:lnTo>
                  <a:close/>
                  <a:moveTo>
                    <a:pt x="16578" y="27814"/>
                  </a:moveTo>
                  <a:lnTo>
                    <a:pt x="472" y="31192"/>
                  </a:lnTo>
                  <a:lnTo>
                    <a:pt x="707" y="32449"/>
                  </a:lnTo>
                  <a:lnTo>
                    <a:pt x="16814" y="28992"/>
                  </a:lnTo>
                  <a:lnTo>
                    <a:pt x="16578" y="27814"/>
                  </a:lnTo>
                  <a:close/>
                  <a:moveTo>
                    <a:pt x="35513" y="29385"/>
                  </a:moveTo>
                  <a:lnTo>
                    <a:pt x="35041" y="30485"/>
                  </a:lnTo>
                  <a:lnTo>
                    <a:pt x="50048" y="37242"/>
                  </a:lnTo>
                  <a:lnTo>
                    <a:pt x="50598" y="36063"/>
                  </a:lnTo>
                  <a:lnTo>
                    <a:pt x="35513" y="29385"/>
                  </a:lnTo>
                  <a:close/>
                  <a:moveTo>
                    <a:pt x="17128" y="29778"/>
                  </a:moveTo>
                  <a:lnTo>
                    <a:pt x="2122" y="36456"/>
                  </a:lnTo>
                  <a:lnTo>
                    <a:pt x="2593" y="37556"/>
                  </a:lnTo>
                  <a:lnTo>
                    <a:pt x="17678" y="30956"/>
                  </a:lnTo>
                  <a:lnTo>
                    <a:pt x="17128" y="29778"/>
                  </a:lnTo>
                  <a:close/>
                  <a:moveTo>
                    <a:pt x="34648" y="31271"/>
                  </a:moveTo>
                  <a:lnTo>
                    <a:pt x="33863" y="32292"/>
                  </a:lnTo>
                  <a:lnTo>
                    <a:pt x="47219" y="41956"/>
                  </a:lnTo>
                  <a:lnTo>
                    <a:pt x="47926" y="40934"/>
                  </a:lnTo>
                  <a:lnTo>
                    <a:pt x="34648" y="31271"/>
                  </a:lnTo>
                  <a:close/>
                  <a:moveTo>
                    <a:pt x="18149" y="31585"/>
                  </a:moveTo>
                  <a:lnTo>
                    <a:pt x="4714" y="41249"/>
                  </a:lnTo>
                  <a:lnTo>
                    <a:pt x="5500" y="42270"/>
                  </a:lnTo>
                  <a:lnTo>
                    <a:pt x="18778" y="32528"/>
                  </a:lnTo>
                  <a:lnTo>
                    <a:pt x="18149" y="31585"/>
                  </a:lnTo>
                  <a:close/>
                  <a:moveTo>
                    <a:pt x="33470" y="32921"/>
                  </a:moveTo>
                  <a:lnTo>
                    <a:pt x="32449" y="33706"/>
                  </a:lnTo>
                  <a:lnTo>
                    <a:pt x="43527" y="45963"/>
                  </a:lnTo>
                  <a:lnTo>
                    <a:pt x="44469" y="45099"/>
                  </a:lnTo>
                  <a:lnTo>
                    <a:pt x="33470" y="32921"/>
                  </a:lnTo>
                  <a:close/>
                  <a:moveTo>
                    <a:pt x="19406" y="33156"/>
                  </a:moveTo>
                  <a:lnTo>
                    <a:pt x="8328" y="45413"/>
                  </a:lnTo>
                  <a:lnTo>
                    <a:pt x="9271" y="46198"/>
                  </a:lnTo>
                  <a:lnTo>
                    <a:pt x="20349" y="34021"/>
                  </a:lnTo>
                  <a:lnTo>
                    <a:pt x="19406" y="33156"/>
                  </a:lnTo>
                  <a:close/>
                  <a:moveTo>
                    <a:pt x="31899" y="34256"/>
                  </a:moveTo>
                  <a:lnTo>
                    <a:pt x="30799" y="34885"/>
                  </a:lnTo>
                  <a:lnTo>
                    <a:pt x="39048" y="49105"/>
                  </a:lnTo>
                  <a:lnTo>
                    <a:pt x="40148" y="48477"/>
                  </a:lnTo>
                  <a:lnTo>
                    <a:pt x="31899" y="34256"/>
                  </a:lnTo>
                  <a:close/>
                  <a:moveTo>
                    <a:pt x="20978" y="34413"/>
                  </a:moveTo>
                  <a:lnTo>
                    <a:pt x="12728" y="48713"/>
                  </a:lnTo>
                  <a:lnTo>
                    <a:pt x="13828" y="49341"/>
                  </a:lnTo>
                  <a:lnTo>
                    <a:pt x="22078" y="35042"/>
                  </a:lnTo>
                  <a:lnTo>
                    <a:pt x="20978" y="34413"/>
                  </a:lnTo>
                  <a:close/>
                  <a:moveTo>
                    <a:pt x="30092" y="35199"/>
                  </a:moveTo>
                  <a:lnTo>
                    <a:pt x="28834" y="35592"/>
                  </a:lnTo>
                  <a:lnTo>
                    <a:pt x="33941" y="51227"/>
                  </a:lnTo>
                  <a:lnTo>
                    <a:pt x="35120" y="50834"/>
                  </a:lnTo>
                  <a:lnTo>
                    <a:pt x="30092" y="35199"/>
                  </a:lnTo>
                  <a:close/>
                  <a:moveTo>
                    <a:pt x="22863" y="35356"/>
                  </a:moveTo>
                  <a:lnTo>
                    <a:pt x="17756" y="50991"/>
                  </a:lnTo>
                  <a:lnTo>
                    <a:pt x="18935" y="51384"/>
                  </a:lnTo>
                  <a:lnTo>
                    <a:pt x="24042" y="35749"/>
                  </a:lnTo>
                  <a:lnTo>
                    <a:pt x="22863" y="35356"/>
                  </a:lnTo>
                  <a:close/>
                  <a:moveTo>
                    <a:pt x="24828" y="35828"/>
                  </a:moveTo>
                  <a:lnTo>
                    <a:pt x="23099" y="52248"/>
                  </a:lnTo>
                  <a:lnTo>
                    <a:pt x="24356" y="52327"/>
                  </a:lnTo>
                  <a:lnTo>
                    <a:pt x="26085" y="35985"/>
                  </a:lnTo>
                  <a:lnTo>
                    <a:pt x="24828" y="35828"/>
                  </a:lnTo>
                  <a:close/>
                  <a:moveTo>
                    <a:pt x="28127" y="35828"/>
                  </a:moveTo>
                  <a:lnTo>
                    <a:pt x="26870" y="35906"/>
                  </a:lnTo>
                  <a:lnTo>
                    <a:pt x="28599" y="52327"/>
                  </a:lnTo>
                  <a:lnTo>
                    <a:pt x="29856" y="52170"/>
                  </a:lnTo>
                  <a:lnTo>
                    <a:pt x="28127" y="358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6"/>
            <p:cNvSpPr/>
            <p:nvPr/>
          </p:nvSpPr>
          <p:spPr>
            <a:xfrm>
              <a:off x="8291650" y="257063"/>
              <a:ext cx="550834" cy="564881"/>
            </a:xfrm>
            <a:custGeom>
              <a:avLst/>
              <a:gdLst/>
              <a:ahLst/>
              <a:cxnLst/>
              <a:rect l="l" t="t" r="r" b="b"/>
              <a:pathLst>
                <a:path w="43135" h="44235" extrusionOk="0">
                  <a:moveTo>
                    <a:pt x="21057" y="1"/>
                  </a:moveTo>
                  <a:lnTo>
                    <a:pt x="21057" y="394"/>
                  </a:lnTo>
                  <a:cubicBezTo>
                    <a:pt x="20979" y="12179"/>
                    <a:pt x="11786" y="21921"/>
                    <a:pt x="1" y="22471"/>
                  </a:cubicBezTo>
                  <a:cubicBezTo>
                    <a:pt x="11629" y="23021"/>
                    <a:pt x="20821" y="32606"/>
                    <a:pt x="21057" y="44234"/>
                  </a:cubicBezTo>
                  <a:lnTo>
                    <a:pt x="21057" y="43841"/>
                  </a:lnTo>
                  <a:cubicBezTo>
                    <a:pt x="20979" y="31663"/>
                    <a:pt x="30957" y="21764"/>
                    <a:pt x="43135" y="21764"/>
                  </a:cubicBezTo>
                  <a:cubicBezTo>
                    <a:pt x="31114" y="21685"/>
                    <a:pt x="21214" y="12022"/>
                    <a:pt x="21057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9"/>
          <p:cNvSpPr txBox="1">
            <a:spLocks noGrp="1"/>
          </p:cNvSpPr>
          <p:nvPr>
            <p:ph type="title"/>
          </p:nvPr>
        </p:nvSpPr>
        <p:spPr>
          <a:xfrm>
            <a:off x="1176150" y="1089600"/>
            <a:ext cx="6791700" cy="146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9"/>
          <p:cNvSpPr txBox="1">
            <a:spLocks noGrp="1"/>
          </p:cNvSpPr>
          <p:nvPr>
            <p:ph type="subTitle" idx="1"/>
          </p:nvPr>
        </p:nvSpPr>
        <p:spPr>
          <a:xfrm>
            <a:off x="1176150" y="2474000"/>
            <a:ext cx="6791700" cy="101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07" name="Google Shape;107;p9"/>
          <p:cNvGrpSpPr/>
          <p:nvPr/>
        </p:nvGrpSpPr>
        <p:grpSpPr>
          <a:xfrm>
            <a:off x="4911175" y="18549"/>
            <a:ext cx="4232826" cy="5143501"/>
            <a:chOff x="4911175" y="18549"/>
            <a:chExt cx="4232826" cy="5143501"/>
          </a:xfrm>
        </p:grpSpPr>
        <p:pic>
          <p:nvPicPr>
            <p:cNvPr id="108" name="Google Shape;108;p9"/>
            <p:cNvPicPr preferRelativeResize="0"/>
            <p:nvPr/>
          </p:nvPicPr>
          <p:blipFill rotWithShape="1">
            <a:blip r:embed="rId2">
              <a:alphaModFix/>
            </a:blip>
            <a:srcRect l="4411" t="12981" r="74488" b="16466"/>
            <a:stretch/>
          </p:blipFill>
          <p:spPr>
            <a:xfrm rot="10800000" flipH="1">
              <a:off x="6204675" y="18549"/>
              <a:ext cx="2939325" cy="5143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" name="Google Shape;109;p9"/>
            <p:cNvPicPr preferRelativeResize="0"/>
            <p:nvPr/>
          </p:nvPicPr>
          <p:blipFill rotWithShape="1">
            <a:blip r:embed="rId3">
              <a:alphaModFix/>
            </a:blip>
            <a:srcRect l="25298" t="54968" r="42214" b="4803"/>
            <a:stretch/>
          </p:blipFill>
          <p:spPr>
            <a:xfrm rot="10800000" flipH="1">
              <a:off x="4911175" y="2418850"/>
              <a:ext cx="4232826" cy="27432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" name="Google Shape;110;p9"/>
          <p:cNvGrpSpPr/>
          <p:nvPr/>
        </p:nvGrpSpPr>
        <p:grpSpPr>
          <a:xfrm>
            <a:off x="0" y="0"/>
            <a:ext cx="4438149" cy="4144324"/>
            <a:chOff x="0" y="0"/>
            <a:chExt cx="4438149" cy="4144324"/>
          </a:xfrm>
        </p:grpSpPr>
        <p:pic>
          <p:nvPicPr>
            <p:cNvPr id="111" name="Google Shape;111;p9"/>
            <p:cNvPicPr preferRelativeResize="0"/>
            <p:nvPr/>
          </p:nvPicPr>
          <p:blipFill rotWithShape="1">
            <a:blip r:embed="rId3">
              <a:alphaModFix/>
            </a:blip>
            <a:srcRect l="27572" t="-5678" r="29156" b="62196"/>
            <a:stretch/>
          </p:blipFill>
          <p:spPr>
            <a:xfrm rot="10800000" flipH="1">
              <a:off x="0" y="18550"/>
              <a:ext cx="4438149" cy="2334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" name="Google Shape;112;p9"/>
            <p:cNvPicPr preferRelativeResize="0"/>
            <p:nvPr/>
          </p:nvPicPr>
          <p:blipFill rotWithShape="1">
            <a:blip r:embed="rId2">
              <a:alphaModFix/>
            </a:blip>
            <a:srcRect l="-2630" t="23406" r="78757" b="12272"/>
            <a:stretch/>
          </p:blipFill>
          <p:spPr>
            <a:xfrm flipH="1">
              <a:off x="0" y="0"/>
              <a:ext cx="2939325" cy="414432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3" name="Google Shape;113;p9"/>
          <p:cNvGrpSpPr/>
          <p:nvPr/>
        </p:nvGrpSpPr>
        <p:grpSpPr>
          <a:xfrm>
            <a:off x="-1623775" y="-288475"/>
            <a:ext cx="10294625" cy="5254500"/>
            <a:chOff x="-1623775" y="-288475"/>
            <a:chExt cx="10294625" cy="5254500"/>
          </a:xfrm>
        </p:grpSpPr>
        <p:sp>
          <p:nvSpPr>
            <p:cNvPr id="114" name="Google Shape;114;p9"/>
            <p:cNvSpPr/>
            <p:nvPr/>
          </p:nvSpPr>
          <p:spPr>
            <a:xfrm>
              <a:off x="-1623775" y="2536875"/>
              <a:ext cx="2429800" cy="2429150"/>
            </a:xfrm>
            <a:custGeom>
              <a:avLst/>
              <a:gdLst/>
              <a:ahLst/>
              <a:cxnLst/>
              <a:rect l="l" t="t" r="r" b="b"/>
              <a:pathLst>
                <a:path w="97192" h="97166" extrusionOk="0">
                  <a:moveTo>
                    <a:pt x="47043" y="1"/>
                  </a:moveTo>
                  <a:lnTo>
                    <a:pt x="47282" y="7412"/>
                  </a:lnTo>
                  <a:lnTo>
                    <a:pt x="47839" y="7412"/>
                  </a:lnTo>
                  <a:lnTo>
                    <a:pt x="47707" y="1"/>
                  </a:lnTo>
                  <a:close/>
                  <a:moveTo>
                    <a:pt x="50389" y="27"/>
                  </a:moveTo>
                  <a:lnTo>
                    <a:pt x="50150" y="7438"/>
                  </a:lnTo>
                  <a:lnTo>
                    <a:pt x="50708" y="7465"/>
                  </a:lnTo>
                  <a:lnTo>
                    <a:pt x="51053" y="54"/>
                  </a:lnTo>
                  <a:cubicBezTo>
                    <a:pt x="50841" y="54"/>
                    <a:pt x="50628" y="27"/>
                    <a:pt x="50389" y="27"/>
                  </a:cubicBezTo>
                  <a:close/>
                  <a:moveTo>
                    <a:pt x="44386" y="160"/>
                  </a:moveTo>
                  <a:lnTo>
                    <a:pt x="43722" y="213"/>
                  </a:lnTo>
                  <a:lnTo>
                    <a:pt x="44466" y="7598"/>
                  </a:lnTo>
                  <a:lnTo>
                    <a:pt x="45024" y="7544"/>
                  </a:lnTo>
                  <a:lnTo>
                    <a:pt x="44386" y="160"/>
                  </a:lnTo>
                  <a:close/>
                  <a:moveTo>
                    <a:pt x="53710" y="266"/>
                  </a:moveTo>
                  <a:lnTo>
                    <a:pt x="52939" y="7624"/>
                  </a:lnTo>
                  <a:lnTo>
                    <a:pt x="53524" y="7704"/>
                  </a:lnTo>
                  <a:lnTo>
                    <a:pt x="54374" y="319"/>
                  </a:lnTo>
                  <a:lnTo>
                    <a:pt x="53710" y="266"/>
                  </a:lnTo>
                  <a:close/>
                  <a:moveTo>
                    <a:pt x="41066" y="585"/>
                  </a:moveTo>
                  <a:cubicBezTo>
                    <a:pt x="40854" y="612"/>
                    <a:pt x="40615" y="638"/>
                    <a:pt x="40402" y="691"/>
                  </a:cubicBezTo>
                  <a:lnTo>
                    <a:pt x="41650" y="7996"/>
                  </a:lnTo>
                  <a:lnTo>
                    <a:pt x="42208" y="7890"/>
                  </a:lnTo>
                  <a:lnTo>
                    <a:pt x="41066" y="585"/>
                  </a:lnTo>
                  <a:close/>
                  <a:moveTo>
                    <a:pt x="57030" y="718"/>
                  </a:moveTo>
                  <a:lnTo>
                    <a:pt x="55755" y="8023"/>
                  </a:lnTo>
                  <a:lnTo>
                    <a:pt x="56313" y="8129"/>
                  </a:lnTo>
                  <a:lnTo>
                    <a:pt x="57694" y="851"/>
                  </a:lnTo>
                  <a:lnTo>
                    <a:pt x="57030" y="718"/>
                  </a:lnTo>
                  <a:close/>
                  <a:moveTo>
                    <a:pt x="37772" y="1196"/>
                  </a:moveTo>
                  <a:lnTo>
                    <a:pt x="37135" y="1355"/>
                  </a:lnTo>
                  <a:lnTo>
                    <a:pt x="38861" y="8554"/>
                  </a:lnTo>
                  <a:lnTo>
                    <a:pt x="39446" y="8421"/>
                  </a:lnTo>
                  <a:lnTo>
                    <a:pt x="37772" y="1196"/>
                  </a:lnTo>
                  <a:close/>
                  <a:moveTo>
                    <a:pt x="60297" y="1408"/>
                  </a:moveTo>
                  <a:lnTo>
                    <a:pt x="58517" y="8607"/>
                  </a:lnTo>
                  <a:lnTo>
                    <a:pt x="59075" y="8740"/>
                  </a:lnTo>
                  <a:lnTo>
                    <a:pt x="60961" y="1568"/>
                  </a:lnTo>
                  <a:cubicBezTo>
                    <a:pt x="60749" y="1515"/>
                    <a:pt x="60536" y="1462"/>
                    <a:pt x="60297" y="1408"/>
                  </a:cubicBezTo>
                  <a:close/>
                  <a:moveTo>
                    <a:pt x="34532" y="2046"/>
                  </a:moveTo>
                  <a:lnTo>
                    <a:pt x="33894" y="2232"/>
                  </a:lnTo>
                  <a:lnTo>
                    <a:pt x="36126" y="9324"/>
                  </a:lnTo>
                  <a:lnTo>
                    <a:pt x="36683" y="9138"/>
                  </a:lnTo>
                  <a:lnTo>
                    <a:pt x="34532" y="2046"/>
                  </a:lnTo>
                  <a:close/>
                  <a:moveTo>
                    <a:pt x="63538" y="2338"/>
                  </a:moveTo>
                  <a:lnTo>
                    <a:pt x="61253" y="9377"/>
                  </a:lnTo>
                  <a:lnTo>
                    <a:pt x="61811" y="9563"/>
                  </a:lnTo>
                  <a:lnTo>
                    <a:pt x="64175" y="2524"/>
                  </a:lnTo>
                  <a:lnTo>
                    <a:pt x="63538" y="2338"/>
                  </a:lnTo>
                  <a:close/>
                  <a:moveTo>
                    <a:pt x="31371" y="3135"/>
                  </a:moveTo>
                  <a:lnTo>
                    <a:pt x="30760" y="3374"/>
                  </a:lnTo>
                  <a:lnTo>
                    <a:pt x="33469" y="10254"/>
                  </a:lnTo>
                  <a:lnTo>
                    <a:pt x="34001" y="10068"/>
                  </a:lnTo>
                  <a:lnTo>
                    <a:pt x="31371" y="3135"/>
                  </a:lnTo>
                  <a:close/>
                  <a:moveTo>
                    <a:pt x="66699" y="3480"/>
                  </a:moveTo>
                  <a:lnTo>
                    <a:pt x="63910" y="10360"/>
                  </a:lnTo>
                  <a:lnTo>
                    <a:pt x="64467" y="10572"/>
                  </a:lnTo>
                  <a:lnTo>
                    <a:pt x="67310" y="3719"/>
                  </a:lnTo>
                  <a:lnTo>
                    <a:pt x="66699" y="3480"/>
                  </a:lnTo>
                  <a:close/>
                  <a:moveTo>
                    <a:pt x="28290" y="4410"/>
                  </a:moveTo>
                  <a:lnTo>
                    <a:pt x="27679" y="4702"/>
                  </a:lnTo>
                  <a:lnTo>
                    <a:pt x="30866" y="11396"/>
                  </a:lnTo>
                  <a:lnTo>
                    <a:pt x="31397" y="11157"/>
                  </a:lnTo>
                  <a:lnTo>
                    <a:pt x="28290" y="4410"/>
                  </a:lnTo>
                  <a:close/>
                  <a:moveTo>
                    <a:pt x="69753" y="4835"/>
                  </a:moveTo>
                  <a:lnTo>
                    <a:pt x="66513" y="11502"/>
                  </a:lnTo>
                  <a:lnTo>
                    <a:pt x="67044" y="11768"/>
                  </a:lnTo>
                  <a:lnTo>
                    <a:pt x="70364" y="5127"/>
                  </a:lnTo>
                  <a:lnTo>
                    <a:pt x="69753" y="4835"/>
                  </a:lnTo>
                  <a:close/>
                  <a:moveTo>
                    <a:pt x="25315" y="5898"/>
                  </a:moveTo>
                  <a:lnTo>
                    <a:pt x="24730" y="6243"/>
                  </a:lnTo>
                  <a:lnTo>
                    <a:pt x="28369" y="12697"/>
                  </a:lnTo>
                  <a:lnTo>
                    <a:pt x="28847" y="12432"/>
                  </a:lnTo>
                  <a:lnTo>
                    <a:pt x="25315" y="5898"/>
                  </a:lnTo>
                  <a:close/>
                  <a:moveTo>
                    <a:pt x="72728" y="6402"/>
                  </a:moveTo>
                  <a:lnTo>
                    <a:pt x="69036" y="12830"/>
                  </a:lnTo>
                  <a:lnTo>
                    <a:pt x="69514" y="13122"/>
                  </a:lnTo>
                  <a:lnTo>
                    <a:pt x="73286" y="6721"/>
                  </a:lnTo>
                  <a:lnTo>
                    <a:pt x="72728" y="6402"/>
                  </a:lnTo>
                  <a:close/>
                  <a:moveTo>
                    <a:pt x="22446" y="7598"/>
                  </a:moveTo>
                  <a:lnTo>
                    <a:pt x="21888" y="7969"/>
                  </a:lnTo>
                  <a:lnTo>
                    <a:pt x="25952" y="14185"/>
                  </a:lnTo>
                  <a:lnTo>
                    <a:pt x="26430" y="13866"/>
                  </a:lnTo>
                  <a:lnTo>
                    <a:pt x="22446" y="7598"/>
                  </a:lnTo>
                  <a:close/>
                  <a:moveTo>
                    <a:pt x="75570" y="8155"/>
                  </a:moveTo>
                  <a:lnTo>
                    <a:pt x="71453" y="14344"/>
                  </a:lnTo>
                  <a:lnTo>
                    <a:pt x="71905" y="14637"/>
                  </a:lnTo>
                  <a:lnTo>
                    <a:pt x="76128" y="8554"/>
                  </a:lnTo>
                  <a:lnTo>
                    <a:pt x="75570" y="8155"/>
                  </a:lnTo>
                  <a:close/>
                  <a:moveTo>
                    <a:pt x="19684" y="9510"/>
                  </a:moveTo>
                  <a:lnTo>
                    <a:pt x="19152" y="9908"/>
                  </a:lnTo>
                  <a:lnTo>
                    <a:pt x="23641" y="15805"/>
                  </a:lnTo>
                  <a:lnTo>
                    <a:pt x="24093" y="15487"/>
                  </a:lnTo>
                  <a:lnTo>
                    <a:pt x="19684" y="9510"/>
                  </a:lnTo>
                  <a:close/>
                  <a:moveTo>
                    <a:pt x="78280" y="10121"/>
                  </a:moveTo>
                  <a:lnTo>
                    <a:pt x="73738" y="15991"/>
                  </a:lnTo>
                  <a:lnTo>
                    <a:pt x="74189" y="16337"/>
                  </a:lnTo>
                  <a:lnTo>
                    <a:pt x="78811" y="10546"/>
                  </a:lnTo>
                  <a:lnTo>
                    <a:pt x="78280" y="10121"/>
                  </a:lnTo>
                  <a:close/>
                  <a:moveTo>
                    <a:pt x="17054" y="11608"/>
                  </a:moveTo>
                  <a:lnTo>
                    <a:pt x="16549" y="12033"/>
                  </a:lnTo>
                  <a:lnTo>
                    <a:pt x="21437" y="17611"/>
                  </a:lnTo>
                  <a:lnTo>
                    <a:pt x="21888" y="17240"/>
                  </a:lnTo>
                  <a:lnTo>
                    <a:pt x="17054" y="11608"/>
                  </a:lnTo>
                  <a:close/>
                  <a:moveTo>
                    <a:pt x="80856" y="12246"/>
                  </a:moveTo>
                  <a:lnTo>
                    <a:pt x="75916" y="17797"/>
                  </a:lnTo>
                  <a:lnTo>
                    <a:pt x="76367" y="18169"/>
                  </a:lnTo>
                  <a:lnTo>
                    <a:pt x="81361" y="12697"/>
                  </a:lnTo>
                  <a:lnTo>
                    <a:pt x="80856" y="12246"/>
                  </a:lnTo>
                  <a:close/>
                  <a:moveTo>
                    <a:pt x="14610" y="13866"/>
                  </a:moveTo>
                  <a:cubicBezTo>
                    <a:pt x="14451" y="13999"/>
                    <a:pt x="14291" y="14158"/>
                    <a:pt x="14132" y="14318"/>
                  </a:cubicBezTo>
                  <a:lnTo>
                    <a:pt x="19391" y="19551"/>
                  </a:lnTo>
                  <a:lnTo>
                    <a:pt x="19790" y="19179"/>
                  </a:lnTo>
                  <a:lnTo>
                    <a:pt x="14610" y="13866"/>
                  </a:lnTo>
                  <a:close/>
                  <a:moveTo>
                    <a:pt x="83300" y="14557"/>
                  </a:moveTo>
                  <a:lnTo>
                    <a:pt x="77988" y="19763"/>
                  </a:lnTo>
                  <a:cubicBezTo>
                    <a:pt x="78120" y="19869"/>
                    <a:pt x="78253" y="20029"/>
                    <a:pt x="78386" y="20161"/>
                  </a:cubicBezTo>
                  <a:lnTo>
                    <a:pt x="83752" y="15035"/>
                  </a:lnTo>
                  <a:cubicBezTo>
                    <a:pt x="83592" y="14876"/>
                    <a:pt x="83459" y="14716"/>
                    <a:pt x="83300" y="14557"/>
                  </a:cubicBezTo>
                  <a:close/>
                  <a:moveTo>
                    <a:pt x="12299" y="16257"/>
                  </a:moveTo>
                  <a:lnTo>
                    <a:pt x="11848" y="16762"/>
                  </a:lnTo>
                  <a:lnTo>
                    <a:pt x="17452" y="21622"/>
                  </a:lnTo>
                  <a:cubicBezTo>
                    <a:pt x="17585" y="21490"/>
                    <a:pt x="17691" y="21357"/>
                    <a:pt x="17824" y="21197"/>
                  </a:cubicBezTo>
                  <a:lnTo>
                    <a:pt x="12299" y="16257"/>
                  </a:lnTo>
                  <a:close/>
                  <a:moveTo>
                    <a:pt x="85531" y="17027"/>
                  </a:moveTo>
                  <a:lnTo>
                    <a:pt x="79900" y="21835"/>
                  </a:lnTo>
                  <a:cubicBezTo>
                    <a:pt x="80033" y="21968"/>
                    <a:pt x="80139" y="22127"/>
                    <a:pt x="80272" y="22260"/>
                  </a:cubicBezTo>
                  <a:lnTo>
                    <a:pt x="85983" y="17532"/>
                  </a:lnTo>
                  <a:lnTo>
                    <a:pt x="85531" y="17027"/>
                  </a:lnTo>
                  <a:close/>
                  <a:moveTo>
                    <a:pt x="10148" y="18833"/>
                  </a:moveTo>
                  <a:lnTo>
                    <a:pt x="9749" y="19365"/>
                  </a:lnTo>
                  <a:lnTo>
                    <a:pt x="15673" y="23827"/>
                  </a:lnTo>
                  <a:lnTo>
                    <a:pt x="16018" y="23402"/>
                  </a:lnTo>
                  <a:lnTo>
                    <a:pt x="10148" y="18833"/>
                  </a:lnTo>
                  <a:close/>
                  <a:moveTo>
                    <a:pt x="87630" y="19630"/>
                  </a:moveTo>
                  <a:lnTo>
                    <a:pt x="81680" y="24040"/>
                  </a:lnTo>
                  <a:lnTo>
                    <a:pt x="82025" y="24518"/>
                  </a:lnTo>
                  <a:lnTo>
                    <a:pt x="88028" y="20161"/>
                  </a:lnTo>
                  <a:lnTo>
                    <a:pt x="87630" y="19630"/>
                  </a:lnTo>
                  <a:close/>
                  <a:moveTo>
                    <a:pt x="8182" y="21543"/>
                  </a:moveTo>
                  <a:cubicBezTo>
                    <a:pt x="8076" y="21729"/>
                    <a:pt x="7943" y="21915"/>
                    <a:pt x="7810" y="22101"/>
                  </a:cubicBezTo>
                  <a:lnTo>
                    <a:pt x="14052" y="26165"/>
                  </a:lnTo>
                  <a:lnTo>
                    <a:pt x="14345" y="25686"/>
                  </a:lnTo>
                  <a:lnTo>
                    <a:pt x="8182" y="21543"/>
                  </a:lnTo>
                  <a:close/>
                  <a:moveTo>
                    <a:pt x="89542" y="22366"/>
                  </a:moveTo>
                  <a:lnTo>
                    <a:pt x="83273" y="26377"/>
                  </a:lnTo>
                  <a:cubicBezTo>
                    <a:pt x="83380" y="26536"/>
                    <a:pt x="83486" y="26696"/>
                    <a:pt x="83566" y="26855"/>
                  </a:cubicBezTo>
                  <a:lnTo>
                    <a:pt x="83592" y="26855"/>
                  </a:lnTo>
                  <a:lnTo>
                    <a:pt x="89887" y="22924"/>
                  </a:lnTo>
                  <a:cubicBezTo>
                    <a:pt x="89781" y="22738"/>
                    <a:pt x="89648" y="22552"/>
                    <a:pt x="89542" y="22366"/>
                  </a:cubicBezTo>
                  <a:close/>
                  <a:moveTo>
                    <a:pt x="6429" y="24411"/>
                  </a:moveTo>
                  <a:cubicBezTo>
                    <a:pt x="6296" y="24597"/>
                    <a:pt x="6190" y="24783"/>
                    <a:pt x="6084" y="24969"/>
                  </a:cubicBezTo>
                  <a:lnTo>
                    <a:pt x="12565" y="28582"/>
                  </a:lnTo>
                  <a:cubicBezTo>
                    <a:pt x="12671" y="28422"/>
                    <a:pt x="12751" y="28263"/>
                    <a:pt x="12857" y="28104"/>
                  </a:cubicBezTo>
                  <a:lnTo>
                    <a:pt x="6429" y="24411"/>
                  </a:lnTo>
                  <a:close/>
                  <a:moveTo>
                    <a:pt x="91242" y="25261"/>
                  </a:moveTo>
                  <a:lnTo>
                    <a:pt x="84734" y="28821"/>
                  </a:lnTo>
                  <a:cubicBezTo>
                    <a:pt x="84814" y="28980"/>
                    <a:pt x="84894" y="29140"/>
                    <a:pt x="85000" y="29325"/>
                  </a:cubicBezTo>
                  <a:lnTo>
                    <a:pt x="91561" y="25819"/>
                  </a:lnTo>
                  <a:lnTo>
                    <a:pt x="91242" y="25261"/>
                  </a:lnTo>
                  <a:close/>
                  <a:moveTo>
                    <a:pt x="4862" y="27360"/>
                  </a:moveTo>
                  <a:cubicBezTo>
                    <a:pt x="4756" y="27546"/>
                    <a:pt x="4649" y="27758"/>
                    <a:pt x="4570" y="27971"/>
                  </a:cubicBezTo>
                  <a:lnTo>
                    <a:pt x="11290" y="31132"/>
                  </a:lnTo>
                  <a:cubicBezTo>
                    <a:pt x="11370" y="30946"/>
                    <a:pt x="11449" y="30786"/>
                    <a:pt x="11529" y="30600"/>
                  </a:cubicBezTo>
                  <a:lnTo>
                    <a:pt x="4862" y="27360"/>
                  </a:lnTo>
                  <a:close/>
                  <a:moveTo>
                    <a:pt x="92730" y="28236"/>
                  </a:moveTo>
                  <a:lnTo>
                    <a:pt x="86009" y="31344"/>
                  </a:lnTo>
                  <a:cubicBezTo>
                    <a:pt x="86089" y="31504"/>
                    <a:pt x="86142" y="31690"/>
                    <a:pt x="86222" y="31849"/>
                  </a:cubicBezTo>
                  <a:lnTo>
                    <a:pt x="86248" y="31849"/>
                  </a:lnTo>
                  <a:lnTo>
                    <a:pt x="93022" y="28847"/>
                  </a:lnTo>
                  <a:cubicBezTo>
                    <a:pt x="92942" y="28635"/>
                    <a:pt x="92836" y="28422"/>
                    <a:pt x="92730" y="28236"/>
                  </a:cubicBezTo>
                  <a:close/>
                  <a:moveTo>
                    <a:pt x="3481" y="30415"/>
                  </a:moveTo>
                  <a:lnTo>
                    <a:pt x="3242" y="31052"/>
                  </a:lnTo>
                  <a:lnTo>
                    <a:pt x="10174" y="33735"/>
                  </a:lnTo>
                  <a:cubicBezTo>
                    <a:pt x="10227" y="33549"/>
                    <a:pt x="10307" y="33363"/>
                    <a:pt x="10387" y="33204"/>
                  </a:cubicBezTo>
                  <a:lnTo>
                    <a:pt x="10360" y="33204"/>
                  </a:lnTo>
                  <a:lnTo>
                    <a:pt x="3481" y="30415"/>
                  </a:lnTo>
                  <a:close/>
                  <a:moveTo>
                    <a:pt x="94031" y="31318"/>
                  </a:moveTo>
                  <a:lnTo>
                    <a:pt x="87098" y="33947"/>
                  </a:lnTo>
                  <a:cubicBezTo>
                    <a:pt x="87151" y="34107"/>
                    <a:pt x="87231" y="34293"/>
                    <a:pt x="87284" y="34479"/>
                  </a:cubicBezTo>
                  <a:lnTo>
                    <a:pt x="94270" y="31929"/>
                  </a:lnTo>
                  <a:lnTo>
                    <a:pt x="94031" y="31318"/>
                  </a:lnTo>
                  <a:close/>
                  <a:moveTo>
                    <a:pt x="2338" y="33575"/>
                  </a:moveTo>
                  <a:cubicBezTo>
                    <a:pt x="2285" y="33788"/>
                    <a:pt x="2206" y="34000"/>
                    <a:pt x="2153" y="34213"/>
                  </a:cubicBezTo>
                  <a:lnTo>
                    <a:pt x="9218" y="36418"/>
                  </a:lnTo>
                  <a:cubicBezTo>
                    <a:pt x="9298" y="36232"/>
                    <a:pt x="9351" y="36046"/>
                    <a:pt x="9404" y="35860"/>
                  </a:cubicBezTo>
                  <a:lnTo>
                    <a:pt x="2338" y="33575"/>
                  </a:lnTo>
                  <a:close/>
                  <a:moveTo>
                    <a:pt x="95120" y="34479"/>
                  </a:moveTo>
                  <a:lnTo>
                    <a:pt x="88001" y="36630"/>
                  </a:lnTo>
                  <a:cubicBezTo>
                    <a:pt x="88055" y="36816"/>
                    <a:pt x="88108" y="37002"/>
                    <a:pt x="88161" y="37188"/>
                  </a:cubicBezTo>
                  <a:lnTo>
                    <a:pt x="95306" y="35116"/>
                  </a:lnTo>
                  <a:cubicBezTo>
                    <a:pt x="95226" y="34904"/>
                    <a:pt x="95173" y="34691"/>
                    <a:pt x="95120" y="34479"/>
                  </a:cubicBezTo>
                  <a:close/>
                  <a:moveTo>
                    <a:pt x="1435" y="36789"/>
                  </a:moveTo>
                  <a:lnTo>
                    <a:pt x="1276" y="37454"/>
                  </a:lnTo>
                  <a:lnTo>
                    <a:pt x="8501" y="39154"/>
                  </a:lnTo>
                  <a:cubicBezTo>
                    <a:pt x="8527" y="38968"/>
                    <a:pt x="8581" y="38755"/>
                    <a:pt x="8634" y="38596"/>
                  </a:cubicBezTo>
                  <a:lnTo>
                    <a:pt x="1435" y="36789"/>
                  </a:lnTo>
                  <a:close/>
                  <a:moveTo>
                    <a:pt x="95970" y="37693"/>
                  </a:moveTo>
                  <a:lnTo>
                    <a:pt x="88745" y="39366"/>
                  </a:lnTo>
                  <a:cubicBezTo>
                    <a:pt x="88772" y="39552"/>
                    <a:pt x="88825" y="39738"/>
                    <a:pt x="88851" y="39924"/>
                  </a:cubicBezTo>
                  <a:lnTo>
                    <a:pt x="96103" y="38357"/>
                  </a:lnTo>
                  <a:cubicBezTo>
                    <a:pt x="96076" y="38144"/>
                    <a:pt x="96023" y="37932"/>
                    <a:pt x="95970" y="37693"/>
                  </a:cubicBezTo>
                  <a:close/>
                  <a:moveTo>
                    <a:pt x="745" y="40057"/>
                  </a:moveTo>
                  <a:cubicBezTo>
                    <a:pt x="692" y="40296"/>
                    <a:pt x="665" y="40508"/>
                    <a:pt x="638" y="40721"/>
                  </a:cubicBezTo>
                  <a:lnTo>
                    <a:pt x="7943" y="41916"/>
                  </a:lnTo>
                  <a:cubicBezTo>
                    <a:pt x="7970" y="41757"/>
                    <a:pt x="7996" y="41544"/>
                    <a:pt x="8023" y="41358"/>
                  </a:cubicBezTo>
                  <a:lnTo>
                    <a:pt x="8049" y="41358"/>
                  </a:lnTo>
                  <a:lnTo>
                    <a:pt x="745" y="40057"/>
                  </a:lnTo>
                  <a:close/>
                  <a:moveTo>
                    <a:pt x="96608" y="40986"/>
                  </a:moveTo>
                  <a:lnTo>
                    <a:pt x="89276" y="42155"/>
                  </a:lnTo>
                  <a:cubicBezTo>
                    <a:pt x="89303" y="42341"/>
                    <a:pt x="89330" y="42527"/>
                    <a:pt x="89356" y="42713"/>
                  </a:cubicBezTo>
                  <a:lnTo>
                    <a:pt x="96687" y="41650"/>
                  </a:lnTo>
                  <a:lnTo>
                    <a:pt x="96608" y="40986"/>
                  </a:lnTo>
                  <a:close/>
                  <a:moveTo>
                    <a:pt x="267" y="43377"/>
                  </a:moveTo>
                  <a:cubicBezTo>
                    <a:pt x="240" y="43589"/>
                    <a:pt x="213" y="43828"/>
                    <a:pt x="187" y="44041"/>
                  </a:cubicBezTo>
                  <a:lnTo>
                    <a:pt x="7571" y="44732"/>
                  </a:lnTo>
                  <a:cubicBezTo>
                    <a:pt x="7598" y="44546"/>
                    <a:pt x="7624" y="44360"/>
                    <a:pt x="7651" y="44174"/>
                  </a:cubicBezTo>
                  <a:lnTo>
                    <a:pt x="7624" y="44174"/>
                  </a:lnTo>
                  <a:lnTo>
                    <a:pt x="267" y="43377"/>
                  </a:lnTo>
                  <a:close/>
                  <a:moveTo>
                    <a:pt x="97006" y="44307"/>
                  </a:moveTo>
                  <a:lnTo>
                    <a:pt x="89595" y="44971"/>
                  </a:lnTo>
                  <a:cubicBezTo>
                    <a:pt x="89622" y="45157"/>
                    <a:pt x="89648" y="45343"/>
                    <a:pt x="89648" y="45528"/>
                  </a:cubicBezTo>
                  <a:lnTo>
                    <a:pt x="97059" y="44971"/>
                  </a:lnTo>
                  <a:cubicBezTo>
                    <a:pt x="97059" y="44758"/>
                    <a:pt x="97006" y="44546"/>
                    <a:pt x="97006" y="44307"/>
                  </a:cubicBezTo>
                  <a:close/>
                  <a:moveTo>
                    <a:pt x="28" y="46724"/>
                  </a:moveTo>
                  <a:cubicBezTo>
                    <a:pt x="28" y="46936"/>
                    <a:pt x="1" y="47175"/>
                    <a:pt x="1" y="47388"/>
                  </a:cubicBezTo>
                  <a:lnTo>
                    <a:pt x="7412" y="47574"/>
                  </a:lnTo>
                  <a:cubicBezTo>
                    <a:pt x="7412" y="47388"/>
                    <a:pt x="7438" y="47175"/>
                    <a:pt x="7438" y="46989"/>
                  </a:cubicBezTo>
                  <a:lnTo>
                    <a:pt x="28" y="46724"/>
                  </a:lnTo>
                  <a:close/>
                  <a:moveTo>
                    <a:pt x="97192" y="47653"/>
                  </a:moveTo>
                  <a:lnTo>
                    <a:pt x="89781" y="47786"/>
                  </a:lnTo>
                  <a:cubicBezTo>
                    <a:pt x="89755" y="47972"/>
                    <a:pt x="89755" y="48185"/>
                    <a:pt x="89781" y="48371"/>
                  </a:cubicBezTo>
                  <a:lnTo>
                    <a:pt x="97192" y="48318"/>
                  </a:lnTo>
                  <a:lnTo>
                    <a:pt x="97192" y="47653"/>
                  </a:lnTo>
                  <a:close/>
                  <a:moveTo>
                    <a:pt x="89781" y="48583"/>
                  </a:moveTo>
                  <a:lnTo>
                    <a:pt x="89781" y="49141"/>
                  </a:lnTo>
                  <a:lnTo>
                    <a:pt x="97192" y="49247"/>
                  </a:lnTo>
                  <a:lnTo>
                    <a:pt x="97192" y="48583"/>
                  </a:lnTo>
                  <a:close/>
                  <a:moveTo>
                    <a:pt x="7412" y="49832"/>
                  </a:moveTo>
                  <a:lnTo>
                    <a:pt x="1" y="50044"/>
                  </a:lnTo>
                  <a:cubicBezTo>
                    <a:pt x="1" y="50257"/>
                    <a:pt x="1" y="50496"/>
                    <a:pt x="28" y="50708"/>
                  </a:cubicBezTo>
                  <a:lnTo>
                    <a:pt x="7438" y="50389"/>
                  </a:lnTo>
                  <a:lnTo>
                    <a:pt x="7412" y="49832"/>
                  </a:lnTo>
                  <a:close/>
                  <a:moveTo>
                    <a:pt x="89675" y="51425"/>
                  </a:moveTo>
                  <a:cubicBezTo>
                    <a:pt x="89648" y="51611"/>
                    <a:pt x="89648" y="51797"/>
                    <a:pt x="89622" y="51983"/>
                  </a:cubicBezTo>
                  <a:lnTo>
                    <a:pt x="97033" y="52594"/>
                  </a:lnTo>
                  <a:cubicBezTo>
                    <a:pt x="97033" y="52355"/>
                    <a:pt x="97059" y="52142"/>
                    <a:pt x="97086" y="51930"/>
                  </a:cubicBezTo>
                  <a:lnTo>
                    <a:pt x="89675" y="51425"/>
                  </a:lnTo>
                  <a:close/>
                  <a:moveTo>
                    <a:pt x="7598" y="52674"/>
                  </a:moveTo>
                  <a:lnTo>
                    <a:pt x="213" y="53391"/>
                  </a:lnTo>
                  <a:cubicBezTo>
                    <a:pt x="240" y="53603"/>
                    <a:pt x="267" y="53816"/>
                    <a:pt x="293" y="54055"/>
                  </a:cubicBezTo>
                  <a:lnTo>
                    <a:pt x="7651" y="53232"/>
                  </a:lnTo>
                  <a:lnTo>
                    <a:pt x="7598" y="52674"/>
                  </a:lnTo>
                  <a:close/>
                  <a:moveTo>
                    <a:pt x="89409" y="54241"/>
                  </a:moveTo>
                  <a:cubicBezTo>
                    <a:pt x="89356" y="54427"/>
                    <a:pt x="89330" y="54613"/>
                    <a:pt x="89330" y="54799"/>
                  </a:cubicBezTo>
                  <a:lnTo>
                    <a:pt x="96661" y="55914"/>
                  </a:lnTo>
                  <a:cubicBezTo>
                    <a:pt x="96687" y="55675"/>
                    <a:pt x="96714" y="55463"/>
                    <a:pt x="96740" y="55250"/>
                  </a:cubicBezTo>
                  <a:lnTo>
                    <a:pt x="89409" y="54241"/>
                  </a:lnTo>
                  <a:close/>
                  <a:moveTo>
                    <a:pt x="7970" y="55463"/>
                  </a:moveTo>
                  <a:lnTo>
                    <a:pt x="665" y="56711"/>
                  </a:lnTo>
                  <a:cubicBezTo>
                    <a:pt x="718" y="56924"/>
                    <a:pt x="745" y="57136"/>
                    <a:pt x="798" y="57375"/>
                  </a:cubicBezTo>
                  <a:lnTo>
                    <a:pt x="8102" y="56047"/>
                  </a:lnTo>
                  <a:cubicBezTo>
                    <a:pt x="8049" y="55835"/>
                    <a:pt x="7996" y="55649"/>
                    <a:pt x="7970" y="55463"/>
                  </a:cubicBezTo>
                  <a:close/>
                  <a:moveTo>
                    <a:pt x="88905" y="57030"/>
                  </a:moveTo>
                  <a:cubicBezTo>
                    <a:pt x="88854" y="57208"/>
                    <a:pt x="88827" y="57385"/>
                    <a:pt x="88779" y="57563"/>
                  </a:cubicBezTo>
                  <a:lnTo>
                    <a:pt x="88779" y="57563"/>
                  </a:lnTo>
                  <a:lnTo>
                    <a:pt x="88772" y="57561"/>
                  </a:lnTo>
                  <a:lnTo>
                    <a:pt x="88772" y="57588"/>
                  </a:lnTo>
                  <a:cubicBezTo>
                    <a:pt x="88774" y="57579"/>
                    <a:pt x="88776" y="57571"/>
                    <a:pt x="88779" y="57563"/>
                  </a:cubicBezTo>
                  <a:lnTo>
                    <a:pt x="88779" y="57563"/>
                  </a:lnTo>
                  <a:lnTo>
                    <a:pt x="96023" y="59208"/>
                  </a:lnTo>
                  <a:cubicBezTo>
                    <a:pt x="96076" y="58996"/>
                    <a:pt x="96130" y="58757"/>
                    <a:pt x="96156" y="58544"/>
                  </a:cubicBezTo>
                  <a:lnTo>
                    <a:pt x="88905" y="57030"/>
                  </a:lnTo>
                  <a:close/>
                  <a:moveTo>
                    <a:pt x="8554" y="58252"/>
                  </a:moveTo>
                  <a:lnTo>
                    <a:pt x="1329" y="59978"/>
                  </a:lnTo>
                  <a:lnTo>
                    <a:pt x="1488" y="60642"/>
                  </a:lnTo>
                  <a:lnTo>
                    <a:pt x="8687" y="58810"/>
                  </a:lnTo>
                  <a:cubicBezTo>
                    <a:pt x="8634" y="58624"/>
                    <a:pt x="8581" y="58438"/>
                    <a:pt x="8554" y="58252"/>
                  </a:cubicBezTo>
                  <a:close/>
                  <a:moveTo>
                    <a:pt x="88241" y="59766"/>
                  </a:moveTo>
                  <a:cubicBezTo>
                    <a:pt x="88161" y="59978"/>
                    <a:pt x="88134" y="60138"/>
                    <a:pt x="88081" y="60324"/>
                  </a:cubicBezTo>
                  <a:lnTo>
                    <a:pt x="95173" y="62449"/>
                  </a:lnTo>
                  <a:cubicBezTo>
                    <a:pt x="95253" y="62236"/>
                    <a:pt x="95306" y="62024"/>
                    <a:pt x="95359" y="61785"/>
                  </a:cubicBezTo>
                  <a:lnTo>
                    <a:pt x="88241" y="59766"/>
                  </a:lnTo>
                  <a:close/>
                  <a:moveTo>
                    <a:pt x="9298" y="60988"/>
                  </a:moveTo>
                  <a:lnTo>
                    <a:pt x="2232" y="63192"/>
                  </a:lnTo>
                  <a:cubicBezTo>
                    <a:pt x="2285" y="63405"/>
                    <a:pt x="2365" y="63644"/>
                    <a:pt x="2418" y="63856"/>
                  </a:cubicBezTo>
                  <a:lnTo>
                    <a:pt x="9484" y="61519"/>
                  </a:lnTo>
                  <a:cubicBezTo>
                    <a:pt x="9404" y="61333"/>
                    <a:pt x="9351" y="61147"/>
                    <a:pt x="9298" y="60988"/>
                  </a:cubicBezTo>
                  <a:close/>
                  <a:moveTo>
                    <a:pt x="87391" y="62475"/>
                  </a:moveTo>
                  <a:cubicBezTo>
                    <a:pt x="87311" y="62661"/>
                    <a:pt x="87231" y="62847"/>
                    <a:pt x="87178" y="63006"/>
                  </a:cubicBezTo>
                  <a:lnTo>
                    <a:pt x="94111" y="65610"/>
                  </a:lnTo>
                  <a:lnTo>
                    <a:pt x="94350" y="64972"/>
                  </a:lnTo>
                  <a:lnTo>
                    <a:pt x="87391" y="62475"/>
                  </a:lnTo>
                  <a:close/>
                  <a:moveTo>
                    <a:pt x="10254" y="63671"/>
                  </a:moveTo>
                  <a:lnTo>
                    <a:pt x="3348" y="66380"/>
                  </a:lnTo>
                  <a:cubicBezTo>
                    <a:pt x="3427" y="66592"/>
                    <a:pt x="3507" y="66778"/>
                    <a:pt x="3587" y="66991"/>
                  </a:cubicBezTo>
                  <a:lnTo>
                    <a:pt x="10466" y="64175"/>
                  </a:lnTo>
                  <a:lnTo>
                    <a:pt x="10254" y="63671"/>
                  </a:lnTo>
                  <a:close/>
                  <a:moveTo>
                    <a:pt x="86301" y="65105"/>
                  </a:moveTo>
                  <a:cubicBezTo>
                    <a:pt x="86250" y="65283"/>
                    <a:pt x="86175" y="65462"/>
                    <a:pt x="86099" y="65640"/>
                  </a:cubicBezTo>
                  <a:lnTo>
                    <a:pt x="86099" y="65640"/>
                  </a:lnTo>
                  <a:lnTo>
                    <a:pt x="86089" y="65636"/>
                  </a:lnTo>
                  <a:lnTo>
                    <a:pt x="86089" y="65663"/>
                  </a:lnTo>
                  <a:cubicBezTo>
                    <a:pt x="86092" y="65655"/>
                    <a:pt x="86095" y="65648"/>
                    <a:pt x="86099" y="65640"/>
                  </a:cubicBezTo>
                  <a:lnTo>
                    <a:pt x="86099" y="65640"/>
                  </a:lnTo>
                  <a:lnTo>
                    <a:pt x="92836" y="68717"/>
                  </a:lnTo>
                  <a:cubicBezTo>
                    <a:pt x="92915" y="68505"/>
                    <a:pt x="93022" y="68319"/>
                    <a:pt x="93101" y="68106"/>
                  </a:cubicBezTo>
                  <a:lnTo>
                    <a:pt x="86301" y="65105"/>
                  </a:lnTo>
                  <a:close/>
                  <a:moveTo>
                    <a:pt x="11370" y="66247"/>
                  </a:moveTo>
                  <a:lnTo>
                    <a:pt x="4676" y="69435"/>
                  </a:lnTo>
                  <a:lnTo>
                    <a:pt x="4968" y="70045"/>
                  </a:lnTo>
                  <a:lnTo>
                    <a:pt x="11635" y="66752"/>
                  </a:lnTo>
                  <a:cubicBezTo>
                    <a:pt x="11529" y="66592"/>
                    <a:pt x="11449" y="66406"/>
                    <a:pt x="11370" y="66247"/>
                  </a:cubicBezTo>
                  <a:close/>
                  <a:moveTo>
                    <a:pt x="85080" y="67681"/>
                  </a:moveTo>
                  <a:lnTo>
                    <a:pt x="84814" y="68186"/>
                  </a:lnTo>
                  <a:lnTo>
                    <a:pt x="91348" y="71719"/>
                  </a:lnTo>
                  <a:lnTo>
                    <a:pt x="91640" y="71135"/>
                  </a:lnTo>
                  <a:lnTo>
                    <a:pt x="85080" y="67681"/>
                  </a:lnTo>
                  <a:close/>
                  <a:moveTo>
                    <a:pt x="12671" y="68744"/>
                  </a:moveTo>
                  <a:lnTo>
                    <a:pt x="12671" y="68770"/>
                  </a:lnTo>
                  <a:lnTo>
                    <a:pt x="6217" y="72383"/>
                  </a:lnTo>
                  <a:cubicBezTo>
                    <a:pt x="6323" y="72595"/>
                    <a:pt x="6429" y="72781"/>
                    <a:pt x="6535" y="72967"/>
                  </a:cubicBezTo>
                  <a:lnTo>
                    <a:pt x="12963" y="69249"/>
                  </a:lnTo>
                  <a:cubicBezTo>
                    <a:pt x="12857" y="69089"/>
                    <a:pt x="12777" y="68930"/>
                    <a:pt x="12671" y="68744"/>
                  </a:cubicBezTo>
                  <a:close/>
                  <a:moveTo>
                    <a:pt x="83698" y="70152"/>
                  </a:moveTo>
                  <a:lnTo>
                    <a:pt x="83380" y="70630"/>
                  </a:lnTo>
                  <a:lnTo>
                    <a:pt x="89648" y="74614"/>
                  </a:lnTo>
                  <a:cubicBezTo>
                    <a:pt x="89781" y="74428"/>
                    <a:pt x="89887" y="74242"/>
                    <a:pt x="89994" y="74056"/>
                  </a:cubicBezTo>
                  <a:lnTo>
                    <a:pt x="83698" y="70152"/>
                  </a:lnTo>
                  <a:close/>
                  <a:moveTo>
                    <a:pt x="14132" y="71161"/>
                  </a:moveTo>
                  <a:lnTo>
                    <a:pt x="7943" y="75252"/>
                  </a:lnTo>
                  <a:cubicBezTo>
                    <a:pt x="8076" y="75438"/>
                    <a:pt x="8182" y="75624"/>
                    <a:pt x="8315" y="75810"/>
                  </a:cubicBezTo>
                  <a:lnTo>
                    <a:pt x="14451" y="71639"/>
                  </a:lnTo>
                  <a:cubicBezTo>
                    <a:pt x="14345" y="71480"/>
                    <a:pt x="14238" y="71320"/>
                    <a:pt x="14132" y="71161"/>
                  </a:cubicBezTo>
                  <a:close/>
                  <a:moveTo>
                    <a:pt x="82131" y="72489"/>
                  </a:moveTo>
                  <a:lnTo>
                    <a:pt x="81786" y="72967"/>
                  </a:lnTo>
                  <a:lnTo>
                    <a:pt x="87762" y="77350"/>
                  </a:lnTo>
                  <a:lnTo>
                    <a:pt x="88161" y="76819"/>
                  </a:lnTo>
                  <a:lnTo>
                    <a:pt x="82131" y="72489"/>
                  </a:lnTo>
                  <a:close/>
                  <a:moveTo>
                    <a:pt x="15779" y="73472"/>
                  </a:moveTo>
                  <a:lnTo>
                    <a:pt x="9882" y="77961"/>
                  </a:lnTo>
                  <a:cubicBezTo>
                    <a:pt x="10015" y="78147"/>
                    <a:pt x="10148" y="78333"/>
                    <a:pt x="10281" y="78492"/>
                  </a:cubicBezTo>
                  <a:lnTo>
                    <a:pt x="16124" y="73924"/>
                  </a:lnTo>
                  <a:lnTo>
                    <a:pt x="15779" y="73472"/>
                  </a:lnTo>
                  <a:close/>
                  <a:moveTo>
                    <a:pt x="80378" y="74747"/>
                  </a:moveTo>
                  <a:lnTo>
                    <a:pt x="80033" y="75199"/>
                  </a:lnTo>
                  <a:lnTo>
                    <a:pt x="85664" y="80006"/>
                  </a:lnTo>
                  <a:cubicBezTo>
                    <a:pt x="85823" y="79820"/>
                    <a:pt x="85956" y="79661"/>
                    <a:pt x="86089" y="79475"/>
                  </a:cubicBezTo>
                  <a:lnTo>
                    <a:pt x="80378" y="74747"/>
                  </a:lnTo>
                  <a:close/>
                  <a:moveTo>
                    <a:pt x="17585" y="75677"/>
                  </a:moveTo>
                  <a:lnTo>
                    <a:pt x="11981" y="80564"/>
                  </a:lnTo>
                  <a:lnTo>
                    <a:pt x="12432" y="81069"/>
                  </a:lnTo>
                  <a:lnTo>
                    <a:pt x="17957" y="76102"/>
                  </a:lnTo>
                  <a:cubicBezTo>
                    <a:pt x="17824" y="75969"/>
                    <a:pt x="17691" y="75810"/>
                    <a:pt x="17585" y="75677"/>
                  </a:cubicBezTo>
                  <a:close/>
                  <a:moveTo>
                    <a:pt x="78492" y="76872"/>
                  </a:moveTo>
                  <a:lnTo>
                    <a:pt x="78120" y="77297"/>
                  </a:lnTo>
                  <a:lnTo>
                    <a:pt x="83433" y="82450"/>
                  </a:lnTo>
                  <a:cubicBezTo>
                    <a:pt x="83566" y="82291"/>
                    <a:pt x="83725" y="82131"/>
                    <a:pt x="83884" y="81972"/>
                  </a:cubicBezTo>
                  <a:lnTo>
                    <a:pt x="78492" y="76872"/>
                  </a:lnTo>
                  <a:close/>
                  <a:moveTo>
                    <a:pt x="19524" y="77749"/>
                  </a:moveTo>
                  <a:lnTo>
                    <a:pt x="14291" y="83008"/>
                  </a:lnTo>
                  <a:lnTo>
                    <a:pt x="14743" y="83459"/>
                  </a:lnTo>
                  <a:lnTo>
                    <a:pt x="19923" y="78147"/>
                  </a:lnTo>
                  <a:lnTo>
                    <a:pt x="19524" y="77749"/>
                  </a:lnTo>
                  <a:close/>
                  <a:moveTo>
                    <a:pt x="76473" y="78864"/>
                  </a:moveTo>
                  <a:lnTo>
                    <a:pt x="76048" y="79263"/>
                  </a:lnTo>
                  <a:lnTo>
                    <a:pt x="81016" y="84788"/>
                  </a:lnTo>
                  <a:lnTo>
                    <a:pt x="81494" y="84336"/>
                  </a:lnTo>
                  <a:lnTo>
                    <a:pt x="76473" y="78864"/>
                  </a:lnTo>
                  <a:close/>
                  <a:moveTo>
                    <a:pt x="21596" y="79688"/>
                  </a:moveTo>
                  <a:lnTo>
                    <a:pt x="16735" y="85292"/>
                  </a:lnTo>
                  <a:lnTo>
                    <a:pt x="17240" y="85717"/>
                  </a:lnTo>
                  <a:lnTo>
                    <a:pt x="22021" y="80059"/>
                  </a:lnTo>
                  <a:lnTo>
                    <a:pt x="21596" y="79688"/>
                  </a:lnTo>
                  <a:close/>
                  <a:moveTo>
                    <a:pt x="74322" y="80724"/>
                  </a:moveTo>
                  <a:lnTo>
                    <a:pt x="73897" y="81069"/>
                  </a:lnTo>
                  <a:lnTo>
                    <a:pt x="78466" y="86913"/>
                  </a:lnTo>
                  <a:lnTo>
                    <a:pt x="78970" y="86514"/>
                  </a:lnTo>
                  <a:lnTo>
                    <a:pt x="74322" y="80724"/>
                  </a:lnTo>
                  <a:close/>
                  <a:moveTo>
                    <a:pt x="23801" y="81467"/>
                  </a:moveTo>
                  <a:lnTo>
                    <a:pt x="19312" y="87391"/>
                  </a:lnTo>
                  <a:lnTo>
                    <a:pt x="19843" y="87789"/>
                  </a:lnTo>
                  <a:lnTo>
                    <a:pt x="24252" y="81813"/>
                  </a:lnTo>
                  <a:lnTo>
                    <a:pt x="23801" y="81467"/>
                  </a:lnTo>
                  <a:close/>
                  <a:moveTo>
                    <a:pt x="72064" y="82424"/>
                  </a:moveTo>
                  <a:cubicBezTo>
                    <a:pt x="71905" y="82530"/>
                    <a:pt x="71772" y="82636"/>
                    <a:pt x="71613" y="82742"/>
                  </a:cubicBezTo>
                  <a:lnTo>
                    <a:pt x="75756" y="88905"/>
                  </a:lnTo>
                  <a:lnTo>
                    <a:pt x="76314" y="88506"/>
                  </a:lnTo>
                  <a:lnTo>
                    <a:pt x="72064" y="82424"/>
                  </a:lnTo>
                  <a:close/>
                  <a:moveTo>
                    <a:pt x="26112" y="83088"/>
                  </a:moveTo>
                  <a:lnTo>
                    <a:pt x="26112" y="83114"/>
                  </a:lnTo>
                  <a:lnTo>
                    <a:pt x="22074" y="89330"/>
                  </a:lnTo>
                  <a:cubicBezTo>
                    <a:pt x="22260" y="89436"/>
                    <a:pt x="22446" y="89569"/>
                    <a:pt x="22632" y="89675"/>
                  </a:cubicBezTo>
                  <a:lnTo>
                    <a:pt x="26590" y="83406"/>
                  </a:lnTo>
                  <a:cubicBezTo>
                    <a:pt x="26430" y="83300"/>
                    <a:pt x="26271" y="83194"/>
                    <a:pt x="26112" y="83088"/>
                  </a:cubicBezTo>
                  <a:close/>
                  <a:moveTo>
                    <a:pt x="69700" y="83964"/>
                  </a:moveTo>
                  <a:cubicBezTo>
                    <a:pt x="69514" y="84044"/>
                    <a:pt x="69355" y="84150"/>
                    <a:pt x="69195" y="84256"/>
                  </a:cubicBezTo>
                  <a:lnTo>
                    <a:pt x="72941" y="90658"/>
                  </a:lnTo>
                  <a:lnTo>
                    <a:pt x="73499" y="90313"/>
                  </a:lnTo>
                  <a:lnTo>
                    <a:pt x="69700" y="83964"/>
                  </a:lnTo>
                  <a:close/>
                  <a:moveTo>
                    <a:pt x="28555" y="84575"/>
                  </a:moveTo>
                  <a:lnTo>
                    <a:pt x="24943" y="91056"/>
                  </a:lnTo>
                  <a:lnTo>
                    <a:pt x="25527" y="91375"/>
                  </a:lnTo>
                  <a:lnTo>
                    <a:pt x="29060" y="84867"/>
                  </a:lnTo>
                  <a:lnTo>
                    <a:pt x="28555" y="84575"/>
                  </a:lnTo>
                  <a:close/>
                  <a:moveTo>
                    <a:pt x="67203" y="85319"/>
                  </a:moveTo>
                  <a:lnTo>
                    <a:pt x="66699" y="85584"/>
                  </a:lnTo>
                  <a:lnTo>
                    <a:pt x="69966" y="92225"/>
                  </a:lnTo>
                  <a:lnTo>
                    <a:pt x="70577" y="91933"/>
                  </a:lnTo>
                  <a:lnTo>
                    <a:pt x="67203" y="85319"/>
                  </a:lnTo>
                  <a:close/>
                  <a:moveTo>
                    <a:pt x="31079" y="85877"/>
                  </a:moveTo>
                  <a:lnTo>
                    <a:pt x="27918" y="92597"/>
                  </a:lnTo>
                  <a:lnTo>
                    <a:pt x="28529" y="92863"/>
                  </a:lnTo>
                  <a:lnTo>
                    <a:pt x="31610" y="86116"/>
                  </a:lnTo>
                  <a:lnTo>
                    <a:pt x="31079" y="85877"/>
                  </a:lnTo>
                  <a:close/>
                  <a:moveTo>
                    <a:pt x="64653" y="86514"/>
                  </a:moveTo>
                  <a:lnTo>
                    <a:pt x="64122" y="86727"/>
                  </a:lnTo>
                  <a:lnTo>
                    <a:pt x="66911" y="93606"/>
                  </a:lnTo>
                  <a:cubicBezTo>
                    <a:pt x="67124" y="93527"/>
                    <a:pt x="67336" y="93420"/>
                    <a:pt x="67549" y="93341"/>
                  </a:cubicBezTo>
                  <a:lnTo>
                    <a:pt x="64653" y="86514"/>
                  </a:lnTo>
                  <a:close/>
                  <a:moveTo>
                    <a:pt x="33682" y="86992"/>
                  </a:moveTo>
                  <a:lnTo>
                    <a:pt x="30999" y="93898"/>
                  </a:lnTo>
                  <a:lnTo>
                    <a:pt x="31610" y="94137"/>
                  </a:lnTo>
                  <a:lnTo>
                    <a:pt x="34213" y="87178"/>
                  </a:lnTo>
                  <a:lnTo>
                    <a:pt x="33682" y="86992"/>
                  </a:lnTo>
                  <a:close/>
                  <a:moveTo>
                    <a:pt x="61997" y="87523"/>
                  </a:moveTo>
                  <a:lnTo>
                    <a:pt x="61466" y="87709"/>
                  </a:lnTo>
                  <a:lnTo>
                    <a:pt x="63803" y="94748"/>
                  </a:lnTo>
                  <a:lnTo>
                    <a:pt x="64414" y="94536"/>
                  </a:lnTo>
                  <a:lnTo>
                    <a:pt x="61997" y="87523"/>
                  </a:lnTo>
                  <a:close/>
                  <a:moveTo>
                    <a:pt x="36365" y="87922"/>
                  </a:moveTo>
                  <a:lnTo>
                    <a:pt x="34160" y="95014"/>
                  </a:lnTo>
                  <a:cubicBezTo>
                    <a:pt x="34372" y="95094"/>
                    <a:pt x="34585" y="95147"/>
                    <a:pt x="34797" y="95200"/>
                  </a:cubicBezTo>
                  <a:lnTo>
                    <a:pt x="36922" y="88081"/>
                  </a:lnTo>
                  <a:lnTo>
                    <a:pt x="36365" y="87922"/>
                  </a:lnTo>
                  <a:close/>
                  <a:moveTo>
                    <a:pt x="59288" y="88347"/>
                  </a:moveTo>
                  <a:lnTo>
                    <a:pt x="58757" y="88506"/>
                  </a:lnTo>
                  <a:lnTo>
                    <a:pt x="60563" y="95678"/>
                  </a:lnTo>
                  <a:lnTo>
                    <a:pt x="61227" y="95519"/>
                  </a:lnTo>
                  <a:lnTo>
                    <a:pt x="59288" y="88347"/>
                  </a:lnTo>
                  <a:close/>
                  <a:moveTo>
                    <a:pt x="39100" y="88666"/>
                  </a:moveTo>
                  <a:lnTo>
                    <a:pt x="37374" y="95891"/>
                  </a:lnTo>
                  <a:lnTo>
                    <a:pt x="38038" y="96023"/>
                  </a:lnTo>
                  <a:lnTo>
                    <a:pt x="39632" y="88798"/>
                  </a:lnTo>
                  <a:lnTo>
                    <a:pt x="39100" y="88666"/>
                  </a:lnTo>
                  <a:close/>
                  <a:moveTo>
                    <a:pt x="56525" y="88984"/>
                  </a:moveTo>
                  <a:lnTo>
                    <a:pt x="55994" y="89091"/>
                  </a:lnTo>
                  <a:lnTo>
                    <a:pt x="57296" y="96395"/>
                  </a:lnTo>
                  <a:lnTo>
                    <a:pt x="57960" y="96262"/>
                  </a:lnTo>
                  <a:lnTo>
                    <a:pt x="56525" y="88984"/>
                  </a:lnTo>
                  <a:close/>
                  <a:moveTo>
                    <a:pt x="41863" y="89223"/>
                  </a:moveTo>
                  <a:lnTo>
                    <a:pt x="40668" y="96528"/>
                  </a:lnTo>
                  <a:lnTo>
                    <a:pt x="41332" y="96634"/>
                  </a:lnTo>
                  <a:lnTo>
                    <a:pt x="42421" y="89303"/>
                  </a:lnTo>
                  <a:lnTo>
                    <a:pt x="41863" y="89223"/>
                  </a:lnTo>
                  <a:close/>
                  <a:moveTo>
                    <a:pt x="53736" y="89436"/>
                  </a:moveTo>
                  <a:lnTo>
                    <a:pt x="53178" y="89516"/>
                  </a:lnTo>
                  <a:lnTo>
                    <a:pt x="53975" y="96900"/>
                  </a:lnTo>
                  <a:lnTo>
                    <a:pt x="54639" y="96820"/>
                  </a:lnTo>
                  <a:lnTo>
                    <a:pt x="53736" y="89436"/>
                  </a:lnTo>
                  <a:close/>
                  <a:moveTo>
                    <a:pt x="44679" y="89569"/>
                  </a:moveTo>
                  <a:lnTo>
                    <a:pt x="43988" y="96953"/>
                  </a:lnTo>
                  <a:lnTo>
                    <a:pt x="44652" y="97006"/>
                  </a:lnTo>
                  <a:lnTo>
                    <a:pt x="45236" y="89622"/>
                  </a:lnTo>
                  <a:lnTo>
                    <a:pt x="44679" y="89569"/>
                  </a:lnTo>
                  <a:close/>
                  <a:moveTo>
                    <a:pt x="50921" y="89702"/>
                  </a:moveTo>
                  <a:lnTo>
                    <a:pt x="50336" y="89728"/>
                  </a:lnTo>
                  <a:lnTo>
                    <a:pt x="50682" y="97139"/>
                  </a:lnTo>
                  <a:lnTo>
                    <a:pt x="51346" y="97112"/>
                  </a:lnTo>
                  <a:lnTo>
                    <a:pt x="50921" y="89702"/>
                  </a:lnTo>
                  <a:close/>
                  <a:moveTo>
                    <a:pt x="47494" y="89755"/>
                  </a:moveTo>
                  <a:lnTo>
                    <a:pt x="47308" y="97166"/>
                  </a:lnTo>
                  <a:lnTo>
                    <a:pt x="47972" y="97166"/>
                  </a:lnTo>
                  <a:lnTo>
                    <a:pt x="48079" y="8975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9"/>
            <p:cNvSpPr/>
            <p:nvPr/>
          </p:nvSpPr>
          <p:spPr>
            <a:xfrm>
              <a:off x="7924450" y="-288475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8"/>
          <p:cNvSpPr txBox="1">
            <a:spLocks noGrp="1"/>
          </p:cNvSpPr>
          <p:nvPr>
            <p:ph type="title"/>
          </p:nvPr>
        </p:nvSpPr>
        <p:spPr>
          <a:xfrm>
            <a:off x="885450" y="1466975"/>
            <a:ext cx="274980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18"/>
          <p:cNvSpPr txBox="1">
            <a:spLocks noGrp="1"/>
          </p:cNvSpPr>
          <p:nvPr>
            <p:ph type="subTitle" idx="1"/>
          </p:nvPr>
        </p:nvSpPr>
        <p:spPr>
          <a:xfrm>
            <a:off x="885450" y="2508575"/>
            <a:ext cx="2749800" cy="10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08" name="Google Shape;208;p18"/>
          <p:cNvGrpSpPr/>
          <p:nvPr/>
        </p:nvGrpSpPr>
        <p:grpSpPr>
          <a:xfrm>
            <a:off x="5048725" y="0"/>
            <a:ext cx="4095351" cy="5143500"/>
            <a:chOff x="5048725" y="0"/>
            <a:chExt cx="4095351" cy="5143500"/>
          </a:xfrm>
        </p:grpSpPr>
        <p:pic>
          <p:nvPicPr>
            <p:cNvPr id="209" name="Google Shape;209;p18"/>
            <p:cNvPicPr preferRelativeResize="0"/>
            <p:nvPr/>
          </p:nvPicPr>
          <p:blipFill rotWithShape="1">
            <a:blip r:embed="rId2">
              <a:alphaModFix/>
            </a:blip>
            <a:srcRect l="5249" t="15711" r="79664" b="36605"/>
            <a:stretch/>
          </p:blipFill>
          <p:spPr>
            <a:xfrm>
              <a:off x="7258525" y="2024450"/>
              <a:ext cx="1885551" cy="3119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18"/>
            <p:cNvPicPr preferRelativeResize="0"/>
            <p:nvPr/>
          </p:nvPicPr>
          <p:blipFill rotWithShape="1">
            <a:blip r:embed="rId3">
              <a:alphaModFix/>
            </a:blip>
            <a:srcRect l="27263" t="65601" r="34781" b="2259"/>
            <a:stretch/>
          </p:blipFill>
          <p:spPr>
            <a:xfrm>
              <a:off x="5048725" y="0"/>
              <a:ext cx="4095276" cy="181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1" name="Google Shape;211;p18"/>
          <p:cNvGrpSpPr/>
          <p:nvPr/>
        </p:nvGrpSpPr>
        <p:grpSpPr>
          <a:xfrm>
            <a:off x="0" y="767150"/>
            <a:ext cx="2939325" cy="4376350"/>
            <a:chOff x="0" y="767150"/>
            <a:chExt cx="2939325" cy="4376350"/>
          </a:xfrm>
        </p:grpSpPr>
        <p:pic>
          <p:nvPicPr>
            <p:cNvPr id="212" name="Google Shape;212;p18"/>
            <p:cNvPicPr preferRelativeResize="0"/>
            <p:nvPr/>
          </p:nvPicPr>
          <p:blipFill rotWithShape="1">
            <a:blip r:embed="rId3">
              <a:alphaModFix/>
            </a:blip>
            <a:srcRect l="54318" t="9229" r="30047" b="9237"/>
            <a:stretch/>
          </p:blipFill>
          <p:spPr>
            <a:xfrm>
              <a:off x="0" y="767150"/>
              <a:ext cx="1603524" cy="4376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3" name="Google Shape;213;p18"/>
            <p:cNvPicPr preferRelativeResize="0"/>
            <p:nvPr/>
          </p:nvPicPr>
          <p:blipFill rotWithShape="1">
            <a:blip r:embed="rId2">
              <a:alphaModFix/>
            </a:blip>
            <a:srcRect l="5068" t="54360" r="71057" b="-2804"/>
            <a:stretch/>
          </p:blipFill>
          <p:spPr>
            <a:xfrm rot="10800000">
              <a:off x="0" y="2022100"/>
              <a:ext cx="2939325" cy="31214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4" name="Google Shape;214;p18"/>
          <p:cNvGrpSpPr/>
          <p:nvPr/>
        </p:nvGrpSpPr>
        <p:grpSpPr>
          <a:xfrm>
            <a:off x="340025" y="-539050"/>
            <a:ext cx="8485584" cy="7572200"/>
            <a:chOff x="340025" y="-539050"/>
            <a:chExt cx="8485584" cy="7572200"/>
          </a:xfrm>
        </p:grpSpPr>
        <p:sp>
          <p:nvSpPr>
            <p:cNvPr id="215" name="Google Shape;215;p18"/>
            <p:cNvSpPr/>
            <p:nvPr/>
          </p:nvSpPr>
          <p:spPr>
            <a:xfrm>
              <a:off x="340025" y="-539050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8"/>
            <p:cNvSpPr/>
            <p:nvPr/>
          </p:nvSpPr>
          <p:spPr>
            <a:xfrm>
              <a:off x="8274775" y="257063"/>
              <a:ext cx="550834" cy="564881"/>
            </a:xfrm>
            <a:custGeom>
              <a:avLst/>
              <a:gdLst/>
              <a:ahLst/>
              <a:cxnLst/>
              <a:rect l="l" t="t" r="r" b="b"/>
              <a:pathLst>
                <a:path w="43135" h="44235" extrusionOk="0">
                  <a:moveTo>
                    <a:pt x="21057" y="1"/>
                  </a:moveTo>
                  <a:lnTo>
                    <a:pt x="21057" y="394"/>
                  </a:lnTo>
                  <a:cubicBezTo>
                    <a:pt x="20979" y="12179"/>
                    <a:pt x="11786" y="21921"/>
                    <a:pt x="1" y="22471"/>
                  </a:cubicBezTo>
                  <a:cubicBezTo>
                    <a:pt x="11629" y="23021"/>
                    <a:pt x="20821" y="32606"/>
                    <a:pt x="21057" y="44234"/>
                  </a:cubicBezTo>
                  <a:lnTo>
                    <a:pt x="21057" y="43841"/>
                  </a:lnTo>
                  <a:cubicBezTo>
                    <a:pt x="20979" y="31663"/>
                    <a:pt x="30957" y="21764"/>
                    <a:pt x="43135" y="21764"/>
                  </a:cubicBezTo>
                  <a:cubicBezTo>
                    <a:pt x="31114" y="21685"/>
                    <a:pt x="21214" y="12022"/>
                    <a:pt x="21057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8"/>
            <p:cNvSpPr/>
            <p:nvPr/>
          </p:nvSpPr>
          <p:spPr>
            <a:xfrm>
              <a:off x="3296325" y="4604000"/>
              <a:ext cx="2429800" cy="2429150"/>
            </a:xfrm>
            <a:custGeom>
              <a:avLst/>
              <a:gdLst/>
              <a:ahLst/>
              <a:cxnLst/>
              <a:rect l="l" t="t" r="r" b="b"/>
              <a:pathLst>
                <a:path w="97192" h="97166" extrusionOk="0">
                  <a:moveTo>
                    <a:pt x="47043" y="1"/>
                  </a:moveTo>
                  <a:lnTo>
                    <a:pt x="47282" y="7412"/>
                  </a:lnTo>
                  <a:lnTo>
                    <a:pt x="47839" y="7412"/>
                  </a:lnTo>
                  <a:lnTo>
                    <a:pt x="47707" y="1"/>
                  </a:lnTo>
                  <a:close/>
                  <a:moveTo>
                    <a:pt x="50389" y="27"/>
                  </a:moveTo>
                  <a:lnTo>
                    <a:pt x="50150" y="7438"/>
                  </a:lnTo>
                  <a:lnTo>
                    <a:pt x="50708" y="7465"/>
                  </a:lnTo>
                  <a:lnTo>
                    <a:pt x="51053" y="54"/>
                  </a:lnTo>
                  <a:cubicBezTo>
                    <a:pt x="50841" y="54"/>
                    <a:pt x="50628" y="27"/>
                    <a:pt x="50389" y="27"/>
                  </a:cubicBezTo>
                  <a:close/>
                  <a:moveTo>
                    <a:pt x="44386" y="160"/>
                  </a:moveTo>
                  <a:lnTo>
                    <a:pt x="43722" y="213"/>
                  </a:lnTo>
                  <a:lnTo>
                    <a:pt x="44466" y="7598"/>
                  </a:lnTo>
                  <a:lnTo>
                    <a:pt x="45024" y="7544"/>
                  </a:lnTo>
                  <a:lnTo>
                    <a:pt x="44386" y="160"/>
                  </a:lnTo>
                  <a:close/>
                  <a:moveTo>
                    <a:pt x="53710" y="266"/>
                  </a:moveTo>
                  <a:lnTo>
                    <a:pt x="52939" y="7624"/>
                  </a:lnTo>
                  <a:lnTo>
                    <a:pt x="53524" y="7704"/>
                  </a:lnTo>
                  <a:lnTo>
                    <a:pt x="54374" y="319"/>
                  </a:lnTo>
                  <a:lnTo>
                    <a:pt x="53710" y="266"/>
                  </a:lnTo>
                  <a:close/>
                  <a:moveTo>
                    <a:pt x="41066" y="585"/>
                  </a:moveTo>
                  <a:cubicBezTo>
                    <a:pt x="40854" y="612"/>
                    <a:pt x="40615" y="638"/>
                    <a:pt x="40402" y="691"/>
                  </a:cubicBezTo>
                  <a:lnTo>
                    <a:pt x="41650" y="7996"/>
                  </a:lnTo>
                  <a:lnTo>
                    <a:pt x="42208" y="7890"/>
                  </a:lnTo>
                  <a:lnTo>
                    <a:pt x="41066" y="585"/>
                  </a:lnTo>
                  <a:close/>
                  <a:moveTo>
                    <a:pt x="57030" y="718"/>
                  </a:moveTo>
                  <a:lnTo>
                    <a:pt x="55755" y="8023"/>
                  </a:lnTo>
                  <a:lnTo>
                    <a:pt x="56313" y="8129"/>
                  </a:lnTo>
                  <a:lnTo>
                    <a:pt x="57694" y="851"/>
                  </a:lnTo>
                  <a:lnTo>
                    <a:pt x="57030" y="718"/>
                  </a:lnTo>
                  <a:close/>
                  <a:moveTo>
                    <a:pt x="37772" y="1196"/>
                  </a:moveTo>
                  <a:lnTo>
                    <a:pt x="37135" y="1355"/>
                  </a:lnTo>
                  <a:lnTo>
                    <a:pt x="38861" y="8554"/>
                  </a:lnTo>
                  <a:lnTo>
                    <a:pt x="39446" y="8421"/>
                  </a:lnTo>
                  <a:lnTo>
                    <a:pt x="37772" y="1196"/>
                  </a:lnTo>
                  <a:close/>
                  <a:moveTo>
                    <a:pt x="60297" y="1408"/>
                  </a:moveTo>
                  <a:lnTo>
                    <a:pt x="58517" y="8607"/>
                  </a:lnTo>
                  <a:lnTo>
                    <a:pt x="59075" y="8740"/>
                  </a:lnTo>
                  <a:lnTo>
                    <a:pt x="60961" y="1568"/>
                  </a:lnTo>
                  <a:cubicBezTo>
                    <a:pt x="60749" y="1515"/>
                    <a:pt x="60536" y="1462"/>
                    <a:pt x="60297" y="1408"/>
                  </a:cubicBezTo>
                  <a:close/>
                  <a:moveTo>
                    <a:pt x="34532" y="2046"/>
                  </a:moveTo>
                  <a:lnTo>
                    <a:pt x="33894" y="2232"/>
                  </a:lnTo>
                  <a:lnTo>
                    <a:pt x="36126" y="9324"/>
                  </a:lnTo>
                  <a:lnTo>
                    <a:pt x="36683" y="9138"/>
                  </a:lnTo>
                  <a:lnTo>
                    <a:pt x="34532" y="2046"/>
                  </a:lnTo>
                  <a:close/>
                  <a:moveTo>
                    <a:pt x="63538" y="2338"/>
                  </a:moveTo>
                  <a:lnTo>
                    <a:pt x="61253" y="9377"/>
                  </a:lnTo>
                  <a:lnTo>
                    <a:pt x="61811" y="9563"/>
                  </a:lnTo>
                  <a:lnTo>
                    <a:pt x="64175" y="2524"/>
                  </a:lnTo>
                  <a:lnTo>
                    <a:pt x="63538" y="2338"/>
                  </a:lnTo>
                  <a:close/>
                  <a:moveTo>
                    <a:pt x="31371" y="3135"/>
                  </a:moveTo>
                  <a:lnTo>
                    <a:pt x="30760" y="3374"/>
                  </a:lnTo>
                  <a:lnTo>
                    <a:pt x="33469" y="10254"/>
                  </a:lnTo>
                  <a:lnTo>
                    <a:pt x="34001" y="10068"/>
                  </a:lnTo>
                  <a:lnTo>
                    <a:pt x="31371" y="3135"/>
                  </a:lnTo>
                  <a:close/>
                  <a:moveTo>
                    <a:pt x="66699" y="3480"/>
                  </a:moveTo>
                  <a:lnTo>
                    <a:pt x="63910" y="10360"/>
                  </a:lnTo>
                  <a:lnTo>
                    <a:pt x="64467" y="10572"/>
                  </a:lnTo>
                  <a:lnTo>
                    <a:pt x="67310" y="3719"/>
                  </a:lnTo>
                  <a:lnTo>
                    <a:pt x="66699" y="3480"/>
                  </a:lnTo>
                  <a:close/>
                  <a:moveTo>
                    <a:pt x="28290" y="4410"/>
                  </a:moveTo>
                  <a:lnTo>
                    <a:pt x="27679" y="4702"/>
                  </a:lnTo>
                  <a:lnTo>
                    <a:pt x="30866" y="11396"/>
                  </a:lnTo>
                  <a:lnTo>
                    <a:pt x="31397" y="11157"/>
                  </a:lnTo>
                  <a:lnTo>
                    <a:pt x="28290" y="4410"/>
                  </a:lnTo>
                  <a:close/>
                  <a:moveTo>
                    <a:pt x="69753" y="4835"/>
                  </a:moveTo>
                  <a:lnTo>
                    <a:pt x="66513" y="11502"/>
                  </a:lnTo>
                  <a:lnTo>
                    <a:pt x="67044" y="11768"/>
                  </a:lnTo>
                  <a:lnTo>
                    <a:pt x="70364" y="5127"/>
                  </a:lnTo>
                  <a:lnTo>
                    <a:pt x="69753" y="4835"/>
                  </a:lnTo>
                  <a:close/>
                  <a:moveTo>
                    <a:pt x="25315" y="5898"/>
                  </a:moveTo>
                  <a:lnTo>
                    <a:pt x="24730" y="6243"/>
                  </a:lnTo>
                  <a:lnTo>
                    <a:pt x="28369" y="12697"/>
                  </a:lnTo>
                  <a:lnTo>
                    <a:pt x="28847" y="12432"/>
                  </a:lnTo>
                  <a:lnTo>
                    <a:pt x="25315" y="5898"/>
                  </a:lnTo>
                  <a:close/>
                  <a:moveTo>
                    <a:pt x="72728" y="6402"/>
                  </a:moveTo>
                  <a:lnTo>
                    <a:pt x="69036" y="12830"/>
                  </a:lnTo>
                  <a:lnTo>
                    <a:pt x="69514" y="13122"/>
                  </a:lnTo>
                  <a:lnTo>
                    <a:pt x="73286" y="6721"/>
                  </a:lnTo>
                  <a:lnTo>
                    <a:pt x="72728" y="6402"/>
                  </a:lnTo>
                  <a:close/>
                  <a:moveTo>
                    <a:pt x="22446" y="7598"/>
                  </a:moveTo>
                  <a:lnTo>
                    <a:pt x="21888" y="7969"/>
                  </a:lnTo>
                  <a:lnTo>
                    <a:pt x="25952" y="14185"/>
                  </a:lnTo>
                  <a:lnTo>
                    <a:pt x="26430" y="13866"/>
                  </a:lnTo>
                  <a:lnTo>
                    <a:pt x="22446" y="7598"/>
                  </a:lnTo>
                  <a:close/>
                  <a:moveTo>
                    <a:pt x="75570" y="8155"/>
                  </a:moveTo>
                  <a:lnTo>
                    <a:pt x="71453" y="14344"/>
                  </a:lnTo>
                  <a:lnTo>
                    <a:pt x="71905" y="14637"/>
                  </a:lnTo>
                  <a:lnTo>
                    <a:pt x="76128" y="8554"/>
                  </a:lnTo>
                  <a:lnTo>
                    <a:pt x="75570" y="8155"/>
                  </a:lnTo>
                  <a:close/>
                  <a:moveTo>
                    <a:pt x="19684" y="9510"/>
                  </a:moveTo>
                  <a:lnTo>
                    <a:pt x="19152" y="9908"/>
                  </a:lnTo>
                  <a:lnTo>
                    <a:pt x="23641" y="15805"/>
                  </a:lnTo>
                  <a:lnTo>
                    <a:pt x="24093" y="15487"/>
                  </a:lnTo>
                  <a:lnTo>
                    <a:pt x="19684" y="9510"/>
                  </a:lnTo>
                  <a:close/>
                  <a:moveTo>
                    <a:pt x="78280" y="10121"/>
                  </a:moveTo>
                  <a:lnTo>
                    <a:pt x="73738" y="15991"/>
                  </a:lnTo>
                  <a:lnTo>
                    <a:pt x="74189" y="16337"/>
                  </a:lnTo>
                  <a:lnTo>
                    <a:pt x="78811" y="10546"/>
                  </a:lnTo>
                  <a:lnTo>
                    <a:pt x="78280" y="10121"/>
                  </a:lnTo>
                  <a:close/>
                  <a:moveTo>
                    <a:pt x="17054" y="11608"/>
                  </a:moveTo>
                  <a:lnTo>
                    <a:pt x="16549" y="12033"/>
                  </a:lnTo>
                  <a:lnTo>
                    <a:pt x="21437" y="17611"/>
                  </a:lnTo>
                  <a:lnTo>
                    <a:pt x="21888" y="17240"/>
                  </a:lnTo>
                  <a:lnTo>
                    <a:pt x="17054" y="11608"/>
                  </a:lnTo>
                  <a:close/>
                  <a:moveTo>
                    <a:pt x="80856" y="12246"/>
                  </a:moveTo>
                  <a:lnTo>
                    <a:pt x="75916" y="17797"/>
                  </a:lnTo>
                  <a:lnTo>
                    <a:pt x="76367" y="18169"/>
                  </a:lnTo>
                  <a:lnTo>
                    <a:pt x="81361" y="12697"/>
                  </a:lnTo>
                  <a:lnTo>
                    <a:pt x="80856" y="12246"/>
                  </a:lnTo>
                  <a:close/>
                  <a:moveTo>
                    <a:pt x="14610" y="13866"/>
                  </a:moveTo>
                  <a:cubicBezTo>
                    <a:pt x="14451" y="13999"/>
                    <a:pt x="14291" y="14158"/>
                    <a:pt x="14132" y="14318"/>
                  </a:cubicBezTo>
                  <a:lnTo>
                    <a:pt x="19391" y="19551"/>
                  </a:lnTo>
                  <a:lnTo>
                    <a:pt x="19790" y="19179"/>
                  </a:lnTo>
                  <a:lnTo>
                    <a:pt x="14610" y="13866"/>
                  </a:lnTo>
                  <a:close/>
                  <a:moveTo>
                    <a:pt x="83300" y="14557"/>
                  </a:moveTo>
                  <a:lnTo>
                    <a:pt x="77988" y="19763"/>
                  </a:lnTo>
                  <a:cubicBezTo>
                    <a:pt x="78120" y="19869"/>
                    <a:pt x="78253" y="20029"/>
                    <a:pt x="78386" y="20161"/>
                  </a:cubicBezTo>
                  <a:lnTo>
                    <a:pt x="83752" y="15035"/>
                  </a:lnTo>
                  <a:cubicBezTo>
                    <a:pt x="83592" y="14876"/>
                    <a:pt x="83459" y="14716"/>
                    <a:pt x="83300" y="14557"/>
                  </a:cubicBezTo>
                  <a:close/>
                  <a:moveTo>
                    <a:pt x="12299" y="16257"/>
                  </a:moveTo>
                  <a:lnTo>
                    <a:pt x="11848" y="16762"/>
                  </a:lnTo>
                  <a:lnTo>
                    <a:pt x="17452" y="21622"/>
                  </a:lnTo>
                  <a:cubicBezTo>
                    <a:pt x="17585" y="21490"/>
                    <a:pt x="17691" y="21357"/>
                    <a:pt x="17824" y="21197"/>
                  </a:cubicBezTo>
                  <a:lnTo>
                    <a:pt x="12299" y="16257"/>
                  </a:lnTo>
                  <a:close/>
                  <a:moveTo>
                    <a:pt x="85531" y="17027"/>
                  </a:moveTo>
                  <a:lnTo>
                    <a:pt x="79900" y="21835"/>
                  </a:lnTo>
                  <a:cubicBezTo>
                    <a:pt x="80033" y="21968"/>
                    <a:pt x="80139" y="22127"/>
                    <a:pt x="80272" y="22260"/>
                  </a:cubicBezTo>
                  <a:lnTo>
                    <a:pt x="85983" y="17532"/>
                  </a:lnTo>
                  <a:lnTo>
                    <a:pt x="85531" y="17027"/>
                  </a:lnTo>
                  <a:close/>
                  <a:moveTo>
                    <a:pt x="10148" y="18833"/>
                  </a:moveTo>
                  <a:lnTo>
                    <a:pt x="9749" y="19365"/>
                  </a:lnTo>
                  <a:lnTo>
                    <a:pt x="15673" y="23827"/>
                  </a:lnTo>
                  <a:lnTo>
                    <a:pt x="16018" y="23402"/>
                  </a:lnTo>
                  <a:lnTo>
                    <a:pt x="10148" y="18833"/>
                  </a:lnTo>
                  <a:close/>
                  <a:moveTo>
                    <a:pt x="87630" y="19630"/>
                  </a:moveTo>
                  <a:lnTo>
                    <a:pt x="81680" y="24040"/>
                  </a:lnTo>
                  <a:lnTo>
                    <a:pt x="82025" y="24518"/>
                  </a:lnTo>
                  <a:lnTo>
                    <a:pt x="88028" y="20161"/>
                  </a:lnTo>
                  <a:lnTo>
                    <a:pt x="87630" y="19630"/>
                  </a:lnTo>
                  <a:close/>
                  <a:moveTo>
                    <a:pt x="8182" y="21543"/>
                  </a:moveTo>
                  <a:cubicBezTo>
                    <a:pt x="8076" y="21729"/>
                    <a:pt x="7943" y="21915"/>
                    <a:pt x="7810" y="22101"/>
                  </a:cubicBezTo>
                  <a:lnTo>
                    <a:pt x="14052" y="26165"/>
                  </a:lnTo>
                  <a:lnTo>
                    <a:pt x="14345" y="25686"/>
                  </a:lnTo>
                  <a:lnTo>
                    <a:pt x="8182" y="21543"/>
                  </a:lnTo>
                  <a:close/>
                  <a:moveTo>
                    <a:pt x="89542" y="22366"/>
                  </a:moveTo>
                  <a:lnTo>
                    <a:pt x="83273" y="26377"/>
                  </a:lnTo>
                  <a:cubicBezTo>
                    <a:pt x="83380" y="26536"/>
                    <a:pt x="83486" y="26696"/>
                    <a:pt x="83566" y="26855"/>
                  </a:cubicBezTo>
                  <a:lnTo>
                    <a:pt x="83592" y="26855"/>
                  </a:lnTo>
                  <a:lnTo>
                    <a:pt x="89887" y="22924"/>
                  </a:lnTo>
                  <a:cubicBezTo>
                    <a:pt x="89781" y="22738"/>
                    <a:pt x="89648" y="22552"/>
                    <a:pt x="89542" y="22366"/>
                  </a:cubicBezTo>
                  <a:close/>
                  <a:moveTo>
                    <a:pt x="6429" y="24411"/>
                  </a:moveTo>
                  <a:cubicBezTo>
                    <a:pt x="6296" y="24597"/>
                    <a:pt x="6190" y="24783"/>
                    <a:pt x="6084" y="24969"/>
                  </a:cubicBezTo>
                  <a:lnTo>
                    <a:pt x="12565" y="28582"/>
                  </a:lnTo>
                  <a:cubicBezTo>
                    <a:pt x="12671" y="28422"/>
                    <a:pt x="12751" y="28263"/>
                    <a:pt x="12857" y="28104"/>
                  </a:cubicBezTo>
                  <a:lnTo>
                    <a:pt x="6429" y="24411"/>
                  </a:lnTo>
                  <a:close/>
                  <a:moveTo>
                    <a:pt x="91242" y="25261"/>
                  </a:moveTo>
                  <a:lnTo>
                    <a:pt x="84734" y="28821"/>
                  </a:lnTo>
                  <a:cubicBezTo>
                    <a:pt x="84814" y="28980"/>
                    <a:pt x="84894" y="29140"/>
                    <a:pt x="85000" y="29325"/>
                  </a:cubicBezTo>
                  <a:lnTo>
                    <a:pt x="91561" y="25819"/>
                  </a:lnTo>
                  <a:lnTo>
                    <a:pt x="91242" y="25261"/>
                  </a:lnTo>
                  <a:close/>
                  <a:moveTo>
                    <a:pt x="4862" y="27360"/>
                  </a:moveTo>
                  <a:cubicBezTo>
                    <a:pt x="4756" y="27546"/>
                    <a:pt x="4649" y="27758"/>
                    <a:pt x="4570" y="27971"/>
                  </a:cubicBezTo>
                  <a:lnTo>
                    <a:pt x="11290" y="31132"/>
                  </a:lnTo>
                  <a:cubicBezTo>
                    <a:pt x="11370" y="30946"/>
                    <a:pt x="11449" y="30786"/>
                    <a:pt x="11529" y="30600"/>
                  </a:cubicBezTo>
                  <a:lnTo>
                    <a:pt x="4862" y="27360"/>
                  </a:lnTo>
                  <a:close/>
                  <a:moveTo>
                    <a:pt x="92730" y="28236"/>
                  </a:moveTo>
                  <a:lnTo>
                    <a:pt x="86009" y="31344"/>
                  </a:lnTo>
                  <a:cubicBezTo>
                    <a:pt x="86089" y="31504"/>
                    <a:pt x="86142" y="31690"/>
                    <a:pt x="86222" y="31849"/>
                  </a:cubicBezTo>
                  <a:lnTo>
                    <a:pt x="86248" y="31849"/>
                  </a:lnTo>
                  <a:lnTo>
                    <a:pt x="93022" y="28847"/>
                  </a:lnTo>
                  <a:cubicBezTo>
                    <a:pt x="92942" y="28635"/>
                    <a:pt x="92836" y="28422"/>
                    <a:pt x="92730" y="28236"/>
                  </a:cubicBezTo>
                  <a:close/>
                  <a:moveTo>
                    <a:pt x="3481" y="30415"/>
                  </a:moveTo>
                  <a:lnTo>
                    <a:pt x="3242" y="31052"/>
                  </a:lnTo>
                  <a:lnTo>
                    <a:pt x="10174" y="33735"/>
                  </a:lnTo>
                  <a:cubicBezTo>
                    <a:pt x="10227" y="33549"/>
                    <a:pt x="10307" y="33363"/>
                    <a:pt x="10387" y="33204"/>
                  </a:cubicBezTo>
                  <a:lnTo>
                    <a:pt x="10360" y="33204"/>
                  </a:lnTo>
                  <a:lnTo>
                    <a:pt x="3481" y="30415"/>
                  </a:lnTo>
                  <a:close/>
                  <a:moveTo>
                    <a:pt x="94031" y="31318"/>
                  </a:moveTo>
                  <a:lnTo>
                    <a:pt x="87098" y="33947"/>
                  </a:lnTo>
                  <a:cubicBezTo>
                    <a:pt x="87151" y="34107"/>
                    <a:pt x="87231" y="34293"/>
                    <a:pt x="87284" y="34479"/>
                  </a:cubicBezTo>
                  <a:lnTo>
                    <a:pt x="94270" y="31929"/>
                  </a:lnTo>
                  <a:lnTo>
                    <a:pt x="94031" y="31318"/>
                  </a:lnTo>
                  <a:close/>
                  <a:moveTo>
                    <a:pt x="2338" y="33575"/>
                  </a:moveTo>
                  <a:cubicBezTo>
                    <a:pt x="2285" y="33788"/>
                    <a:pt x="2206" y="34000"/>
                    <a:pt x="2153" y="34213"/>
                  </a:cubicBezTo>
                  <a:lnTo>
                    <a:pt x="9218" y="36418"/>
                  </a:lnTo>
                  <a:cubicBezTo>
                    <a:pt x="9298" y="36232"/>
                    <a:pt x="9351" y="36046"/>
                    <a:pt x="9404" y="35860"/>
                  </a:cubicBezTo>
                  <a:lnTo>
                    <a:pt x="2338" y="33575"/>
                  </a:lnTo>
                  <a:close/>
                  <a:moveTo>
                    <a:pt x="95120" y="34479"/>
                  </a:moveTo>
                  <a:lnTo>
                    <a:pt x="88001" y="36630"/>
                  </a:lnTo>
                  <a:cubicBezTo>
                    <a:pt x="88055" y="36816"/>
                    <a:pt x="88108" y="37002"/>
                    <a:pt x="88161" y="37188"/>
                  </a:cubicBezTo>
                  <a:lnTo>
                    <a:pt x="95306" y="35116"/>
                  </a:lnTo>
                  <a:cubicBezTo>
                    <a:pt x="95226" y="34904"/>
                    <a:pt x="95173" y="34691"/>
                    <a:pt x="95120" y="34479"/>
                  </a:cubicBezTo>
                  <a:close/>
                  <a:moveTo>
                    <a:pt x="1435" y="36789"/>
                  </a:moveTo>
                  <a:lnTo>
                    <a:pt x="1276" y="37454"/>
                  </a:lnTo>
                  <a:lnTo>
                    <a:pt x="8501" y="39154"/>
                  </a:lnTo>
                  <a:cubicBezTo>
                    <a:pt x="8527" y="38968"/>
                    <a:pt x="8581" y="38755"/>
                    <a:pt x="8634" y="38596"/>
                  </a:cubicBezTo>
                  <a:lnTo>
                    <a:pt x="1435" y="36789"/>
                  </a:lnTo>
                  <a:close/>
                  <a:moveTo>
                    <a:pt x="95970" y="37693"/>
                  </a:moveTo>
                  <a:lnTo>
                    <a:pt x="88745" y="39366"/>
                  </a:lnTo>
                  <a:cubicBezTo>
                    <a:pt x="88772" y="39552"/>
                    <a:pt x="88825" y="39738"/>
                    <a:pt x="88851" y="39924"/>
                  </a:cubicBezTo>
                  <a:lnTo>
                    <a:pt x="96103" y="38357"/>
                  </a:lnTo>
                  <a:cubicBezTo>
                    <a:pt x="96076" y="38144"/>
                    <a:pt x="96023" y="37932"/>
                    <a:pt x="95970" y="37693"/>
                  </a:cubicBezTo>
                  <a:close/>
                  <a:moveTo>
                    <a:pt x="745" y="40057"/>
                  </a:moveTo>
                  <a:cubicBezTo>
                    <a:pt x="692" y="40296"/>
                    <a:pt x="665" y="40508"/>
                    <a:pt x="638" y="40721"/>
                  </a:cubicBezTo>
                  <a:lnTo>
                    <a:pt x="7943" y="41916"/>
                  </a:lnTo>
                  <a:cubicBezTo>
                    <a:pt x="7970" y="41757"/>
                    <a:pt x="7996" y="41544"/>
                    <a:pt x="8023" y="41358"/>
                  </a:cubicBezTo>
                  <a:lnTo>
                    <a:pt x="8049" y="41358"/>
                  </a:lnTo>
                  <a:lnTo>
                    <a:pt x="745" y="40057"/>
                  </a:lnTo>
                  <a:close/>
                  <a:moveTo>
                    <a:pt x="96608" y="40986"/>
                  </a:moveTo>
                  <a:lnTo>
                    <a:pt x="89276" y="42155"/>
                  </a:lnTo>
                  <a:cubicBezTo>
                    <a:pt x="89303" y="42341"/>
                    <a:pt x="89330" y="42527"/>
                    <a:pt x="89356" y="42713"/>
                  </a:cubicBezTo>
                  <a:lnTo>
                    <a:pt x="96687" y="41650"/>
                  </a:lnTo>
                  <a:lnTo>
                    <a:pt x="96608" y="40986"/>
                  </a:lnTo>
                  <a:close/>
                  <a:moveTo>
                    <a:pt x="267" y="43377"/>
                  </a:moveTo>
                  <a:cubicBezTo>
                    <a:pt x="240" y="43589"/>
                    <a:pt x="213" y="43828"/>
                    <a:pt x="187" y="44041"/>
                  </a:cubicBezTo>
                  <a:lnTo>
                    <a:pt x="7571" y="44732"/>
                  </a:lnTo>
                  <a:cubicBezTo>
                    <a:pt x="7598" y="44546"/>
                    <a:pt x="7624" y="44360"/>
                    <a:pt x="7651" y="44174"/>
                  </a:cubicBezTo>
                  <a:lnTo>
                    <a:pt x="7624" y="44174"/>
                  </a:lnTo>
                  <a:lnTo>
                    <a:pt x="267" y="43377"/>
                  </a:lnTo>
                  <a:close/>
                  <a:moveTo>
                    <a:pt x="97006" y="44307"/>
                  </a:moveTo>
                  <a:lnTo>
                    <a:pt x="89595" y="44971"/>
                  </a:lnTo>
                  <a:cubicBezTo>
                    <a:pt x="89622" y="45157"/>
                    <a:pt x="89648" y="45343"/>
                    <a:pt x="89648" y="45528"/>
                  </a:cubicBezTo>
                  <a:lnTo>
                    <a:pt x="97059" y="44971"/>
                  </a:lnTo>
                  <a:cubicBezTo>
                    <a:pt x="97059" y="44758"/>
                    <a:pt x="97006" y="44546"/>
                    <a:pt x="97006" y="44307"/>
                  </a:cubicBezTo>
                  <a:close/>
                  <a:moveTo>
                    <a:pt x="28" y="46724"/>
                  </a:moveTo>
                  <a:cubicBezTo>
                    <a:pt x="28" y="46936"/>
                    <a:pt x="1" y="47175"/>
                    <a:pt x="1" y="47388"/>
                  </a:cubicBezTo>
                  <a:lnTo>
                    <a:pt x="7412" y="47574"/>
                  </a:lnTo>
                  <a:cubicBezTo>
                    <a:pt x="7412" y="47388"/>
                    <a:pt x="7438" y="47175"/>
                    <a:pt x="7438" y="46989"/>
                  </a:cubicBezTo>
                  <a:lnTo>
                    <a:pt x="28" y="46724"/>
                  </a:lnTo>
                  <a:close/>
                  <a:moveTo>
                    <a:pt x="97192" y="47653"/>
                  </a:moveTo>
                  <a:lnTo>
                    <a:pt x="89781" y="47786"/>
                  </a:lnTo>
                  <a:cubicBezTo>
                    <a:pt x="89755" y="47972"/>
                    <a:pt x="89755" y="48185"/>
                    <a:pt x="89781" y="48371"/>
                  </a:cubicBezTo>
                  <a:lnTo>
                    <a:pt x="97192" y="48318"/>
                  </a:lnTo>
                  <a:lnTo>
                    <a:pt x="97192" y="47653"/>
                  </a:lnTo>
                  <a:close/>
                  <a:moveTo>
                    <a:pt x="89781" y="48583"/>
                  </a:moveTo>
                  <a:lnTo>
                    <a:pt x="89781" y="49141"/>
                  </a:lnTo>
                  <a:lnTo>
                    <a:pt x="97192" y="49247"/>
                  </a:lnTo>
                  <a:lnTo>
                    <a:pt x="97192" y="48583"/>
                  </a:lnTo>
                  <a:close/>
                  <a:moveTo>
                    <a:pt x="7412" y="49832"/>
                  </a:moveTo>
                  <a:lnTo>
                    <a:pt x="1" y="50044"/>
                  </a:lnTo>
                  <a:cubicBezTo>
                    <a:pt x="1" y="50257"/>
                    <a:pt x="1" y="50496"/>
                    <a:pt x="28" y="50708"/>
                  </a:cubicBezTo>
                  <a:lnTo>
                    <a:pt x="7438" y="50389"/>
                  </a:lnTo>
                  <a:lnTo>
                    <a:pt x="7412" y="49832"/>
                  </a:lnTo>
                  <a:close/>
                  <a:moveTo>
                    <a:pt x="89675" y="51425"/>
                  </a:moveTo>
                  <a:cubicBezTo>
                    <a:pt x="89648" y="51611"/>
                    <a:pt x="89648" y="51797"/>
                    <a:pt x="89622" y="51983"/>
                  </a:cubicBezTo>
                  <a:lnTo>
                    <a:pt x="97033" y="52594"/>
                  </a:lnTo>
                  <a:cubicBezTo>
                    <a:pt x="97033" y="52355"/>
                    <a:pt x="97059" y="52142"/>
                    <a:pt x="97086" y="51930"/>
                  </a:cubicBezTo>
                  <a:lnTo>
                    <a:pt x="89675" y="51425"/>
                  </a:lnTo>
                  <a:close/>
                  <a:moveTo>
                    <a:pt x="7598" y="52674"/>
                  </a:moveTo>
                  <a:lnTo>
                    <a:pt x="213" y="53391"/>
                  </a:lnTo>
                  <a:cubicBezTo>
                    <a:pt x="240" y="53603"/>
                    <a:pt x="267" y="53816"/>
                    <a:pt x="293" y="54055"/>
                  </a:cubicBezTo>
                  <a:lnTo>
                    <a:pt x="7651" y="53232"/>
                  </a:lnTo>
                  <a:lnTo>
                    <a:pt x="7598" y="52674"/>
                  </a:lnTo>
                  <a:close/>
                  <a:moveTo>
                    <a:pt x="89409" y="54241"/>
                  </a:moveTo>
                  <a:cubicBezTo>
                    <a:pt x="89356" y="54427"/>
                    <a:pt x="89330" y="54613"/>
                    <a:pt x="89330" y="54799"/>
                  </a:cubicBezTo>
                  <a:lnTo>
                    <a:pt x="96661" y="55914"/>
                  </a:lnTo>
                  <a:cubicBezTo>
                    <a:pt x="96687" y="55675"/>
                    <a:pt x="96714" y="55463"/>
                    <a:pt x="96740" y="55250"/>
                  </a:cubicBezTo>
                  <a:lnTo>
                    <a:pt x="89409" y="54241"/>
                  </a:lnTo>
                  <a:close/>
                  <a:moveTo>
                    <a:pt x="7970" y="55463"/>
                  </a:moveTo>
                  <a:lnTo>
                    <a:pt x="665" y="56711"/>
                  </a:lnTo>
                  <a:cubicBezTo>
                    <a:pt x="718" y="56924"/>
                    <a:pt x="745" y="57136"/>
                    <a:pt x="798" y="57375"/>
                  </a:cubicBezTo>
                  <a:lnTo>
                    <a:pt x="8102" y="56047"/>
                  </a:lnTo>
                  <a:cubicBezTo>
                    <a:pt x="8049" y="55835"/>
                    <a:pt x="7996" y="55649"/>
                    <a:pt x="7970" y="55463"/>
                  </a:cubicBezTo>
                  <a:close/>
                  <a:moveTo>
                    <a:pt x="88905" y="57030"/>
                  </a:moveTo>
                  <a:cubicBezTo>
                    <a:pt x="88854" y="57208"/>
                    <a:pt x="88827" y="57385"/>
                    <a:pt x="88779" y="57563"/>
                  </a:cubicBezTo>
                  <a:lnTo>
                    <a:pt x="88779" y="57563"/>
                  </a:lnTo>
                  <a:lnTo>
                    <a:pt x="88772" y="57561"/>
                  </a:lnTo>
                  <a:lnTo>
                    <a:pt x="88772" y="57588"/>
                  </a:lnTo>
                  <a:cubicBezTo>
                    <a:pt x="88774" y="57579"/>
                    <a:pt x="88776" y="57571"/>
                    <a:pt x="88779" y="57563"/>
                  </a:cubicBezTo>
                  <a:lnTo>
                    <a:pt x="88779" y="57563"/>
                  </a:lnTo>
                  <a:lnTo>
                    <a:pt x="96023" y="59208"/>
                  </a:lnTo>
                  <a:cubicBezTo>
                    <a:pt x="96076" y="58996"/>
                    <a:pt x="96130" y="58757"/>
                    <a:pt x="96156" y="58544"/>
                  </a:cubicBezTo>
                  <a:lnTo>
                    <a:pt x="88905" y="57030"/>
                  </a:lnTo>
                  <a:close/>
                  <a:moveTo>
                    <a:pt x="8554" y="58252"/>
                  </a:moveTo>
                  <a:lnTo>
                    <a:pt x="1329" y="59978"/>
                  </a:lnTo>
                  <a:lnTo>
                    <a:pt x="1488" y="60642"/>
                  </a:lnTo>
                  <a:lnTo>
                    <a:pt x="8687" y="58810"/>
                  </a:lnTo>
                  <a:cubicBezTo>
                    <a:pt x="8634" y="58624"/>
                    <a:pt x="8581" y="58438"/>
                    <a:pt x="8554" y="58252"/>
                  </a:cubicBezTo>
                  <a:close/>
                  <a:moveTo>
                    <a:pt x="88241" y="59766"/>
                  </a:moveTo>
                  <a:cubicBezTo>
                    <a:pt x="88161" y="59978"/>
                    <a:pt x="88134" y="60138"/>
                    <a:pt x="88081" y="60324"/>
                  </a:cubicBezTo>
                  <a:lnTo>
                    <a:pt x="95173" y="62449"/>
                  </a:lnTo>
                  <a:cubicBezTo>
                    <a:pt x="95253" y="62236"/>
                    <a:pt x="95306" y="62024"/>
                    <a:pt x="95359" y="61785"/>
                  </a:cubicBezTo>
                  <a:lnTo>
                    <a:pt x="88241" y="59766"/>
                  </a:lnTo>
                  <a:close/>
                  <a:moveTo>
                    <a:pt x="9298" y="60988"/>
                  </a:moveTo>
                  <a:lnTo>
                    <a:pt x="2232" y="63192"/>
                  </a:lnTo>
                  <a:cubicBezTo>
                    <a:pt x="2285" y="63405"/>
                    <a:pt x="2365" y="63644"/>
                    <a:pt x="2418" y="63856"/>
                  </a:cubicBezTo>
                  <a:lnTo>
                    <a:pt x="9484" y="61519"/>
                  </a:lnTo>
                  <a:cubicBezTo>
                    <a:pt x="9404" y="61333"/>
                    <a:pt x="9351" y="61147"/>
                    <a:pt x="9298" y="60988"/>
                  </a:cubicBezTo>
                  <a:close/>
                  <a:moveTo>
                    <a:pt x="87391" y="62475"/>
                  </a:moveTo>
                  <a:cubicBezTo>
                    <a:pt x="87311" y="62661"/>
                    <a:pt x="87231" y="62847"/>
                    <a:pt x="87178" y="63006"/>
                  </a:cubicBezTo>
                  <a:lnTo>
                    <a:pt x="94111" y="65610"/>
                  </a:lnTo>
                  <a:lnTo>
                    <a:pt x="94350" y="64972"/>
                  </a:lnTo>
                  <a:lnTo>
                    <a:pt x="87391" y="62475"/>
                  </a:lnTo>
                  <a:close/>
                  <a:moveTo>
                    <a:pt x="10254" y="63671"/>
                  </a:moveTo>
                  <a:lnTo>
                    <a:pt x="3348" y="66380"/>
                  </a:lnTo>
                  <a:cubicBezTo>
                    <a:pt x="3427" y="66592"/>
                    <a:pt x="3507" y="66778"/>
                    <a:pt x="3587" y="66991"/>
                  </a:cubicBezTo>
                  <a:lnTo>
                    <a:pt x="10466" y="64175"/>
                  </a:lnTo>
                  <a:lnTo>
                    <a:pt x="10254" y="63671"/>
                  </a:lnTo>
                  <a:close/>
                  <a:moveTo>
                    <a:pt x="86301" y="65105"/>
                  </a:moveTo>
                  <a:cubicBezTo>
                    <a:pt x="86250" y="65283"/>
                    <a:pt x="86175" y="65462"/>
                    <a:pt x="86099" y="65640"/>
                  </a:cubicBezTo>
                  <a:lnTo>
                    <a:pt x="86099" y="65640"/>
                  </a:lnTo>
                  <a:lnTo>
                    <a:pt x="86089" y="65636"/>
                  </a:lnTo>
                  <a:lnTo>
                    <a:pt x="86089" y="65663"/>
                  </a:lnTo>
                  <a:cubicBezTo>
                    <a:pt x="86092" y="65655"/>
                    <a:pt x="86095" y="65648"/>
                    <a:pt x="86099" y="65640"/>
                  </a:cubicBezTo>
                  <a:lnTo>
                    <a:pt x="86099" y="65640"/>
                  </a:lnTo>
                  <a:lnTo>
                    <a:pt x="92836" y="68717"/>
                  </a:lnTo>
                  <a:cubicBezTo>
                    <a:pt x="92915" y="68505"/>
                    <a:pt x="93022" y="68319"/>
                    <a:pt x="93101" y="68106"/>
                  </a:cubicBezTo>
                  <a:lnTo>
                    <a:pt x="86301" y="65105"/>
                  </a:lnTo>
                  <a:close/>
                  <a:moveTo>
                    <a:pt x="11370" y="66247"/>
                  </a:moveTo>
                  <a:lnTo>
                    <a:pt x="4676" y="69435"/>
                  </a:lnTo>
                  <a:lnTo>
                    <a:pt x="4968" y="70045"/>
                  </a:lnTo>
                  <a:lnTo>
                    <a:pt x="11635" y="66752"/>
                  </a:lnTo>
                  <a:cubicBezTo>
                    <a:pt x="11529" y="66592"/>
                    <a:pt x="11449" y="66406"/>
                    <a:pt x="11370" y="66247"/>
                  </a:cubicBezTo>
                  <a:close/>
                  <a:moveTo>
                    <a:pt x="85080" y="67681"/>
                  </a:moveTo>
                  <a:lnTo>
                    <a:pt x="84814" y="68186"/>
                  </a:lnTo>
                  <a:lnTo>
                    <a:pt x="91348" y="71719"/>
                  </a:lnTo>
                  <a:lnTo>
                    <a:pt x="91640" y="71135"/>
                  </a:lnTo>
                  <a:lnTo>
                    <a:pt x="85080" y="67681"/>
                  </a:lnTo>
                  <a:close/>
                  <a:moveTo>
                    <a:pt x="12671" y="68744"/>
                  </a:moveTo>
                  <a:lnTo>
                    <a:pt x="12671" y="68770"/>
                  </a:lnTo>
                  <a:lnTo>
                    <a:pt x="6217" y="72383"/>
                  </a:lnTo>
                  <a:cubicBezTo>
                    <a:pt x="6323" y="72595"/>
                    <a:pt x="6429" y="72781"/>
                    <a:pt x="6535" y="72967"/>
                  </a:cubicBezTo>
                  <a:lnTo>
                    <a:pt x="12963" y="69249"/>
                  </a:lnTo>
                  <a:cubicBezTo>
                    <a:pt x="12857" y="69089"/>
                    <a:pt x="12777" y="68930"/>
                    <a:pt x="12671" y="68744"/>
                  </a:cubicBezTo>
                  <a:close/>
                  <a:moveTo>
                    <a:pt x="83698" y="70152"/>
                  </a:moveTo>
                  <a:lnTo>
                    <a:pt x="83380" y="70630"/>
                  </a:lnTo>
                  <a:lnTo>
                    <a:pt x="89648" y="74614"/>
                  </a:lnTo>
                  <a:cubicBezTo>
                    <a:pt x="89781" y="74428"/>
                    <a:pt x="89887" y="74242"/>
                    <a:pt x="89994" y="74056"/>
                  </a:cubicBezTo>
                  <a:lnTo>
                    <a:pt x="83698" y="70152"/>
                  </a:lnTo>
                  <a:close/>
                  <a:moveTo>
                    <a:pt x="14132" y="71161"/>
                  </a:moveTo>
                  <a:lnTo>
                    <a:pt x="7943" y="75252"/>
                  </a:lnTo>
                  <a:cubicBezTo>
                    <a:pt x="8076" y="75438"/>
                    <a:pt x="8182" y="75624"/>
                    <a:pt x="8315" y="75810"/>
                  </a:cubicBezTo>
                  <a:lnTo>
                    <a:pt x="14451" y="71639"/>
                  </a:lnTo>
                  <a:cubicBezTo>
                    <a:pt x="14345" y="71480"/>
                    <a:pt x="14238" y="71320"/>
                    <a:pt x="14132" y="71161"/>
                  </a:cubicBezTo>
                  <a:close/>
                  <a:moveTo>
                    <a:pt x="82131" y="72489"/>
                  </a:moveTo>
                  <a:lnTo>
                    <a:pt x="81786" y="72967"/>
                  </a:lnTo>
                  <a:lnTo>
                    <a:pt x="87762" y="77350"/>
                  </a:lnTo>
                  <a:lnTo>
                    <a:pt x="88161" y="76819"/>
                  </a:lnTo>
                  <a:lnTo>
                    <a:pt x="82131" y="72489"/>
                  </a:lnTo>
                  <a:close/>
                  <a:moveTo>
                    <a:pt x="15779" y="73472"/>
                  </a:moveTo>
                  <a:lnTo>
                    <a:pt x="9882" y="77961"/>
                  </a:lnTo>
                  <a:cubicBezTo>
                    <a:pt x="10015" y="78147"/>
                    <a:pt x="10148" y="78333"/>
                    <a:pt x="10281" y="78492"/>
                  </a:cubicBezTo>
                  <a:lnTo>
                    <a:pt x="16124" y="73924"/>
                  </a:lnTo>
                  <a:lnTo>
                    <a:pt x="15779" y="73472"/>
                  </a:lnTo>
                  <a:close/>
                  <a:moveTo>
                    <a:pt x="80378" y="74747"/>
                  </a:moveTo>
                  <a:lnTo>
                    <a:pt x="80033" y="75199"/>
                  </a:lnTo>
                  <a:lnTo>
                    <a:pt x="85664" y="80006"/>
                  </a:lnTo>
                  <a:cubicBezTo>
                    <a:pt x="85823" y="79820"/>
                    <a:pt x="85956" y="79661"/>
                    <a:pt x="86089" y="79475"/>
                  </a:cubicBezTo>
                  <a:lnTo>
                    <a:pt x="80378" y="74747"/>
                  </a:lnTo>
                  <a:close/>
                  <a:moveTo>
                    <a:pt x="17585" y="75677"/>
                  </a:moveTo>
                  <a:lnTo>
                    <a:pt x="11981" y="80564"/>
                  </a:lnTo>
                  <a:lnTo>
                    <a:pt x="12432" y="81069"/>
                  </a:lnTo>
                  <a:lnTo>
                    <a:pt x="17957" y="76102"/>
                  </a:lnTo>
                  <a:cubicBezTo>
                    <a:pt x="17824" y="75969"/>
                    <a:pt x="17691" y="75810"/>
                    <a:pt x="17585" y="75677"/>
                  </a:cubicBezTo>
                  <a:close/>
                  <a:moveTo>
                    <a:pt x="78492" y="76872"/>
                  </a:moveTo>
                  <a:lnTo>
                    <a:pt x="78120" y="77297"/>
                  </a:lnTo>
                  <a:lnTo>
                    <a:pt x="83433" y="82450"/>
                  </a:lnTo>
                  <a:cubicBezTo>
                    <a:pt x="83566" y="82291"/>
                    <a:pt x="83725" y="82131"/>
                    <a:pt x="83884" y="81972"/>
                  </a:cubicBezTo>
                  <a:lnTo>
                    <a:pt x="78492" y="76872"/>
                  </a:lnTo>
                  <a:close/>
                  <a:moveTo>
                    <a:pt x="19524" y="77749"/>
                  </a:moveTo>
                  <a:lnTo>
                    <a:pt x="14291" y="83008"/>
                  </a:lnTo>
                  <a:lnTo>
                    <a:pt x="14743" y="83459"/>
                  </a:lnTo>
                  <a:lnTo>
                    <a:pt x="19923" y="78147"/>
                  </a:lnTo>
                  <a:lnTo>
                    <a:pt x="19524" y="77749"/>
                  </a:lnTo>
                  <a:close/>
                  <a:moveTo>
                    <a:pt x="76473" y="78864"/>
                  </a:moveTo>
                  <a:lnTo>
                    <a:pt x="76048" y="79263"/>
                  </a:lnTo>
                  <a:lnTo>
                    <a:pt x="81016" y="84788"/>
                  </a:lnTo>
                  <a:lnTo>
                    <a:pt x="81494" y="84336"/>
                  </a:lnTo>
                  <a:lnTo>
                    <a:pt x="76473" y="78864"/>
                  </a:lnTo>
                  <a:close/>
                  <a:moveTo>
                    <a:pt x="21596" y="79688"/>
                  </a:moveTo>
                  <a:lnTo>
                    <a:pt x="16735" y="85292"/>
                  </a:lnTo>
                  <a:lnTo>
                    <a:pt x="17240" y="85717"/>
                  </a:lnTo>
                  <a:lnTo>
                    <a:pt x="22021" y="80059"/>
                  </a:lnTo>
                  <a:lnTo>
                    <a:pt x="21596" y="79688"/>
                  </a:lnTo>
                  <a:close/>
                  <a:moveTo>
                    <a:pt x="74322" y="80724"/>
                  </a:moveTo>
                  <a:lnTo>
                    <a:pt x="73897" y="81069"/>
                  </a:lnTo>
                  <a:lnTo>
                    <a:pt x="78466" y="86913"/>
                  </a:lnTo>
                  <a:lnTo>
                    <a:pt x="78970" y="86514"/>
                  </a:lnTo>
                  <a:lnTo>
                    <a:pt x="74322" y="80724"/>
                  </a:lnTo>
                  <a:close/>
                  <a:moveTo>
                    <a:pt x="23801" y="81467"/>
                  </a:moveTo>
                  <a:lnTo>
                    <a:pt x="19312" y="87391"/>
                  </a:lnTo>
                  <a:lnTo>
                    <a:pt x="19843" y="87789"/>
                  </a:lnTo>
                  <a:lnTo>
                    <a:pt x="24252" y="81813"/>
                  </a:lnTo>
                  <a:lnTo>
                    <a:pt x="23801" y="81467"/>
                  </a:lnTo>
                  <a:close/>
                  <a:moveTo>
                    <a:pt x="72064" y="82424"/>
                  </a:moveTo>
                  <a:cubicBezTo>
                    <a:pt x="71905" y="82530"/>
                    <a:pt x="71772" y="82636"/>
                    <a:pt x="71613" y="82742"/>
                  </a:cubicBezTo>
                  <a:lnTo>
                    <a:pt x="75756" y="88905"/>
                  </a:lnTo>
                  <a:lnTo>
                    <a:pt x="76314" y="88506"/>
                  </a:lnTo>
                  <a:lnTo>
                    <a:pt x="72064" y="82424"/>
                  </a:lnTo>
                  <a:close/>
                  <a:moveTo>
                    <a:pt x="26112" y="83088"/>
                  </a:moveTo>
                  <a:lnTo>
                    <a:pt x="26112" y="83114"/>
                  </a:lnTo>
                  <a:lnTo>
                    <a:pt x="22074" y="89330"/>
                  </a:lnTo>
                  <a:cubicBezTo>
                    <a:pt x="22260" y="89436"/>
                    <a:pt x="22446" y="89569"/>
                    <a:pt x="22632" y="89675"/>
                  </a:cubicBezTo>
                  <a:lnTo>
                    <a:pt x="26590" y="83406"/>
                  </a:lnTo>
                  <a:cubicBezTo>
                    <a:pt x="26430" y="83300"/>
                    <a:pt x="26271" y="83194"/>
                    <a:pt x="26112" y="83088"/>
                  </a:cubicBezTo>
                  <a:close/>
                  <a:moveTo>
                    <a:pt x="69700" y="83964"/>
                  </a:moveTo>
                  <a:cubicBezTo>
                    <a:pt x="69514" y="84044"/>
                    <a:pt x="69355" y="84150"/>
                    <a:pt x="69195" y="84256"/>
                  </a:cubicBezTo>
                  <a:lnTo>
                    <a:pt x="72941" y="90658"/>
                  </a:lnTo>
                  <a:lnTo>
                    <a:pt x="73499" y="90313"/>
                  </a:lnTo>
                  <a:lnTo>
                    <a:pt x="69700" y="83964"/>
                  </a:lnTo>
                  <a:close/>
                  <a:moveTo>
                    <a:pt x="28555" y="84575"/>
                  </a:moveTo>
                  <a:lnTo>
                    <a:pt x="24943" y="91056"/>
                  </a:lnTo>
                  <a:lnTo>
                    <a:pt x="25527" y="91375"/>
                  </a:lnTo>
                  <a:lnTo>
                    <a:pt x="29060" y="84867"/>
                  </a:lnTo>
                  <a:lnTo>
                    <a:pt x="28555" y="84575"/>
                  </a:lnTo>
                  <a:close/>
                  <a:moveTo>
                    <a:pt x="67203" y="85319"/>
                  </a:moveTo>
                  <a:lnTo>
                    <a:pt x="66699" y="85584"/>
                  </a:lnTo>
                  <a:lnTo>
                    <a:pt x="69966" y="92225"/>
                  </a:lnTo>
                  <a:lnTo>
                    <a:pt x="70577" y="91933"/>
                  </a:lnTo>
                  <a:lnTo>
                    <a:pt x="67203" y="85319"/>
                  </a:lnTo>
                  <a:close/>
                  <a:moveTo>
                    <a:pt x="31079" y="85877"/>
                  </a:moveTo>
                  <a:lnTo>
                    <a:pt x="27918" y="92597"/>
                  </a:lnTo>
                  <a:lnTo>
                    <a:pt x="28529" y="92863"/>
                  </a:lnTo>
                  <a:lnTo>
                    <a:pt x="31610" y="86116"/>
                  </a:lnTo>
                  <a:lnTo>
                    <a:pt x="31079" y="85877"/>
                  </a:lnTo>
                  <a:close/>
                  <a:moveTo>
                    <a:pt x="64653" y="86514"/>
                  </a:moveTo>
                  <a:lnTo>
                    <a:pt x="64122" y="86727"/>
                  </a:lnTo>
                  <a:lnTo>
                    <a:pt x="66911" y="93606"/>
                  </a:lnTo>
                  <a:cubicBezTo>
                    <a:pt x="67124" y="93527"/>
                    <a:pt x="67336" y="93420"/>
                    <a:pt x="67549" y="93341"/>
                  </a:cubicBezTo>
                  <a:lnTo>
                    <a:pt x="64653" y="86514"/>
                  </a:lnTo>
                  <a:close/>
                  <a:moveTo>
                    <a:pt x="33682" y="86992"/>
                  </a:moveTo>
                  <a:lnTo>
                    <a:pt x="30999" y="93898"/>
                  </a:lnTo>
                  <a:lnTo>
                    <a:pt x="31610" y="94137"/>
                  </a:lnTo>
                  <a:lnTo>
                    <a:pt x="34213" y="87178"/>
                  </a:lnTo>
                  <a:lnTo>
                    <a:pt x="33682" y="86992"/>
                  </a:lnTo>
                  <a:close/>
                  <a:moveTo>
                    <a:pt x="61997" y="87523"/>
                  </a:moveTo>
                  <a:lnTo>
                    <a:pt x="61466" y="87709"/>
                  </a:lnTo>
                  <a:lnTo>
                    <a:pt x="63803" y="94748"/>
                  </a:lnTo>
                  <a:lnTo>
                    <a:pt x="64414" y="94536"/>
                  </a:lnTo>
                  <a:lnTo>
                    <a:pt x="61997" y="87523"/>
                  </a:lnTo>
                  <a:close/>
                  <a:moveTo>
                    <a:pt x="36365" y="87922"/>
                  </a:moveTo>
                  <a:lnTo>
                    <a:pt x="34160" y="95014"/>
                  </a:lnTo>
                  <a:cubicBezTo>
                    <a:pt x="34372" y="95094"/>
                    <a:pt x="34585" y="95147"/>
                    <a:pt x="34797" y="95200"/>
                  </a:cubicBezTo>
                  <a:lnTo>
                    <a:pt x="36922" y="88081"/>
                  </a:lnTo>
                  <a:lnTo>
                    <a:pt x="36365" y="87922"/>
                  </a:lnTo>
                  <a:close/>
                  <a:moveTo>
                    <a:pt x="59288" y="88347"/>
                  </a:moveTo>
                  <a:lnTo>
                    <a:pt x="58757" y="88506"/>
                  </a:lnTo>
                  <a:lnTo>
                    <a:pt x="60563" y="95678"/>
                  </a:lnTo>
                  <a:lnTo>
                    <a:pt x="61227" y="95519"/>
                  </a:lnTo>
                  <a:lnTo>
                    <a:pt x="59288" y="88347"/>
                  </a:lnTo>
                  <a:close/>
                  <a:moveTo>
                    <a:pt x="39100" y="88666"/>
                  </a:moveTo>
                  <a:lnTo>
                    <a:pt x="37374" y="95891"/>
                  </a:lnTo>
                  <a:lnTo>
                    <a:pt x="38038" y="96023"/>
                  </a:lnTo>
                  <a:lnTo>
                    <a:pt x="39632" y="88798"/>
                  </a:lnTo>
                  <a:lnTo>
                    <a:pt x="39100" y="88666"/>
                  </a:lnTo>
                  <a:close/>
                  <a:moveTo>
                    <a:pt x="56525" y="88984"/>
                  </a:moveTo>
                  <a:lnTo>
                    <a:pt x="55994" y="89091"/>
                  </a:lnTo>
                  <a:lnTo>
                    <a:pt x="57296" y="96395"/>
                  </a:lnTo>
                  <a:lnTo>
                    <a:pt x="57960" y="96262"/>
                  </a:lnTo>
                  <a:lnTo>
                    <a:pt x="56525" y="88984"/>
                  </a:lnTo>
                  <a:close/>
                  <a:moveTo>
                    <a:pt x="41863" y="89223"/>
                  </a:moveTo>
                  <a:lnTo>
                    <a:pt x="40668" y="96528"/>
                  </a:lnTo>
                  <a:lnTo>
                    <a:pt x="41332" y="96634"/>
                  </a:lnTo>
                  <a:lnTo>
                    <a:pt x="42421" y="89303"/>
                  </a:lnTo>
                  <a:lnTo>
                    <a:pt x="41863" y="89223"/>
                  </a:lnTo>
                  <a:close/>
                  <a:moveTo>
                    <a:pt x="53736" y="89436"/>
                  </a:moveTo>
                  <a:lnTo>
                    <a:pt x="53178" y="89516"/>
                  </a:lnTo>
                  <a:lnTo>
                    <a:pt x="53975" y="96900"/>
                  </a:lnTo>
                  <a:lnTo>
                    <a:pt x="54639" y="96820"/>
                  </a:lnTo>
                  <a:lnTo>
                    <a:pt x="53736" y="89436"/>
                  </a:lnTo>
                  <a:close/>
                  <a:moveTo>
                    <a:pt x="44679" y="89569"/>
                  </a:moveTo>
                  <a:lnTo>
                    <a:pt x="43988" y="96953"/>
                  </a:lnTo>
                  <a:lnTo>
                    <a:pt x="44652" y="97006"/>
                  </a:lnTo>
                  <a:lnTo>
                    <a:pt x="45236" y="89622"/>
                  </a:lnTo>
                  <a:lnTo>
                    <a:pt x="44679" y="89569"/>
                  </a:lnTo>
                  <a:close/>
                  <a:moveTo>
                    <a:pt x="50921" y="89702"/>
                  </a:moveTo>
                  <a:lnTo>
                    <a:pt x="50336" y="89728"/>
                  </a:lnTo>
                  <a:lnTo>
                    <a:pt x="50682" y="97139"/>
                  </a:lnTo>
                  <a:lnTo>
                    <a:pt x="51346" y="97112"/>
                  </a:lnTo>
                  <a:lnTo>
                    <a:pt x="50921" y="89702"/>
                  </a:lnTo>
                  <a:close/>
                  <a:moveTo>
                    <a:pt x="47494" y="89755"/>
                  </a:moveTo>
                  <a:lnTo>
                    <a:pt x="47308" y="97166"/>
                  </a:lnTo>
                  <a:lnTo>
                    <a:pt x="47972" y="97166"/>
                  </a:lnTo>
                  <a:lnTo>
                    <a:pt x="48079" y="8975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5" name="Google Shape;275;p23"/>
          <p:cNvGrpSpPr/>
          <p:nvPr/>
        </p:nvGrpSpPr>
        <p:grpSpPr>
          <a:xfrm flipH="1">
            <a:off x="0" y="0"/>
            <a:ext cx="4986750" cy="3919025"/>
            <a:chOff x="4157250" y="0"/>
            <a:chExt cx="4986750" cy="3919025"/>
          </a:xfrm>
        </p:grpSpPr>
        <p:pic>
          <p:nvPicPr>
            <p:cNvPr id="276" name="Google Shape;276;p23"/>
            <p:cNvPicPr preferRelativeResize="0"/>
            <p:nvPr/>
          </p:nvPicPr>
          <p:blipFill rotWithShape="1">
            <a:blip r:embed="rId2">
              <a:alphaModFix/>
            </a:blip>
            <a:srcRect l="1389" t="26409" r="75094" b="13678"/>
            <a:stretch/>
          </p:blipFill>
          <p:spPr>
            <a:xfrm>
              <a:off x="6204675" y="0"/>
              <a:ext cx="2939325" cy="3919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7" name="Google Shape;277;p23"/>
            <p:cNvPicPr preferRelativeResize="0"/>
            <p:nvPr/>
          </p:nvPicPr>
          <p:blipFill rotWithShape="1">
            <a:blip r:embed="rId3">
              <a:alphaModFix/>
            </a:blip>
            <a:srcRect l="21162" t="55240" r="32620" b="4308"/>
            <a:stretch/>
          </p:blipFill>
          <p:spPr>
            <a:xfrm>
              <a:off x="4157250" y="0"/>
              <a:ext cx="4986750" cy="2284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8" name="Google Shape;278;p23"/>
          <p:cNvGrpSpPr/>
          <p:nvPr/>
        </p:nvGrpSpPr>
        <p:grpSpPr>
          <a:xfrm flipH="1">
            <a:off x="4705851" y="1017726"/>
            <a:ext cx="4438149" cy="4166224"/>
            <a:chOff x="0" y="1017726"/>
            <a:chExt cx="4438149" cy="4166224"/>
          </a:xfrm>
        </p:grpSpPr>
        <p:pic>
          <p:nvPicPr>
            <p:cNvPr id="279" name="Google Shape;279;p23"/>
            <p:cNvPicPr preferRelativeResize="0"/>
            <p:nvPr/>
          </p:nvPicPr>
          <p:blipFill rotWithShape="1">
            <a:blip r:embed="rId3">
              <a:alphaModFix/>
            </a:blip>
            <a:srcRect l="35374" t="5165" r="21354" b="51352"/>
            <a:stretch/>
          </p:blipFill>
          <p:spPr>
            <a:xfrm>
              <a:off x="0" y="2809500"/>
              <a:ext cx="4438149" cy="2334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0" name="Google Shape;280;p23"/>
            <p:cNvPicPr preferRelativeResize="0"/>
            <p:nvPr/>
          </p:nvPicPr>
          <p:blipFill rotWithShape="1">
            <a:blip r:embed="rId2">
              <a:alphaModFix/>
            </a:blip>
            <a:srcRect t="21590" r="76126" b="13747"/>
            <a:stretch/>
          </p:blipFill>
          <p:spPr>
            <a:xfrm rot="10800000">
              <a:off x="0" y="1017726"/>
              <a:ext cx="2939325" cy="416622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1" name="Google Shape;281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23"/>
          <p:cNvSpPr txBox="1">
            <a:spLocks noGrp="1"/>
          </p:cNvSpPr>
          <p:nvPr>
            <p:ph type="subTitle" idx="1"/>
          </p:nvPr>
        </p:nvSpPr>
        <p:spPr>
          <a:xfrm>
            <a:off x="720068" y="2726000"/>
            <a:ext cx="22695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23"/>
          <p:cNvSpPr txBox="1">
            <a:spLocks noGrp="1"/>
          </p:cNvSpPr>
          <p:nvPr>
            <p:ph type="subTitle" idx="2"/>
          </p:nvPr>
        </p:nvSpPr>
        <p:spPr>
          <a:xfrm>
            <a:off x="3437250" y="2726000"/>
            <a:ext cx="22695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4" name="Google Shape;284;p23"/>
          <p:cNvSpPr txBox="1">
            <a:spLocks noGrp="1"/>
          </p:cNvSpPr>
          <p:nvPr>
            <p:ph type="subTitle" idx="3"/>
          </p:nvPr>
        </p:nvSpPr>
        <p:spPr>
          <a:xfrm>
            <a:off x="6154393" y="2726001"/>
            <a:ext cx="22695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23"/>
          <p:cNvSpPr txBox="1">
            <a:spLocks noGrp="1"/>
          </p:cNvSpPr>
          <p:nvPr>
            <p:ph type="subTitle" idx="4"/>
          </p:nvPr>
        </p:nvSpPr>
        <p:spPr>
          <a:xfrm>
            <a:off x="720106" y="2271425"/>
            <a:ext cx="22695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Unbounded"/>
                <a:ea typeface="Unbounded"/>
                <a:cs typeface="Unbounded"/>
                <a:sym typeface="Unbound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6" name="Google Shape;286;p23"/>
          <p:cNvSpPr txBox="1">
            <a:spLocks noGrp="1"/>
          </p:cNvSpPr>
          <p:nvPr>
            <p:ph type="subTitle" idx="5"/>
          </p:nvPr>
        </p:nvSpPr>
        <p:spPr>
          <a:xfrm>
            <a:off x="3437250" y="2271425"/>
            <a:ext cx="22695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Unbounded"/>
                <a:ea typeface="Unbounded"/>
                <a:cs typeface="Unbounded"/>
                <a:sym typeface="Unbound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7" name="Google Shape;287;p23"/>
          <p:cNvSpPr txBox="1">
            <a:spLocks noGrp="1"/>
          </p:cNvSpPr>
          <p:nvPr>
            <p:ph type="subTitle" idx="6"/>
          </p:nvPr>
        </p:nvSpPr>
        <p:spPr>
          <a:xfrm>
            <a:off x="6154432" y="2271425"/>
            <a:ext cx="22695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Unbounded"/>
                <a:ea typeface="Unbounded"/>
                <a:cs typeface="Unbounded"/>
                <a:sym typeface="Unbound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88" name="Google Shape;288;p23"/>
          <p:cNvGrpSpPr/>
          <p:nvPr/>
        </p:nvGrpSpPr>
        <p:grpSpPr>
          <a:xfrm>
            <a:off x="-510025" y="121750"/>
            <a:ext cx="9491634" cy="4314495"/>
            <a:chOff x="-510025" y="121750"/>
            <a:chExt cx="9491634" cy="4314495"/>
          </a:xfrm>
        </p:grpSpPr>
        <p:sp>
          <p:nvSpPr>
            <p:cNvPr id="289" name="Google Shape;289;p23"/>
            <p:cNvSpPr/>
            <p:nvPr/>
          </p:nvSpPr>
          <p:spPr>
            <a:xfrm>
              <a:off x="-510025" y="3417700"/>
              <a:ext cx="1021601" cy="1018545"/>
            </a:xfrm>
            <a:custGeom>
              <a:avLst/>
              <a:gdLst/>
              <a:ahLst/>
              <a:cxnLst/>
              <a:rect l="l" t="t" r="r" b="b"/>
              <a:pathLst>
                <a:path w="52484" h="52327" extrusionOk="0">
                  <a:moveTo>
                    <a:pt x="23885" y="79"/>
                  </a:moveTo>
                  <a:lnTo>
                    <a:pt x="22706" y="158"/>
                  </a:lnTo>
                  <a:lnTo>
                    <a:pt x="24435" y="16500"/>
                  </a:lnTo>
                  <a:lnTo>
                    <a:pt x="25613" y="16421"/>
                  </a:lnTo>
                  <a:lnTo>
                    <a:pt x="23885" y="79"/>
                  </a:lnTo>
                  <a:close/>
                  <a:moveTo>
                    <a:pt x="28206" y="1"/>
                  </a:moveTo>
                  <a:lnTo>
                    <a:pt x="26477" y="16343"/>
                  </a:lnTo>
                  <a:lnTo>
                    <a:pt x="27735" y="16500"/>
                  </a:lnTo>
                  <a:lnTo>
                    <a:pt x="29463" y="158"/>
                  </a:lnTo>
                  <a:lnTo>
                    <a:pt x="28206" y="1"/>
                  </a:lnTo>
                  <a:close/>
                  <a:moveTo>
                    <a:pt x="33549" y="944"/>
                  </a:moveTo>
                  <a:lnTo>
                    <a:pt x="28520" y="16657"/>
                  </a:lnTo>
                  <a:lnTo>
                    <a:pt x="29699" y="16971"/>
                  </a:lnTo>
                  <a:lnTo>
                    <a:pt x="34727" y="1336"/>
                  </a:lnTo>
                  <a:lnTo>
                    <a:pt x="33549" y="944"/>
                  </a:lnTo>
                  <a:close/>
                  <a:moveTo>
                    <a:pt x="18542" y="1101"/>
                  </a:moveTo>
                  <a:lnTo>
                    <a:pt x="17364" y="1494"/>
                  </a:lnTo>
                  <a:lnTo>
                    <a:pt x="22470" y="17207"/>
                  </a:lnTo>
                  <a:lnTo>
                    <a:pt x="23649" y="16814"/>
                  </a:lnTo>
                  <a:lnTo>
                    <a:pt x="18542" y="1101"/>
                  </a:lnTo>
                  <a:close/>
                  <a:moveTo>
                    <a:pt x="38655" y="3065"/>
                  </a:moveTo>
                  <a:lnTo>
                    <a:pt x="30406" y="17286"/>
                  </a:lnTo>
                  <a:lnTo>
                    <a:pt x="31506" y="17914"/>
                  </a:lnTo>
                  <a:lnTo>
                    <a:pt x="39755" y="3693"/>
                  </a:lnTo>
                  <a:lnTo>
                    <a:pt x="38655" y="3065"/>
                  </a:lnTo>
                  <a:close/>
                  <a:moveTo>
                    <a:pt x="13514" y="3301"/>
                  </a:moveTo>
                  <a:lnTo>
                    <a:pt x="12414" y="3851"/>
                  </a:lnTo>
                  <a:lnTo>
                    <a:pt x="20585" y="18150"/>
                  </a:lnTo>
                  <a:lnTo>
                    <a:pt x="21685" y="17521"/>
                  </a:lnTo>
                  <a:lnTo>
                    <a:pt x="13514" y="3301"/>
                  </a:lnTo>
                  <a:close/>
                  <a:moveTo>
                    <a:pt x="43212" y="6129"/>
                  </a:moveTo>
                  <a:lnTo>
                    <a:pt x="32213" y="18386"/>
                  </a:lnTo>
                  <a:lnTo>
                    <a:pt x="33077" y="19171"/>
                  </a:lnTo>
                  <a:lnTo>
                    <a:pt x="44155" y="6993"/>
                  </a:lnTo>
                  <a:lnTo>
                    <a:pt x="43212" y="6129"/>
                  </a:lnTo>
                  <a:close/>
                  <a:moveTo>
                    <a:pt x="8957" y="6443"/>
                  </a:moveTo>
                  <a:lnTo>
                    <a:pt x="8014" y="7229"/>
                  </a:lnTo>
                  <a:lnTo>
                    <a:pt x="19092" y="19486"/>
                  </a:lnTo>
                  <a:lnTo>
                    <a:pt x="20035" y="18621"/>
                  </a:lnTo>
                  <a:lnTo>
                    <a:pt x="8957" y="6443"/>
                  </a:lnTo>
                  <a:close/>
                  <a:moveTo>
                    <a:pt x="46984" y="10136"/>
                  </a:moveTo>
                  <a:lnTo>
                    <a:pt x="33706" y="19721"/>
                  </a:lnTo>
                  <a:lnTo>
                    <a:pt x="34413" y="20743"/>
                  </a:lnTo>
                  <a:lnTo>
                    <a:pt x="47769" y="11079"/>
                  </a:lnTo>
                  <a:lnTo>
                    <a:pt x="46984" y="10136"/>
                  </a:lnTo>
                  <a:close/>
                  <a:moveTo>
                    <a:pt x="5264" y="10450"/>
                  </a:moveTo>
                  <a:lnTo>
                    <a:pt x="4479" y="11393"/>
                  </a:lnTo>
                  <a:lnTo>
                    <a:pt x="17835" y="21135"/>
                  </a:lnTo>
                  <a:lnTo>
                    <a:pt x="18542" y="20114"/>
                  </a:lnTo>
                  <a:lnTo>
                    <a:pt x="5264" y="10450"/>
                  </a:lnTo>
                  <a:close/>
                  <a:moveTo>
                    <a:pt x="49891" y="14771"/>
                  </a:moveTo>
                  <a:lnTo>
                    <a:pt x="34884" y="21450"/>
                  </a:lnTo>
                  <a:lnTo>
                    <a:pt x="35356" y="22628"/>
                  </a:lnTo>
                  <a:lnTo>
                    <a:pt x="50441" y="15871"/>
                  </a:lnTo>
                  <a:lnTo>
                    <a:pt x="49891" y="14771"/>
                  </a:lnTo>
                  <a:close/>
                  <a:moveTo>
                    <a:pt x="2436" y="15164"/>
                  </a:moveTo>
                  <a:lnTo>
                    <a:pt x="1964" y="16264"/>
                  </a:lnTo>
                  <a:lnTo>
                    <a:pt x="16971" y="22942"/>
                  </a:lnTo>
                  <a:lnTo>
                    <a:pt x="17442" y="21843"/>
                  </a:lnTo>
                  <a:lnTo>
                    <a:pt x="2436" y="15164"/>
                  </a:lnTo>
                  <a:close/>
                  <a:moveTo>
                    <a:pt x="51776" y="19878"/>
                  </a:moveTo>
                  <a:lnTo>
                    <a:pt x="35670" y="23335"/>
                  </a:lnTo>
                  <a:lnTo>
                    <a:pt x="35906" y="24592"/>
                  </a:lnTo>
                  <a:lnTo>
                    <a:pt x="52012" y="21135"/>
                  </a:lnTo>
                  <a:lnTo>
                    <a:pt x="51776" y="19878"/>
                  </a:lnTo>
                  <a:close/>
                  <a:moveTo>
                    <a:pt x="629" y="20350"/>
                  </a:moveTo>
                  <a:lnTo>
                    <a:pt x="393" y="21528"/>
                  </a:lnTo>
                  <a:lnTo>
                    <a:pt x="16499" y="24985"/>
                  </a:lnTo>
                  <a:lnTo>
                    <a:pt x="16814" y="23728"/>
                  </a:lnTo>
                  <a:lnTo>
                    <a:pt x="629" y="20350"/>
                  </a:lnTo>
                  <a:close/>
                  <a:moveTo>
                    <a:pt x="36063" y="25300"/>
                  </a:moveTo>
                  <a:lnTo>
                    <a:pt x="36063" y="26635"/>
                  </a:lnTo>
                  <a:lnTo>
                    <a:pt x="52483" y="26635"/>
                  </a:lnTo>
                  <a:lnTo>
                    <a:pt x="52483" y="25378"/>
                  </a:lnTo>
                  <a:lnTo>
                    <a:pt x="36063" y="25300"/>
                  </a:lnTo>
                  <a:close/>
                  <a:moveTo>
                    <a:pt x="0" y="25771"/>
                  </a:moveTo>
                  <a:lnTo>
                    <a:pt x="0" y="27028"/>
                  </a:lnTo>
                  <a:lnTo>
                    <a:pt x="16421" y="27028"/>
                  </a:lnTo>
                  <a:lnTo>
                    <a:pt x="16499" y="25771"/>
                  </a:lnTo>
                  <a:close/>
                  <a:moveTo>
                    <a:pt x="35984" y="27421"/>
                  </a:moveTo>
                  <a:lnTo>
                    <a:pt x="35748" y="28599"/>
                  </a:lnTo>
                  <a:lnTo>
                    <a:pt x="51855" y="32056"/>
                  </a:lnTo>
                  <a:lnTo>
                    <a:pt x="52090" y="30799"/>
                  </a:lnTo>
                  <a:lnTo>
                    <a:pt x="35984" y="27421"/>
                  </a:lnTo>
                  <a:close/>
                  <a:moveTo>
                    <a:pt x="16578" y="27814"/>
                  </a:moveTo>
                  <a:lnTo>
                    <a:pt x="472" y="31192"/>
                  </a:lnTo>
                  <a:lnTo>
                    <a:pt x="707" y="32449"/>
                  </a:lnTo>
                  <a:lnTo>
                    <a:pt x="16814" y="28992"/>
                  </a:lnTo>
                  <a:lnTo>
                    <a:pt x="16578" y="27814"/>
                  </a:lnTo>
                  <a:close/>
                  <a:moveTo>
                    <a:pt x="35513" y="29385"/>
                  </a:moveTo>
                  <a:lnTo>
                    <a:pt x="35041" y="30485"/>
                  </a:lnTo>
                  <a:lnTo>
                    <a:pt x="50048" y="37242"/>
                  </a:lnTo>
                  <a:lnTo>
                    <a:pt x="50598" y="36063"/>
                  </a:lnTo>
                  <a:lnTo>
                    <a:pt x="35513" y="29385"/>
                  </a:lnTo>
                  <a:close/>
                  <a:moveTo>
                    <a:pt x="17128" y="29778"/>
                  </a:moveTo>
                  <a:lnTo>
                    <a:pt x="2122" y="36456"/>
                  </a:lnTo>
                  <a:lnTo>
                    <a:pt x="2593" y="37556"/>
                  </a:lnTo>
                  <a:lnTo>
                    <a:pt x="17678" y="30956"/>
                  </a:lnTo>
                  <a:lnTo>
                    <a:pt x="17128" y="29778"/>
                  </a:lnTo>
                  <a:close/>
                  <a:moveTo>
                    <a:pt x="34648" y="31271"/>
                  </a:moveTo>
                  <a:lnTo>
                    <a:pt x="33863" y="32292"/>
                  </a:lnTo>
                  <a:lnTo>
                    <a:pt x="47219" y="41956"/>
                  </a:lnTo>
                  <a:lnTo>
                    <a:pt x="47926" y="40934"/>
                  </a:lnTo>
                  <a:lnTo>
                    <a:pt x="34648" y="31271"/>
                  </a:lnTo>
                  <a:close/>
                  <a:moveTo>
                    <a:pt x="18149" y="31585"/>
                  </a:moveTo>
                  <a:lnTo>
                    <a:pt x="4714" y="41249"/>
                  </a:lnTo>
                  <a:lnTo>
                    <a:pt x="5500" y="42270"/>
                  </a:lnTo>
                  <a:lnTo>
                    <a:pt x="18778" y="32528"/>
                  </a:lnTo>
                  <a:lnTo>
                    <a:pt x="18149" y="31585"/>
                  </a:lnTo>
                  <a:close/>
                  <a:moveTo>
                    <a:pt x="33470" y="32921"/>
                  </a:moveTo>
                  <a:lnTo>
                    <a:pt x="32449" y="33706"/>
                  </a:lnTo>
                  <a:lnTo>
                    <a:pt x="43527" y="45963"/>
                  </a:lnTo>
                  <a:lnTo>
                    <a:pt x="44469" y="45099"/>
                  </a:lnTo>
                  <a:lnTo>
                    <a:pt x="33470" y="32921"/>
                  </a:lnTo>
                  <a:close/>
                  <a:moveTo>
                    <a:pt x="19406" y="33156"/>
                  </a:moveTo>
                  <a:lnTo>
                    <a:pt x="8328" y="45413"/>
                  </a:lnTo>
                  <a:lnTo>
                    <a:pt x="9271" y="46198"/>
                  </a:lnTo>
                  <a:lnTo>
                    <a:pt x="20349" y="34021"/>
                  </a:lnTo>
                  <a:lnTo>
                    <a:pt x="19406" y="33156"/>
                  </a:lnTo>
                  <a:close/>
                  <a:moveTo>
                    <a:pt x="31899" y="34256"/>
                  </a:moveTo>
                  <a:lnTo>
                    <a:pt x="30799" y="34885"/>
                  </a:lnTo>
                  <a:lnTo>
                    <a:pt x="39048" y="49105"/>
                  </a:lnTo>
                  <a:lnTo>
                    <a:pt x="40148" y="48477"/>
                  </a:lnTo>
                  <a:lnTo>
                    <a:pt x="31899" y="34256"/>
                  </a:lnTo>
                  <a:close/>
                  <a:moveTo>
                    <a:pt x="20978" y="34413"/>
                  </a:moveTo>
                  <a:lnTo>
                    <a:pt x="12728" y="48713"/>
                  </a:lnTo>
                  <a:lnTo>
                    <a:pt x="13828" y="49341"/>
                  </a:lnTo>
                  <a:lnTo>
                    <a:pt x="22078" y="35042"/>
                  </a:lnTo>
                  <a:lnTo>
                    <a:pt x="20978" y="34413"/>
                  </a:lnTo>
                  <a:close/>
                  <a:moveTo>
                    <a:pt x="30092" y="35199"/>
                  </a:moveTo>
                  <a:lnTo>
                    <a:pt x="28834" y="35592"/>
                  </a:lnTo>
                  <a:lnTo>
                    <a:pt x="33941" y="51227"/>
                  </a:lnTo>
                  <a:lnTo>
                    <a:pt x="35120" y="50834"/>
                  </a:lnTo>
                  <a:lnTo>
                    <a:pt x="30092" y="35199"/>
                  </a:lnTo>
                  <a:close/>
                  <a:moveTo>
                    <a:pt x="22863" y="35356"/>
                  </a:moveTo>
                  <a:lnTo>
                    <a:pt x="17756" y="50991"/>
                  </a:lnTo>
                  <a:lnTo>
                    <a:pt x="18935" y="51384"/>
                  </a:lnTo>
                  <a:lnTo>
                    <a:pt x="24042" y="35749"/>
                  </a:lnTo>
                  <a:lnTo>
                    <a:pt x="22863" y="35356"/>
                  </a:lnTo>
                  <a:close/>
                  <a:moveTo>
                    <a:pt x="24828" y="35828"/>
                  </a:moveTo>
                  <a:lnTo>
                    <a:pt x="23099" y="52248"/>
                  </a:lnTo>
                  <a:lnTo>
                    <a:pt x="24356" y="52327"/>
                  </a:lnTo>
                  <a:lnTo>
                    <a:pt x="26085" y="35985"/>
                  </a:lnTo>
                  <a:lnTo>
                    <a:pt x="24828" y="35828"/>
                  </a:lnTo>
                  <a:close/>
                  <a:moveTo>
                    <a:pt x="28127" y="35828"/>
                  </a:moveTo>
                  <a:lnTo>
                    <a:pt x="26870" y="35906"/>
                  </a:lnTo>
                  <a:lnTo>
                    <a:pt x="28599" y="52327"/>
                  </a:lnTo>
                  <a:lnTo>
                    <a:pt x="29856" y="52170"/>
                  </a:lnTo>
                  <a:lnTo>
                    <a:pt x="28127" y="358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3"/>
            <p:cNvSpPr/>
            <p:nvPr/>
          </p:nvSpPr>
          <p:spPr>
            <a:xfrm>
              <a:off x="8430775" y="121750"/>
              <a:ext cx="550834" cy="564881"/>
            </a:xfrm>
            <a:custGeom>
              <a:avLst/>
              <a:gdLst/>
              <a:ahLst/>
              <a:cxnLst/>
              <a:rect l="l" t="t" r="r" b="b"/>
              <a:pathLst>
                <a:path w="43135" h="44235" extrusionOk="0">
                  <a:moveTo>
                    <a:pt x="21057" y="1"/>
                  </a:moveTo>
                  <a:lnTo>
                    <a:pt x="21057" y="394"/>
                  </a:lnTo>
                  <a:cubicBezTo>
                    <a:pt x="20979" y="12179"/>
                    <a:pt x="11786" y="21921"/>
                    <a:pt x="1" y="22471"/>
                  </a:cubicBezTo>
                  <a:cubicBezTo>
                    <a:pt x="11629" y="23021"/>
                    <a:pt x="20821" y="32606"/>
                    <a:pt x="21057" y="44234"/>
                  </a:cubicBezTo>
                  <a:lnTo>
                    <a:pt x="21057" y="43841"/>
                  </a:lnTo>
                  <a:cubicBezTo>
                    <a:pt x="20979" y="31663"/>
                    <a:pt x="30957" y="21764"/>
                    <a:pt x="43135" y="21764"/>
                  </a:cubicBezTo>
                  <a:cubicBezTo>
                    <a:pt x="31114" y="21685"/>
                    <a:pt x="21214" y="12022"/>
                    <a:pt x="21057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9" name="Google Shape;399;p30"/>
          <p:cNvGrpSpPr/>
          <p:nvPr/>
        </p:nvGrpSpPr>
        <p:grpSpPr>
          <a:xfrm rot="10800000" flipH="1">
            <a:off x="1" y="0"/>
            <a:ext cx="6656573" cy="2354225"/>
            <a:chOff x="1" y="2829725"/>
            <a:chExt cx="6656573" cy="2354225"/>
          </a:xfrm>
        </p:grpSpPr>
        <p:pic>
          <p:nvPicPr>
            <p:cNvPr id="400" name="Google Shape;400;p30"/>
            <p:cNvPicPr preferRelativeResize="0"/>
            <p:nvPr/>
          </p:nvPicPr>
          <p:blipFill rotWithShape="1">
            <a:blip r:embed="rId2">
              <a:alphaModFix/>
            </a:blip>
            <a:srcRect l="20102" t="-4419" r="24274" b="60658"/>
            <a:stretch/>
          </p:blipFill>
          <p:spPr>
            <a:xfrm>
              <a:off x="951450" y="2829725"/>
              <a:ext cx="5705124" cy="23489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01" name="Google Shape;401;p30"/>
            <p:cNvPicPr preferRelativeResize="0"/>
            <p:nvPr/>
          </p:nvPicPr>
          <p:blipFill rotWithShape="1">
            <a:blip r:embed="rId3">
              <a:alphaModFix/>
            </a:blip>
            <a:srcRect l="4228" t="58248" r="61887" b="13983"/>
            <a:stretch/>
          </p:blipFill>
          <p:spPr>
            <a:xfrm rot="10800000">
              <a:off x="1" y="3394850"/>
              <a:ext cx="4171674" cy="17891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2" name="Google Shape;402;p30"/>
          <p:cNvGrpSpPr/>
          <p:nvPr/>
        </p:nvGrpSpPr>
        <p:grpSpPr>
          <a:xfrm rot="10800000" flipH="1">
            <a:off x="4985201" y="1693850"/>
            <a:ext cx="4171674" cy="3490101"/>
            <a:chOff x="4985201" y="0"/>
            <a:chExt cx="4171674" cy="3490101"/>
          </a:xfrm>
        </p:grpSpPr>
        <p:pic>
          <p:nvPicPr>
            <p:cNvPr id="403" name="Google Shape;403;p30"/>
            <p:cNvPicPr preferRelativeResize="0"/>
            <p:nvPr/>
          </p:nvPicPr>
          <p:blipFill rotWithShape="1">
            <a:blip r:embed="rId2">
              <a:alphaModFix/>
            </a:blip>
            <a:srcRect l="20955" t="31285" r="59279" b="6909"/>
            <a:stretch/>
          </p:blipFill>
          <p:spPr>
            <a:xfrm>
              <a:off x="7011325" y="0"/>
              <a:ext cx="2132676" cy="34901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04" name="Google Shape;404;p30"/>
            <p:cNvPicPr preferRelativeResize="0"/>
            <p:nvPr/>
          </p:nvPicPr>
          <p:blipFill rotWithShape="1">
            <a:blip r:embed="rId3">
              <a:alphaModFix/>
            </a:blip>
            <a:srcRect l="4228" t="58248" r="61887" b="13983"/>
            <a:stretch/>
          </p:blipFill>
          <p:spPr>
            <a:xfrm>
              <a:off x="4985201" y="0"/>
              <a:ext cx="4171674" cy="17891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5" name="Google Shape;405;p30"/>
          <p:cNvGrpSpPr/>
          <p:nvPr/>
        </p:nvGrpSpPr>
        <p:grpSpPr>
          <a:xfrm rot="10800000" flipH="1">
            <a:off x="228600" y="173025"/>
            <a:ext cx="10722000" cy="5463125"/>
            <a:chOff x="228600" y="-452200"/>
            <a:chExt cx="10722000" cy="5463125"/>
          </a:xfrm>
        </p:grpSpPr>
        <p:sp>
          <p:nvSpPr>
            <p:cNvPr id="406" name="Google Shape;406;p30"/>
            <p:cNvSpPr/>
            <p:nvPr/>
          </p:nvSpPr>
          <p:spPr>
            <a:xfrm>
              <a:off x="8520800" y="1196350"/>
              <a:ext cx="2429800" cy="2429150"/>
            </a:xfrm>
            <a:custGeom>
              <a:avLst/>
              <a:gdLst/>
              <a:ahLst/>
              <a:cxnLst/>
              <a:rect l="l" t="t" r="r" b="b"/>
              <a:pathLst>
                <a:path w="97192" h="97166" extrusionOk="0">
                  <a:moveTo>
                    <a:pt x="47043" y="1"/>
                  </a:moveTo>
                  <a:lnTo>
                    <a:pt x="47282" y="7412"/>
                  </a:lnTo>
                  <a:lnTo>
                    <a:pt x="47839" y="7412"/>
                  </a:lnTo>
                  <a:lnTo>
                    <a:pt x="47707" y="1"/>
                  </a:lnTo>
                  <a:close/>
                  <a:moveTo>
                    <a:pt x="50389" y="27"/>
                  </a:moveTo>
                  <a:lnTo>
                    <a:pt x="50150" y="7438"/>
                  </a:lnTo>
                  <a:lnTo>
                    <a:pt x="50708" y="7465"/>
                  </a:lnTo>
                  <a:lnTo>
                    <a:pt x="51053" y="54"/>
                  </a:lnTo>
                  <a:cubicBezTo>
                    <a:pt x="50841" y="54"/>
                    <a:pt x="50628" y="27"/>
                    <a:pt x="50389" y="27"/>
                  </a:cubicBezTo>
                  <a:close/>
                  <a:moveTo>
                    <a:pt x="44386" y="160"/>
                  </a:moveTo>
                  <a:lnTo>
                    <a:pt x="43722" y="213"/>
                  </a:lnTo>
                  <a:lnTo>
                    <a:pt x="44466" y="7598"/>
                  </a:lnTo>
                  <a:lnTo>
                    <a:pt x="45024" y="7544"/>
                  </a:lnTo>
                  <a:lnTo>
                    <a:pt x="44386" y="160"/>
                  </a:lnTo>
                  <a:close/>
                  <a:moveTo>
                    <a:pt x="53710" y="266"/>
                  </a:moveTo>
                  <a:lnTo>
                    <a:pt x="52939" y="7624"/>
                  </a:lnTo>
                  <a:lnTo>
                    <a:pt x="53524" y="7704"/>
                  </a:lnTo>
                  <a:lnTo>
                    <a:pt x="54374" y="319"/>
                  </a:lnTo>
                  <a:lnTo>
                    <a:pt x="53710" y="266"/>
                  </a:lnTo>
                  <a:close/>
                  <a:moveTo>
                    <a:pt x="41066" y="585"/>
                  </a:moveTo>
                  <a:cubicBezTo>
                    <a:pt x="40854" y="612"/>
                    <a:pt x="40615" y="638"/>
                    <a:pt x="40402" y="691"/>
                  </a:cubicBezTo>
                  <a:lnTo>
                    <a:pt x="41650" y="7996"/>
                  </a:lnTo>
                  <a:lnTo>
                    <a:pt x="42208" y="7890"/>
                  </a:lnTo>
                  <a:lnTo>
                    <a:pt x="41066" y="585"/>
                  </a:lnTo>
                  <a:close/>
                  <a:moveTo>
                    <a:pt x="57030" y="718"/>
                  </a:moveTo>
                  <a:lnTo>
                    <a:pt x="55755" y="8023"/>
                  </a:lnTo>
                  <a:lnTo>
                    <a:pt x="56313" y="8129"/>
                  </a:lnTo>
                  <a:lnTo>
                    <a:pt x="57694" y="851"/>
                  </a:lnTo>
                  <a:lnTo>
                    <a:pt x="57030" y="718"/>
                  </a:lnTo>
                  <a:close/>
                  <a:moveTo>
                    <a:pt x="37772" y="1196"/>
                  </a:moveTo>
                  <a:lnTo>
                    <a:pt x="37135" y="1355"/>
                  </a:lnTo>
                  <a:lnTo>
                    <a:pt x="38861" y="8554"/>
                  </a:lnTo>
                  <a:lnTo>
                    <a:pt x="39446" y="8421"/>
                  </a:lnTo>
                  <a:lnTo>
                    <a:pt x="37772" y="1196"/>
                  </a:lnTo>
                  <a:close/>
                  <a:moveTo>
                    <a:pt x="60297" y="1408"/>
                  </a:moveTo>
                  <a:lnTo>
                    <a:pt x="58517" y="8607"/>
                  </a:lnTo>
                  <a:lnTo>
                    <a:pt x="59075" y="8740"/>
                  </a:lnTo>
                  <a:lnTo>
                    <a:pt x="60961" y="1568"/>
                  </a:lnTo>
                  <a:cubicBezTo>
                    <a:pt x="60749" y="1515"/>
                    <a:pt x="60536" y="1462"/>
                    <a:pt x="60297" y="1408"/>
                  </a:cubicBezTo>
                  <a:close/>
                  <a:moveTo>
                    <a:pt x="34532" y="2046"/>
                  </a:moveTo>
                  <a:lnTo>
                    <a:pt x="33894" y="2232"/>
                  </a:lnTo>
                  <a:lnTo>
                    <a:pt x="36126" y="9324"/>
                  </a:lnTo>
                  <a:lnTo>
                    <a:pt x="36683" y="9138"/>
                  </a:lnTo>
                  <a:lnTo>
                    <a:pt x="34532" y="2046"/>
                  </a:lnTo>
                  <a:close/>
                  <a:moveTo>
                    <a:pt x="63538" y="2338"/>
                  </a:moveTo>
                  <a:lnTo>
                    <a:pt x="61253" y="9377"/>
                  </a:lnTo>
                  <a:lnTo>
                    <a:pt x="61811" y="9563"/>
                  </a:lnTo>
                  <a:lnTo>
                    <a:pt x="64175" y="2524"/>
                  </a:lnTo>
                  <a:lnTo>
                    <a:pt x="63538" y="2338"/>
                  </a:lnTo>
                  <a:close/>
                  <a:moveTo>
                    <a:pt x="31371" y="3135"/>
                  </a:moveTo>
                  <a:lnTo>
                    <a:pt x="30760" y="3374"/>
                  </a:lnTo>
                  <a:lnTo>
                    <a:pt x="33469" y="10254"/>
                  </a:lnTo>
                  <a:lnTo>
                    <a:pt x="34001" y="10068"/>
                  </a:lnTo>
                  <a:lnTo>
                    <a:pt x="31371" y="3135"/>
                  </a:lnTo>
                  <a:close/>
                  <a:moveTo>
                    <a:pt x="66699" y="3480"/>
                  </a:moveTo>
                  <a:lnTo>
                    <a:pt x="63910" y="10360"/>
                  </a:lnTo>
                  <a:lnTo>
                    <a:pt x="64467" y="10572"/>
                  </a:lnTo>
                  <a:lnTo>
                    <a:pt x="67310" y="3719"/>
                  </a:lnTo>
                  <a:lnTo>
                    <a:pt x="66699" y="3480"/>
                  </a:lnTo>
                  <a:close/>
                  <a:moveTo>
                    <a:pt x="28290" y="4410"/>
                  </a:moveTo>
                  <a:lnTo>
                    <a:pt x="27679" y="4702"/>
                  </a:lnTo>
                  <a:lnTo>
                    <a:pt x="30866" y="11396"/>
                  </a:lnTo>
                  <a:lnTo>
                    <a:pt x="31397" y="11157"/>
                  </a:lnTo>
                  <a:lnTo>
                    <a:pt x="28290" y="4410"/>
                  </a:lnTo>
                  <a:close/>
                  <a:moveTo>
                    <a:pt x="69753" y="4835"/>
                  </a:moveTo>
                  <a:lnTo>
                    <a:pt x="66513" y="11502"/>
                  </a:lnTo>
                  <a:lnTo>
                    <a:pt x="67044" y="11768"/>
                  </a:lnTo>
                  <a:lnTo>
                    <a:pt x="70364" y="5127"/>
                  </a:lnTo>
                  <a:lnTo>
                    <a:pt x="69753" y="4835"/>
                  </a:lnTo>
                  <a:close/>
                  <a:moveTo>
                    <a:pt x="25315" y="5898"/>
                  </a:moveTo>
                  <a:lnTo>
                    <a:pt x="24730" y="6243"/>
                  </a:lnTo>
                  <a:lnTo>
                    <a:pt x="28369" y="12697"/>
                  </a:lnTo>
                  <a:lnTo>
                    <a:pt x="28847" y="12432"/>
                  </a:lnTo>
                  <a:lnTo>
                    <a:pt x="25315" y="5898"/>
                  </a:lnTo>
                  <a:close/>
                  <a:moveTo>
                    <a:pt x="72728" y="6402"/>
                  </a:moveTo>
                  <a:lnTo>
                    <a:pt x="69036" y="12830"/>
                  </a:lnTo>
                  <a:lnTo>
                    <a:pt x="69514" y="13122"/>
                  </a:lnTo>
                  <a:lnTo>
                    <a:pt x="73286" y="6721"/>
                  </a:lnTo>
                  <a:lnTo>
                    <a:pt x="72728" y="6402"/>
                  </a:lnTo>
                  <a:close/>
                  <a:moveTo>
                    <a:pt x="22446" y="7598"/>
                  </a:moveTo>
                  <a:lnTo>
                    <a:pt x="21888" y="7969"/>
                  </a:lnTo>
                  <a:lnTo>
                    <a:pt x="25952" y="14185"/>
                  </a:lnTo>
                  <a:lnTo>
                    <a:pt x="26430" y="13866"/>
                  </a:lnTo>
                  <a:lnTo>
                    <a:pt x="22446" y="7598"/>
                  </a:lnTo>
                  <a:close/>
                  <a:moveTo>
                    <a:pt x="75570" y="8155"/>
                  </a:moveTo>
                  <a:lnTo>
                    <a:pt x="71453" y="14344"/>
                  </a:lnTo>
                  <a:lnTo>
                    <a:pt x="71905" y="14637"/>
                  </a:lnTo>
                  <a:lnTo>
                    <a:pt x="76128" y="8554"/>
                  </a:lnTo>
                  <a:lnTo>
                    <a:pt x="75570" y="8155"/>
                  </a:lnTo>
                  <a:close/>
                  <a:moveTo>
                    <a:pt x="19684" y="9510"/>
                  </a:moveTo>
                  <a:lnTo>
                    <a:pt x="19152" y="9908"/>
                  </a:lnTo>
                  <a:lnTo>
                    <a:pt x="23641" y="15805"/>
                  </a:lnTo>
                  <a:lnTo>
                    <a:pt x="24093" y="15487"/>
                  </a:lnTo>
                  <a:lnTo>
                    <a:pt x="19684" y="9510"/>
                  </a:lnTo>
                  <a:close/>
                  <a:moveTo>
                    <a:pt x="78280" y="10121"/>
                  </a:moveTo>
                  <a:lnTo>
                    <a:pt x="73738" y="15991"/>
                  </a:lnTo>
                  <a:lnTo>
                    <a:pt x="74189" y="16337"/>
                  </a:lnTo>
                  <a:lnTo>
                    <a:pt x="78811" y="10546"/>
                  </a:lnTo>
                  <a:lnTo>
                    <a:pt x="78280" y="10121"/>
                  </a:lnTo>
                  <a:close/>
                  <a:moveTo>
                    <a:pt x="17054" y="11608"/>
                  </a:moveTo>
                  <a:lnTo>
                    <a:pt x="16549" y="12033"/>
                  </a:lnTo>
                  <a:lnTo>
                    <a:pt x="21437" y="17611"/>
                  </a:lnTo>
                  <a:lnTo>
                    <a:pt x="21888" y="17240"/>
                  </a:lnTo>
                  <a:lnTo>
                    <a:pt x="17054" y="11608"/>
                  </a:lnTo>
                  <a:close/>
                  <a:moveTo>
                    <a:pt x="80856" y="12246"/>
                  </a:moveTo>
                  <a:lnTo>
                    <a:pt x="75916" y="17797"/>
                  </a:lnTo>
                  <a:lnTo>
                    <a:pt x="76367" y="18169"/>
                  </a:lnTo>
                  <a:lnTo>
                    <a:pt x="81361" y="12697"/>
                  </a:lnTo>
                  <a:lnTo>
                    <a:pt x="80856" y="12246"/>
                  </a:lnTo>
                  <a:close/>
                  <a:moveTo>
                    <a:pt x="14610" y="13866"/>
                  </a:moveTo>
                  <a:cubicBezTo>
                    <a:pt x="14451" y="13999"/>
                    <a:pt x="14291" y="14158"/>
                    <a:pt x="14132" y="14318"/>
                  </a:cubicBezTo>
                  <a:lnTo>
                    <a:pt x="19391" y="19551"/>
                  </a:lnTo>
                  <a:lnTo>
                    <a:pt x="19790" y="19179"/>
                  </a:lnTo>
                  <a:lnTo>
                    <a:pt x="14610" y="13866"/>
                  </a:lnTo>
                  <a:close/>
                  <a:moveTo>
                    <a:pt x="83300" y="14557"/>
                  </a:moveTo>
                  <a:lnTo>
                    <a:pt x="77988" y="19763"/>
                  </a:lnTo>
                  <a:cubicBezTo>
                    <a:pt x="78120" y="19869"/>
                    <a:pt x="78253" y="20029"/>
                    <a:pt x="78386" y="20161"/>
                  </a:cubicBezTo>
                  <a:lnTo>
                    <a:pt x="83752" y="15035"/>
                  </a:lnTo>
                  <a:cubicBezTo>
                    <a:pt x="83592" y="14876"/>
                    <a:pt x="83459" y="14716"/>
                    <a:pt x="83300" y="14557"/>
                  </a:cubicBezTo>
                  <a:close/>
                  <a:moveTo>
                    <a:pt x="12299" y="16257"/>
                  </a:moveTo>
                  <a:lnTo>
                    <a:pt x="11848" y="16762"/>
                  </a:lnTo>
                  <a:lnTo>
                    <a:pt x="17452" y="21622"/>
                  </a:lnTo>
                  <a:cubicBezTo>
                    <a:pt x="17585" y="21490"/>
                    <a:pt x="17691" y="21357"/>
                    <a:pt x="17824" y="21197"/>
                  </a:cubicBezTo>
                  <a:lnTo>
                    <a:pt x="12299" y="16257"/>
                  </a:lnTo>
                  <a:close/>
                  <a:moveTo>
                    <a:pt x="85531" y="17027"/>
                  </a:moveTo>
                  <a:lnTo>
                    <a:pt x="79900" y="21835"/>
                  </a:lnTo>
                  <a:cubicBezTo>
                    <a:pt x="80033" y="21968"/>
                    <a:pt x="80139" y="22127"/>
                    <a:pt x="80272" y="22260"/>
                  </a:cubicBezTo>
                  <a:lnTo>
                    <a:pt x="85983" y="17532"/>
                  </a:lnTo>
                  <a:lnTo>
                    <a:pt x="85531" y="17027"/>
                  </a:lnTo>
                  <a:close/>
                  <a:moveTo>
                    <a:pt x="10148" y="18833"/>
                  </a:moveTo>
                  <a:lnTo>
                    <a:pt x="9749" y="19365"/>
                  </a:lnTo>
                  <a:lnTo>
                    <a:pt x="15673" y="23827"/>
                  </a:lnTo>
                  <a:lnTo>
                    <a:pt x="16018" y="23402"/>
                  </a:lnTo>
                  <a:lnTo>
                    <a:pt x="10148" y="18833"/>
                  </a:lnTo>
                  <a:close/>
                  <a:moveTo>
                    <a:pt x="87630" y="19630"/>
                  </a:moveTo>
                  <a:lnTo>
                    <a:pt x="81680" y="24040"/>
                  </a:lnTo>
                  <a:lnTo>
                    <a:pt x="82025" y="24518"/>
                  </a:lnTo>
                  <a:lnTo>
                    <a:pt x="88028" y="20161"/>
                  </a:lnTo>
                  <a:lnTo>
                    <a:pt x="87630" y="19630"/>
                  </a:lnTo>
                  <a:close/>
                  <a:moveTo>
                    <a:pt x="8182" y="21543"/>
                  </a:moveTo>
                  <a:cubicBezTo>
                    <a:pt x="8076" y="21729"/>
                    <a:pt x="7943" y="21915"/>
                    <a:pt x="7810" y="22101"/>
                  </a:cubicBezTo>
                  <a:lnTo>
                    <a:pt x="14052" y="26165"/>
                  </a:lnTo>
                  <a:lnTo>
                    <a:pt x="14345" y="25686"/>
                  </a:lnTo>
                  <a:lnTo>
                    <a:pt x="8182" y="21543"/>
                  </a:lnTo>
                  <a:close/>
                  <a:moveTo>
                    <a:pt x="89542" y="22366"/>
                  </a:moveTo>
                  <a:lnTo>
                    <a:pt x="83273" y="26377"/>
                  </a:lnTo>
                  <a:cubicBezTo>
                    <a:pt x="83380" y="26536"/>
                    <a:pt x="83486" y="26696"/>
                    <a:pt x="83566" y="26855"/>
                  </a:cubicBezTo>
                  <a:lnTo>
                    <a:pt x="83592" y="26855"/>
                  </a:lnTo>
                  <a:lnTo>
                    <a:pt x="89887" y="22924"/>
                  </a:lnTo>
                  <a:cubicBezTo>
                    <a:pt x="89781" y="22738"/>
                    <a:pt x="89648" y="22552"/>
                    <a:pt x="89542" y="22366"/>
                  </a:cubicBezTo>
                  <a:close/>
                  <a:moveTo>
                    <a:pt x="6429" y="24411"/>
                  </a:moveTo>
                  <a:cubicBezTo>
                    <a:pt x="6296" y="24597"/>
                    <a:pt x="6190" y="24783"/>
                    <a:pt x="6084" y="24969"/>
                  </a:cubicBezTo>
                  <a:lnTo>
                    <a:pt x="12565" y="28582"/>
                  </a:lnTo>
                  <a:cubicBezTo>
                    <a:pt x="12671" y="28422"/>
                    <a:pt x="12751" y="28263"/>
                    <a:pt x="12857" y="28104"/>
                  </a:cubicBezTo>
                  <a:lnTo>
                    <a:pt x="6429" y="24411"/>
                  </a:lnTo>
                  <a:close/>
                  <a:moveTo>
                    <a:pt x="91242" y="25261"/>
                  </a:moveTo>
                  <a:lnTo>
                    <a:pt x="84734" y="28821"/>
                  </a:lnTo>
                  <a:cubicBezTo>
                    <a:pt x="84814" y="28980"/>
                    <a:pt x="84894" y="29140"/>
                    <a:pt x="85000" y="29325"/>
                  </a:cubicBezTo>
                  <a:lnTo>
                    <a:pt x="91561" y="25819"/>
                  </a:lnTo>
                  <a:lnTo>
                    <a:pt x="91242" y="25261"/>
                  </a:lnTo>
                  <a:close/>
                  <a:moveTo>
                    <a:pt x="4862" y="27360"/>
                  </a:moveTo>
                  <a:cubicBezTo>
                    <a:pt x="4756" y="27546"/>
                    <a:pt x="4649" y="27758"/>
                    <a:pt x="4570" y="27971"/>
                  </a:cubicBezTo>
                  <a:lnTo>
                    <a:pt x="11290" y="31132"/>
                  </a:lnTo>
                  <a:cubicBezTo>
                    <a:pt x="11370" y="30946"/>
                    <a:pt x="11449" y="30786"/>
                    <a:pt x="11529" y="30600"/>
                  </a:cubicBezTo>
                  <a:lnTo>
                    <a:pt x="4862" y="27360"/>
                  </a:lnTo>
                  <a:close/>
                  <a:moveTo>
                    <a:pt x="92730" y="28236"/>
                  </a:moveTo>
                  <a:lnTo>
                    <a:pt x="86009" y="31344"/>
                  </a:lnTo>
                  <a:cubicBezTo>
                    <a:pt x="86089" y="31504"/>
                    <a:pt x="86142" y="31690"/>
                    <a:pt x="86222" y="31849"/>
                  </a:cubicBezTo>
                  <a:lnTo>
                    <a:pt x="86248" y="31849"/>
                  </a:lnTo>
                  <a:lnTo>
                    <a:pt x="93022" y="28847"/>
                  </a:lnTo>
                  <a:cubicBezTo>
                    <a:pt x="92942" y="28635"/>
                    <a:pt x="92836" y="28422"/>
                    <a:pt x="92730" y="28236"/>
                  </a:cubicBezTo>
                  <a:close/>
                  <a:moveTo>
                    <a:pt x="3481" y="30415"/>
                  </a:moveTo>
                  <a:lnTo>
                    <a:pt x="3242" y="31052"/>
                  </a:lnTo>
                  <a:lnTo>
                    <a:pt x="10174" y="33735"/>
                  </a:lnTo>
                  <a:cubicBezTo>
                    <a:pt x="10227" y="33549"/>
                    <a:pt x="10307" y="33363"/>
                    <a:pt x="10387" y="33204"/>
                  </a:cubicBezTo>
                  <a:lnTo>
                    <a:pt x="10360" y="33204"/>
                  </a:lnTo>
                  <a:lnTo>
                    <a:pt x="3481" y="30415"/>
                  </a:lnTo>
                  <a:close/>
                  <a:moveTo>
                    <a:pt x="94031" y="31318"/>
                  </a:moveTo>
                  <a:lnTo>
                    <a:pt x="87098" y="33947"/>
                  </a:lnTo>
                  <a:cubicBezTo>
                    <a:pt x="87151" y="34107"/>
                    <a:pt x="87231" y="34293"/>
                    <a:pt x="87284" y="34479"/>
                  </a:cubicBezTo>
                  <a:lnTo>
                    <a:pt x="94270" y="31929"/>
                  </a:lnTo>
                  <a:lnTo>
                    <a:pt x="94031" y="31318"/>
                  </a:lnTo>
                  <a:close/>
                  <a:moveTo>
                    <a:pt x="2338" y="33575"/>
                  </a:moveTo>
                  <a:cubicBezTo>
                    <a:pt x="2285" y="33788"/>
                    <a:pt x="2206" y="34000"/>
                    <a:pt x="2153" y="34213"/>
                  </a:cubicBezTo>
                  <a:lnTo>
                    <a:pt x="9218" y="36418"/>
                  </a:lnTo>
                  <a:cubicBezTo>
                    <a:pt x="9298" y="36232"/>
                    <a:pt x="9351" y="36046"/>
                    <a:pt x="9404" y="35860"/>
                  </a:cubicBezTo>
                  <a:lnTo>
                    <a:pt x="2338" y="33575"/>
                  </a:lnTo>
                  <a:close/>
                  <a:moveTo>
                    <a:pt x="95120" y="34479"/>
                  </a:moveTo>
                  <a:lnTo>
                    <a:pt x="88001" y="36630"/>
                  </a:lnTo>
                  <a:cubicBezTo>
                    <a:pt x="88055" y="36816"/>
                    <a:pt x="88108" y="37002"/>
                    <a:pt x="88161" y="37188"/>
                  </a:cubicBezTo>
                  <a:lnTo>
                    <a:pt x="95306" y="35116"/>
                  </a:lnTo>
                  <a:cubicBezTo>
                    <a:pt x="95226" y="34904"/>
                    <a:pt x="95173" y="34691"/>
                    <a:pt x="95120" y="34479"/>
                  </a:cubicBezTo>
                  <a:close/>
                  <a:moveTo>
                    <a:pt x="1435" y="36789"/>
                  </a:moveTo>
                  <a:lnTo>
                    <a:pt x="1276" y="37454"/>
                  </a:lnTo>
                  <a:lnTo>
                    <a:pt x="8501" y="39154"/>
                  </a:lnTo>
                  <a:cubicBezTo>
                    <a:pt x="8527" y="38968"/>
                    <a:pt x="8581" y="38755"/>
                    <a:pt x="8634" y="38596"/>
                  </a:cubicBezTo>
                  <a:lnTo>
                    <a:pt x="1435" y="36789"/>
                  </a:lnTo>
                  <a:close/>
                  <a:moveTo>
                    <a:pt x="95970" y="37693"/>
                  </a:moveTo>
                  <a:lnTo>
                    <a:pt x="88745" y="39366"/>
                  </a:lnTo>
                  <a:cubicBezTo>
                    <a:pt x="88772" y="39552"/>
                    <a:pt x="88825" y="39738"/>
                    <a:pt x="88851" y="39924"/>
                  </a:cubicBezTo>
                  <a:lnTo>
                    <a:pt x="96103" y="38357"/>
                  </a:lnTo>
                  <a:cubicBezTo>
                    <a:pt x="96076" y="38144"/>
                    <a:pt x="96023" y="37932"/>
                    <a:pt x="95970" y="37693"/>
                  </a:cubicBezTo>
                  <a:close/>
                  <a:moveTo>
                    <a:pt x="745" y="40057"/>
                  </a:moveTo>
                  <a:cubicBezTo>
                    <a:pt x="692" y="40296"/>
                    <a:pt x="665" y="40508"/>
                    <a:pt x="638" y="40721"/>
                  </a:cubicBezTo>
                  <a:lnTo>
                    <a:pt x="7943" y="41916"/>
                  </a:lnTo>
                  <a:cubicBezTo>
                    <a:pt x="7970" y="41757"/>
                    <a:pt x="7996" y="41544"/>
                    <a:pt x="8023" y="41358"/>
                  </a:cubicBezTo>
                  <a:lnTo>
                    <a:pt x="8049" y="41358"/>
                  </a:lnTo>
                  <a:lnTo>
                    <a:pt x="745" y="40057"/>
                  </a:lnTo>
                  <a:close/>
                  <a:moveTo>
                    <a:pt x="96608" y="40986"/>
                  </a:moveTo>
                  <a:lnTo>
                    <a:pt x="89276" y="42155"/>
                  </a:lnTo>
                  <a:cubicBezTo>
                    <a:pt x="89303" y="42341"/>
                    <a:pt x="89330" y="42527"/>
                    <a:pt x="89356" y="42713"/>
                  </a:cubicBezTo>
                  <a:lnTo>
                    <a:pt x="96687" y="41650"/>
                  </a:lnTo>
                  <a:lnTo>
                    <a:pt x="96608" y="40986"/>
                  </a:lnTo>
                  <a:close/>
                  <a:moveTo>
                    <a:pt x="267" y="43377"/>
                  </a:moveTo>
                  <a:cubicBezTo>
                    <a:pt x="240" y="43589"/>
                    <a:pt x="213" y="43828"/>
                    <a:pt x="187" y="44041"/>
                  </a:cubicBezTo>
                  <a:lnTo>
                    <a:pt x="7571" y="44732"/>
                  </a:lnTo>
                  <a:cubicBezTo>
                    <a:pt x="7598" y="44546"/>
                    <a:pt x="7624" y="44360"/>
                    <a:pt x="7651" y="44174"/>
                  </a:cubicBezTo>
                  <a:lnTo>
                    <a:pt x="7624" y="44174"/>
                  </a:lnTo>
                  <a:lnTo>
                    <a:pt x="267" y="43377"/>
                  </a:lnTo>
                  <a:close/>
                  <a:moveTo>
                    <a:pt x="97006" y="44307"/>
                  </a:moveTo>
                  <a:lnTo>
                    <a:pt x="89595" y="44971"/>
                  </a:lnTo>
                  <a:cubicBezTo>
                    <a:pt x="89622" y="45157"/>
                    <a:pt x="89648" y="45343"/>
                    <a:pt x="89648" y="45528"/>
                  </a:cubicBezTo>
                  <a:lnTo>
                    <a:pt x="97059" y="44971"/>
                  </a:lnTo>
                  <a:cubicBezTo>
                    <a:pt x="97059" y="44758"/>
                    <a:pt x="97006" y="44546"/>
                    <a:pt x="97006" y="44307"/>
                  </a:cubicBezTo>
                  <a:close/>
                  <a:moveTo>
                    <a:pt x="28" y="46724"/>
                  </a:moveTo>
                  <a:cubicBezTo>
                    <a:pt x="28" y="46936"/>
                    <a:pt x="1" y="47175"/>
                    <a:pt x="1" y="47388"/>
                  </a:cubicBezTo>
                  <a:lnTo>
                    <a:pt x="7412" y="47574"/>
                  </a:lnTo>
                  <a:cubicBezTo>
                    <a:pt x="7412" y="47388"/>
                    <a:pt x="7438" y="47175"/>
                    <a:pt x="7438" y="46989"/>
                  </a:cubicBezTo>
                  <a:lnTo>
                    <a:pt x="28" y="46724"/>
                  </a:lnTo>
                  <a:close/>
                  <a:moveTo>
                    <a:pt x="97192" y="47653"/>
                  </a:moveTo>
                  <a:lnTo>
                    <a:pt x="89781" y="47786"/>
                  </a:lnTo>
                  <a:cubicBezTo>
                    <a:pt x="89755" y="47972"/>
                    <a:pt x="89755" y="48185"/>
                    <a:pt x="89781" y="48371"/>
                  </a:cubicBezTo>
                  <a:lnTo>
                    <a:pt x="97192" y="48318"/>
                  </a:lnTo>
                  <a:lnTo>
                    <a:pt x="97192" y="47653"/>
                  </a:lnTo>
                  <a:close/>
                  <a:moveTo>
                    <a:pt x="89781" y="48583"/>
                  </a:moveTo>
                  <a:lnTo>
                    <a:pt x="89781" y="49141"/>
                  </a:lnTo>
                  <a:lnTo>
                    <a:pt x="97192" y="49247"/>
                  </a:lnTo>
                  <a:lnTo>
                    <a:pt x="97192" y="48583"/>
                  </a:lnTo>
                  <a:close/>
                  <a:moveTo>
                    <a:pt x="7412" y="49832"/>
                  </a:moveTo>
                  <a:lnTo>
                    <a:pt x="1" y="50044"/>
                  </a:lnTo>
                  <a:cubicBezTo>
                    <a:pt x="1" y="50257"/>
                    <a:pt x="1" y="50496"/>
                    <a:pt x="28" y="50708"/>
                  </a:cubicBezTo>
                  <a:lnTo>
                    <a:pt x="7438" y="50389"/>
                  </a:lnTo>
                  <a:lnTo>
                    <a:pt x="7412" y="49832"/>
                  </a:lnTo>
                  <a:close/>
                  <a:moveTo>
                    <a:pt x="89675" y="51425"/>
                  </a:moveTo>
                  <a:cubicBezTo>
                    <a:pt x="89648" y="51611"/>
                    <a:pt x="89648" y="51797"/>
                    <a:pt x="89622" y="51983"/>
                  </a:cubicBezTo>
                  <a:lnTo>
                    <a:pt x="97033" y="52594"/>
                  </a:lnTo>
                  <a:cubicBezTo>
                    <a:pt x="97033" y="52355"/>
                    <a:pt x="97059" y="52142"/>
                    <a:pt x="97086" y="51930"/>
                  </a:cubicBezTo>
                  <a:lnTo>
                    <a:pt x="89675" y="51425"/>
                  </a:lnTo>
                  <a:close/>
                  <a:moveTo>
                    <a:pt x="7598" y="52674"/>
                  </a:moveTo>
                  <a:lnTo>
                    <a:pt x="213" y="53391"/>
                  </a:lnTo>
                  <a:cubicBezTo>
                    <a:pt x="240" y="53603"/>
                    <a:pt x="267" y="53816"/>
                    <a:pt x="293" y="54055"/>
                  </a:cubicBezTo>
                  <a:lnTo>
                    <a:pt x="7651" y="53232"/>
                  </a:lnTo>
                  <a:lnTo>
                    <a:pt x="7598" y="52674"/>
                  </a:lnTo>
                  <a:close/>
                  <a:moveTo>
                    <a:pt x="89409" y="54241"/>
                  </a:moveTo>
                  <a:cubicBezTo>
                    <a:pt x="89356" y="54427"/>
                    <a:pt x="89330" y="54613"/>
                    <a:pt x="89330" y="54799"/>
                  </a:cubicBezTo>
                  <a:lnTo>
                    <a:pt x="96661" y="55914"/>
                  </a:lnTo>
                  <a:cubicBezTo>
                    <a:pt x="96687" y="55675"/>
                    <a:pt x="96714" y="55463"/>
                    <a:pt x="96740" y="55250"/>
                  </a:cubicBezTo>
                  <a:lnTo>
                    <a:pt x="89409" y="54241"/>
                  </a:lnTo>
                  <a:close/>
                  <a:moveTo>
                    <a:pt x="7970" y="55463"/>
                  </a:moveTo>
                  <a:lnTo>
                    <a:pt x="665" y="56711"/>
                  </a:lnTo>
                  <a:cubicBezTo>
                    <a:pt x="718" y="56924"/>
                    <a:pt x="745" y="57136"/>
                    <a:pt x="798" y="57375"/>
                  </a:cubicBezTo>
                  <a:lnTo>
                    <a:pt x="8102" y="56047"/>
                  </a:lnTo>
                  <a:cubicBezTo>
                    <a:pt x="8049" y="55835"/>
                    <a:pt x="7996" y="55649"/>
                    <a:pt x="7970" y="55463"/>
                  </a:cubicBezTo>
                  <a:close/>
                  <a:moveTo>
                    <a:pt x="88905" y="57030"/>
                  </a:moveTo>
                  <a:cubicBezTo>
                    <a:pt x="88854" y="57208"/>
                    <a:pt x="88827" y="57385"/>
                    <a:pt x="88779" y="57563"/>
                  </a:cubicBezTo>
                  <a:lnTo>
                    <a:pt x="88779" y="57563"/>
                  </a:lnTo>
                  <a:lnTo>
                    <a:pt x="88772" y="57561"/>
                  </a:lnTo>
                  <a:lnTo>
                    <a:pt x="88772" y="57588"/>
                  </a:lnTo>
                  <a:cubicBezTo>
                    <a:pt x="88774" y="57579"/>
                    <a:pt x="88776" y="57571"/>
                    <a:pt x="88779" y="57563"/>
                  </a:cubicBezTo>
                  <a:lnTo>
                    <a:pt x="88779" y="57563"/>
                  </a:lnTo>
                  <a:lnTo>
                    <a:pt x="96023" y="59208"/>
                  </a:lnTo>
                  <a:cubicBezTo>
                    <a:pt x="96076" y="58996"/>
                    <a:pt x="96130" y="58757"/>
                    <a:pt x="96156" y="58544"/>
                  </a:cubicBezTo>
                  <a:lnTo>
                    <a:pt x="88905" y="57030"/>
                  </a:lnTo>
                  <a:close/>
                  <a:moveTo>
                    <a:pt x="8554" y="58252"/>
                  </a:moveTo>
                  <a:lnTo>
                    <a:pt x="1329" y="59978"/>
                  </a:lnTo>
                  <a:lnTo>
                    <a:pt x="1488" y="60642"/>
                  </a:lnTo>
                  <a:lnTo>
                    <a:pt x="8687" y="58810"/>
                  </a:lnTo>
                  <a:cubicBezTo>
                    <a:pt x="8634" y="58624"/>
                    <a:pt x="8581" y="58438"/>
                    <a:pt x="8554" y="58252"/>
                  </a:cubicBezTo>
                  <a:close/>
                  <a:moveTo>
                    <a:pt x="88241" y="59766"/>
                  </a:moveTo>
                  <a:cubicBezTo>
                    <a:pt x="88161" y="59978"/>
                    <a:pt x="88134" y="60138"/>
                    <a:pt x="88081" y="60324"/>
                  </a:cubicBezTo>
                  <a:lnTo>
                    <a:pt x="95173" y="62449"/>
                  </a:lnTo>
                  <a:cubicBezTo>
                    <a:pt x="95253" y="62236"/>
                    <a:pt x="95306" y="62024"/>
                    <a:pt x="95359" y="61785"/>
                  </a:cubicBezTo>
                  <a:lnTo>
                    <a:pt x="88241" y="59766"/>
                  </a:lnTo>
                  <a:close/>
                  <a:moveTo>
                    <a:pt x="9298" y="60988"/>
                  </a:moveTo>
                  <a:lnTo>
                    <a:pt x="2232" y="63192"/>
                  </a:lnTo>
                  <a:cubicBezTo>
                    <a:pt x="2285" y="63405"/>
                    <a:pt x="2365" y="63644"/>
                    <a:pt x="2418" y="63856"/>
                  </a:cubicBezTo>
                  <a:lnTo>
                    <a:pt x="9484" y="61519"/>
                  </a:lnTo>
                  <a:cubicBezTo>
                    <a:pt x="9404" y="61333"/>
                    <a:pt x="9351" y="61147"/>
                    <a:pt x="9298" y="60988"/>
                  </a:cubicBezTo>
                  <a:close/>
                  <a:moveTo>
                    <a:pt x="87391" y="62475"/>
                  </a:moveTo>
                  <a:cubicBezTo>
                    <a:pt x="87311" y="62661"/>
                    <a:pt x="87231" y="62847"/>
                    <a:pt x="87178" y="63006"/>
                  </a:cubicBezTo>
                  <a:lnTo>
                    <a:pt x="94111" y="65610"/>
                  </a:lnTo>
                  <a:lnTo>
                    <a:pt x="94350" y="64972"/>
                  </a:lnTo>
                  <a:lnTo>
                    <a:pt x="87391" y="62475"/>
                  </a:lnTo>
                  <a:close/>
                  <a:moveTo>
                    <a:pt x="10254" y="63671"/>
                  </a:moveTo>
                  <a:lnTo>
                    <a:pt x="3348" y="66380"/>
                  </a:lnTo>
                  <a:cubicBezTo>
                    <a:pt x="3427" y="66592"/>
                    <a:pt x="3507" y="66778"/>
                    <a:pt x="3587" y="66991"/>
                  </a:cubicBezTo>
                  <a:lnTo>
                    <a:pt x="10466" y="64175"/>
                  </a:lnTo>
                  <a:lnTo>
                    <a:pt x="10254" y="63671"/>
                  </a:lnTo>
                  <a:close/>
                  <a:moveTo>
                    <a:pt x="86301" y="65105"/>
                  </a:moveTo>
                  <a:cubicBezTo>
                    <a:pt x="86250" y="65283"/>
                    <a:pt x="86175" y="65462"/>
                    <a:pt x="86099" y="65640"/>
                  </a:cubicBezTo>
                  <a:lnTo>
                    <a:pt x="86099" y="65640"/>
                  </a:lnTo>
                  <a:lnTo>
                    <a:pt x="86089" y="65636"/>
                  </a:lnTo>
                  <a:lnTo>
                    <a:pt x="86089" y="65663"/>
                  </a:lnTo>
                  <a:cubicBezTo>
                    <a:pt x="86092" y="65655"/>
                    <a:pt x="86095" y="65648"/>
                    <a:pt x="86099" y="65640"/>
                  </a:cubicBezTo>
                  <a:lnTo>
                    <a:pt x="86099" y="65640"/>
                  </a:lnTo>
                  <a:lnTo>
                    <a:pt x="92836" y="68717"/>
                  </a:lnTo>
                  <a:cubicBezTo>
                    <a:pt x="92915" y="68505"/>
                    <a:pt x="93022" y="68319"/>
                    <a:pt x="93101" y="68106"/>
                  </a:cubicBezTo>
                  <a:lnTo>
                    <a:pt x="86301" y="65105"/>
                  </a:lnTo>
                  <a:close/>
                  <a:moveTo>
                    <a:pt x="11370" y="66247"/>
                  </a:moveTo>
                  <a:lnTo>
                    <a:pt x="4676" y="69435"/>
                  </a:lnTo>
                  <a:lnTo>
                    <a:pt x="4968" y="70045"/>
                  </a:lnTo>
                  <a:lnTo>
                    <a:pt x="11635" y="66752"/>
                  </a:lnTo>
                  <a:cubicBezTo>
                    <a:pt x="11529" y="66592"/>
                    <a:pt x="11449" y="66406"/>
                    <a:pt x="11370" y="66247"/>
                  </a:cubicBezTo>
                  <a:close/>
                  <a:moveTo>
                    <a:pt x="85080" y="67681"/>
                  </a:moveTo>
                  <a:lnTo>
                    <a:pt x="84814" y="68186"/>
                  </a:lnTo>
                  <a:lnTo>
                    <a:pt x="91348" y="71719"/>
                  </a:lnTo>
                  <a:lnTo>
                    <a:pt x="91640" y="71135"/>
                  </a:lnTo>
                  <a:lnTo>
                    <a:pt x="85080" y="67681"/>
                  </a:lnTo>
                  <a:close/>
                  <a:moveTo>
                    <a:pt x="12671" y="68744"/>
                  </a:moveTo>
                  <a:lnTo>
                    <a:pt x="12671" y="68770"/>
                  </a:lnTo>
                  <a:lnTo>
                    <a:pt x="6217" y="72383"/>
                  </a:lnTo>
                  <a:cubicBezTo>
                    <a:pt x="6323" y="72595"/>
                    <a:pt x="6429" y="72781"/>
                    <a:pt x="6535" y="72967"/>
                  </a:cubicBezTo>
                  <a:lnTo>
                    <a:pt x="12963" y="69249"/>
                  </a:lnTo>
                  <a:cubicBezTo>
                    <a:pt x="12857" y="69089"/>
                    <a:pt x="12777" y="68930"/>
                    <a:pt x="12671" y="68744"/>
                  </a:cubicBezTo>
                  <a:close/>
                  <a:moveTo>
                    <a:pt x="83698" y="70152"/>
                  </a:moveTo>
                  <a:lnTo>
                    <a:pt x="83380" y="70630"/>
                  </a:lnTo>
                  <a:lnTo>
                    <a:pt x="89648" y="74614"/>
                  </a:lnTo>
                  <a:cubicBezTo>
                    <a:pt x="89781" y="74428"/>
                    <a:pt x="89887" y="74242"/>
                    <a:pt x="89994" y="74056"/>
                  </a:cubicBezTo>
                  <a:lnTo>
                    <a:pt x="83698" y="70152"/>
                  </a:lnTo>
                  <a:close/>
                  <a:moveTo>
                    <a:pt x="14132" y="71161"/>
                  </a:moveTo>
                  <a:lnTo>
                    <a:pt x="7943" y="75252"/>
                  </a:lnTo>
                  <a:cubicBezTo>
                    <a:pt x="8076" y="75438"/>
                    <a:pt x="8182" y="75624"/>
                    <a:pt x="8315" y="75810"/>
                  </a:cubicBezTo>
                  <a:lnTo>
                    <a:pt x="14451" y="71639"/>
                  </a:lnTo>
                  <a:cubicBezTo>
                    <a:pt x="14345" y="71480"/>
                    <a:pt x="14238" y="71320"/>
                    <a:pt x="14132" y="71161"/>
                  </a:cubicBezTo>
                  <a:close/>
                  <a:moveTo>
                    <a:pt x="82131" y="72489"/>
                  </a:moveTo>
                  <a:lnTo>
                    <a:pt x="81786" y="72967"/>
                  </a:lnTo>
                  <a:lnTo>
                    <a:pt x="87762" y="77350"/>
                  </a:lnTo>
                  <a:lnTo>
                    <a:pt x="88161" y="76819"/>
                  </a:lnTo>
                  <a:lnTo>
                    <a:pt x="82131" y="72489"/>
                  </a:lnTo>
                  <a:close/>
                  <a:moveTo>
                    <a:pt x="15779" y="73472"/>
                  </a:moveTo>
                  <a:lnTo>
                    <a:pt x="9882" y="77961"/>
                  </a:lnTo>
                  <a:cubicBezTo>
                    <a:pt x="10015" y="78147"/>
                    <a:pt x="10148" y="78333"/>
                    <a:pt x="10281" y="78492"/>
                  </a:cubicBezTo>
                  <a:lnTo>
                    <a:pt x="16124" y="73924"/>
                  </a:lnTo>
                  <a:lnTo>
                    <a:pt x="15779" y="73472"/>
                  </a:lnTo>
                  <a:close/>
                  <a:moveTo>
                    <a:pt x="80378" y="74747"/>
                  </a:moveTo>
                  <a:lnTo>
                    <a:pt x="80033" y="75199"/>
                  </a:lnTo>
                  <a:lnTo>
                    <a:pt x="85664" y="80006"/>
                  </a:lnTo>
                  <a:cubicBezTo>
                    <a:pt x="85823" y="79820"/>
                    <a:pt x="85956" y="79661"/>
                    <a:pt x="86089" y="79475"/>
                  </a:cubicBezTo>
                  <a:lnTo>
                    <a:pt x="80378" y="74747"/>
                  </a:lnTo>
                  <a:close/>
                  <a:moveTo>
                    <a:pt x="17585" y="75677"/>
                  </a:moveTo>
                  <a:lnTo>
                    <a:pt x="11981" y="80564"/>
                  </a:lnTo>
                  <a:lnTo>
                    <a:pt x="12432" y="81069"/>
                  </a:lnTo>
                  <a:lnTo>
                    <a:pt x="17957" y="76102"/>
                  </a:lnTo>
                  <a:cubicBezTo>
                    <a:pt x="17824" y="75969"/>
                    <a:pt x="17691" y="75810"/>
                    <a:pt x="17585" y="75677"/>
                  </a:cubicBezTo>
                  <a:close/>
                  <a:moveTo>
                    <a:pt x="78492" y="76872"/>
                  </a:moveTo>
                  <a:lnTo>
                    <a:pt x="78120" y="77297"/>
                  </a:lnTo>
                  <a:lnTo>
                    <a:pt x="83433" y="82450"/>
                  </a:lnTo>
                  <a:cubicBezTo>
                    <a:pt x="83566" y="82291"/>
                    <a:pt x="83725" y="82131"/>
                    <a:pt x="83884" y="81972"/>
                  </a:cubicBezTo>
                  <a:lnTo>
                    <a:pt x="78492" y="76872"/>
                  </a:lnTo>
                  <a:close/>
                  <a:moveTo>
                    <a:pt x="19524" y="77749"/>
                  </a:moveTo>
                  <a:lnTo>
                    <a:pt x="14291" y="83008"/>
                  </a:lnTo>
                  <a:lnTo>
                    <a:pt x="14743" y="83459"/>
                  </a:lnTo>
                  <a:lnTo>
                    <a:pt x="19923" y="78147"/>
                  </a:lnTo>
                  <a:lnTo>
                    <a:pt x="19524" y="77749"/>
                  </a:lnTo>
                  <a:close/>
                  <a:moveTo>
                    <a:pt x="76473" y="78864"/>
                  </a:moveTo>
                  <a:lnTo>
                    <a:pt x="76048" y="79263"/>
                  </a:lnTo>
                  <a:lnTo>
                    <a:pt x="81016" y="84788"/>
                  </a:lnTo>
                  <a:lnTo>
                    <a:pt x="81494" y="84336"/>
                  </a:lnTo>
                  <a:lnTo>
                    <a:pt x="76473" y="78864"/>
                  </a:lnTo>
                  <a:close/>
                  <a:moveTo>
                    <a:pt x="21596" y="79688"/>
                  </a:moveTo>
                  <a:lnTo>
                    <a:pt x="16735" y="85292"/>
                  </a:lnTo>
                  <a:lnTo>
                    <a:pt x="17240" y="85717"/>
                  </a:lnTo>
                  <a:lnTo>
                    <a:pt x="22021" y="80059"/>
                  </a:lnTo>
                  <a:lnTo>
                    <a:pt x="21596" y="79688"/>
                  </a:lnTo>
                  <a:close/>
                  <a:moveTo>
                    <a:pt x="74322" y="80724"/>
                  </a:moveTo>
                  <a:lnTo>
                    <a:pt x="73897" y="81069"/>
                  </a:lnTo>
                  <a:lnTo>
                    <a:pt x="78466" y="86913"/>
                  </a:lnTo>
                  <a:lnTo>
                    <a:pt x="78970" y="86514"/>
                  </a:lnTo>
                  <a:lnTo>
                    <a:pt x="74322" y="80724"/>
                  </a:lnTo>
                  <a:close/>
                  <a:moveTo>
                    <a:pt x="23801" y="81467"/>
                  </a:moveTo>
                  <a:lnTo>
                    <a:pt x="19312" y="87391"/>
                  </a:lnTo>
                  <a:lnTo>
                    <a:pt x="19843" y="87789"/>
                  </a:lnTo>
                  <a:lnTo>
                    <a:pt x="24252" y="81813"/>
                  </a:lnTo>
                  <a:lnTo>
                    <a:pt x="23801" y="81467"/>
                  </a:lnTo>
                  <a:close/>
                  <a:moveTo>
                    <a:pt x="72064" y="82424"/>
                  </a:moveTo>
                  <a:cubicBezTo>
                    <a:pt x="71905" y="82530"/>
                    <a:pt x="71772" y="82636"/>
                    <a:pt x="71613" y="82742"/>
                  </a:cubicBezTo>
                  <a:lnTo>
                    <a:pt x="75756" y="88905"/>
                  </a:lnTo>
                  <a:lnTo>
                    <a:pt x="76314" y="88506"/>
                  </a:lnTo>
                  <a:lnTo>
                    <a:pt x="72064" y="82424"/>
                  </a:lnTo>
                  <a:close/>
                  <a:moveTo>
                    <a:pt x="26112" y="83088"/>
                  </a:moveTo>
                  <a:lnTo>
                    <a:pt x="26112" y="83114"/>
                  </a:lnTo>
                  <a:lnTo>
                    <a:pt x="22074" y="89330"/>
                  </a:lnTo>
                  <a:cubicBezTo>
                    <a:pt x="22260" y="89436"/>
                    <a:pt x="22446" y="89569"/>
                    <a:pt x="22632" y="89675"/>
                  </a:cubicBezTo>
                  <a:lnTo>
                    <a:pt x="26590" y="83406"/>
                  </a:lnTo>
                  <a:cubicBezTo>
                    <a:pt x="26430" y="83300"/>
                    <a:pt x="26271" y="83194"/>
                    <a:pt x="26112" y="83088"/>
                  </a:cubicBezTo>
                  <a:close/>
                  <a:moveTo>
                    <a:pt x="69700" y="83964"/>
                  </a:moveTo>
                  <a:cubicBezTo>
                    <a:pt x="69514" y="84044"/>
                    <a:pt x="69355" y="84150"/>
                    <a:pt x="69195" y="84256"/>
                  </a:cubicBezTo>
                  <a:lnTo>
                    <a:pt x="72941" y="90658"/>
                  </a:lnTo>
                  <a:lnTo>
                    <a:pt x="73499" y="90313"/>
                  </a:lnTo>
                  <a:lnTo>
                    <a:pt x="69700" y="83964"/>
                  </a:lnTo>
                  <a:close/>
                  <a:moveTo>
                    <a:pt x="28555" y="84575"/>
                  </a:moveTo>
                  <a:lnTo>
                    <a:pt x="24943" y="91056"/>
                  </a:lnTo>
                  <a:lnTo>
                    <a:pt x="25527" y="91375"/>
                  </a:lnTo>
                  <a:lnTo>
                    <a:pt x="29060" y="84867"/>
                  </a:lnTo>
                  <a:lnTo>
                    <a:pt x="28555" y="84575"/>
                  </a:lnTo>
                  <a:close/>
                  <a:moveTo>
                    <a:pt x="67203" y="85319"/>
                  </a:moveTo>
                  <a:lnTo>
                    <a:pt x="66699" y="85584"/>
                  </a:lnTo>
                  <a:lnTo>
                    <a:pt x="69966" y="92225"/>
                  </a:lnTo>
                  <a:lnTo>
                    <a:pt x="70577" y="91933"/>
                  </a:lnTo>
                  <a:lnTo>
                    <a:pt x="67203" y="85319"/>
                  </a:lnTo>
                  <a:close/>
                  <a:moveTo>
                    <a:pt x="31079" y="85877"/>
                  </a:moveTo>
                  <a:lnTo>
                    <a:pt x="27918" y="92597"/>
                  </a:lnTo>
                  <a:lnTo>
                    <a:pt x="28529" y="92863"/>
                  </a:lnTo>
                  <a:lnTo>
                    <a:pt x="31610" y="86116"/>
                  </a:lnTo>
                  <a:lnTo>
                    <a:pt x="31079" y="85877"/>
                  </a:lnTo>
                  <a:close/>
                  <a:moveTo>
                    <a:pt x="64653" y="86514"/>
                  </a:moveTo>
                  <a:lnTo>
                    <a:pt x="64122" y="86727"/>
                  </a:lnTo>
                  <a:lnTo>
                    <a:pt x="66911" y="93606"/>
                  </a:lnTo>
                  <a:cubicBezTo>
                    <a:pt x="67124" y="93527"/>
                    <a:pt x="67336" y="93420"/>
                    <a:pt x="67549" y="93341"/>
                  </a:cubicBezTo>
                  <a:lnTo>
                    <a:pt x="64653" y="86514"/>
                  </a:lnTo>
                  <a:close/>
                  <a:moveTo>
                    <a:pt x="33682" y="86992"/>
                  </a:moveTo>
                  <a:lnTo>
                    <a:pt x="30999" y="93898"/>
                  </a:lnTo>
                  <a:lnTo>
                    <a:pt x="31610" y="94137"/>
                  </a:lnTo>
                  <a:lnTo>
                    <a:pt x="34213" y="87178"/>
                  </a:lnTo>
                  <a:lnTo>
                    <a:pt x="33682" y="86992"/>
                  </a:lnTo>
                  <a:close/>
                  <a:moveTo>
                    <a:pt x="61997" y="87523"/>
                  </a:moveTo>
                  <a:lnTo>
                    <a:pt x="61466" y="87709"/>
                  </a:lnTo>
                  <a:lnTo>
                    <a:pt x="63803" y="94748"/>
                  </a:lnTo>
                  <a:lnTo>
                    <a:pt x="64414" y="94536"/>
                  </a:lnTo>
                  <a:lnTo>
                    <a:pt x="61997" y="87523"/>
                  </a:lnTo>
                  <a:close/>
                  <a:moveTo>
                    <a:pt x="36365" y="87922"/>
                  </a:moveTo>
                  <a:lnTo>
                    <a:pt x="34160" y="95014"/>
                  </a:lnTo>
                  <a:cubicBezTo>
                    <a:pt x="34372" y="95094"/>
                    <a:pt x="34585" y="95147"/>
                    <a:pt x="34797" y="95200"/>
                  </a:cubicBezTo>
                  <a:lnTo>
                    <a:pt x="36922" y="88081"/>
                  </a:lnTo>
                  <a:lnTo>
                    <a:pt x="36365" y="87922"/>
                  </a:lnTo>
                  <a:close/>
                  <a:moveTo>
                    <a:pt x="59288" y="88347"/>
                  </a:moveTo>
                  <a:lnTo>
                    <a:pt x="58757" y="88506"/>
                  </a:lnTo>
                  <a:lnTo>
                    <a:pt x="60563" y="95678"/>
                  </a:lnTo>
                  <a:lnTo>
                    <a:pt x="61227" y="95519"/>
                  </a:lnTo>
                  <a:lnTo>
                    <a:pt x="59288" y="88347"/>
                  </a:lnTo>
                  <a:close/>
                  <a:moveTo>
                    <a:pt x="39100" y="88666"/>
                  </a:moveTo>
                  <a:lnTo>
                    <a:pt x="37374" y="95891"/>
                  </a:lnTo>
                  <a:lnTo>
                    <a:pt x="38038" y="96023"/>
                  </a:lnTo>
                  <a:lnTo>
                    <a:pt x="39632" y="88798"/>
                  </a:lnTo>
                  <a:lnTo>
                    <a:pt x="39100" y="88666"/>
                  </a:lnTo>
                  <a:close/>
                  <a:moveTo>
                    <a:pt x="56525" y="88984"/>
                  </a:moveTo>
                  <a:lnTo>
                    <a:pt x="55994" y="89091"/>
                  </a:lnTo>
                  <a:lnTo>
                    <a:pt x="57296" y="96395"/>
                  </a:lnTo>
                  <a:lnTo>
                    <a:pt x="57960" y="96262"/>
                  </a:lnTo>
                  <a:lnTo>
                    <a:pt x="56525" y="88984"/>
                  </a:lnTo>
                  <a:close/>
                  <a:moveTo>
                    <a:pt x="41863" y="89223"/>
                  </a:moveTo>
                  <a:lnTo>
                    <a:pt x="40668" y="96528"/>
                  </a:lnTo>
                  <a:lnTo>
                    <a:pt x="41332" y="96634"/>
                  </a:lnTo>
                  <a:lnTo>
                    <a:pt x="42421" y="89303"/>
                  </a:lnTo>
                  <a:lnTo>
                    <a:pt x="41863" y="89223"/>
                  </a:lnTo>
                  <a:close/>
                  <a:moveTo>
                    <a:pt x="53736" y="89436"/>
                  </a:moveTo>
                  <a:lnTo>
                    <a:pt x="53178" y="89516"/>
                  </a:lnTo>
                  <a:lnTo>
                    <a:pt x="53975" y="96900"/>
                  </a:lnTo>
                  <a:lnTo>
                    <a:pt x="54639" y="96820"/>
                  </a:lnTo>
                  <a:lnTo>
                    <a:pt x="53736" y="89436"/>
                  </a:lnTo>
                  <a:close/>
                  <a:moveTo>
                    <a:pt x="44679" y="89569"/>
                  </a:moveTo>
                  <a:lnTo>
                    <a:pt x="43988" y="96953"/>
                  </a:lnTo>
                  <a:lnTo>
                    <a:pt x="44652" y="97006"/>
                  </a:lnTo>
                  <a:lnTo>
                    <a:pt x="45236" y="89622"/>
                  </a:lnTo>
                  <a:lnTo>
                    <a:pt x="44679" y="89569"/>
                  </a:lnTo>
                  <a:close/>
                  <a:moveTo>
                    <a:pt x="50921" y="89702"/>
                  </a:moveTo>
                  <a:lnTo>
                    <a:pt x="50336" y="89728"/>
                  </a:lnTo>
                  <a:lnTo>
                    <a:pt x="50682" y="97139"/>
                  </a:lnTo>
                  <a:lnTo>
                    <a:pt x="51346" y="97112"/>
                  </a:lnTo>
                  <a:lnTo>
                    <a:pt x="50921" y="89702"/>
                  </a:lnTo>
                  <a:close/>
                  <a:moveTo>
                    <a:pt x="47494" y="89755"/>
                  </a:moveTo>
                  <a:lnTo>
                    <a:pt x="47308" y="97166"/>
                  </a:lnTo>
                  <a:lnTo>
                    <a:pt x="47972" y="97166"/>
                  </a:lnTo>
                  <a:lnTo>
                    <a:pt x="48079" y="8975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30"/>
            <p:cNvSpPr/>
            <p:nvPr/>
          </p:nvSpPr>
          <p:spPr>
            <a:xfrm>
              <a:off x="3799350" y="4660275"/>
              <a:ext cx="1545300" cy="350650"/>
            </a:xfrm>
            <a:custGeom>
              <a:avLst/>
              <a:gdLst/>
              <a:ahLst/>
              <a:cxnLst/>
              <a:rect l="l" t="t" r="r" b="b"/>
              <a:pathLst>
                <a:path w="61812" h="14026" extrusionOk="0">
                  <a:moveTo>
                    <a:pt x="7040" y="0"/>
                  </a:moveTo>
                  <a:cubicBezTo>
                    <a:pt x="6987" y="532"/>
                    <a:pt x="6934" y="1036"/>
                    <a:pt x="6907" y="1541"/>
                  </a:cubicBezTo>
                  <a:cubicBezTo>
                    <a:pt x="6695" y="4410"/>
                    <a:pt x="4410" y="6721"/>
                    <a:pt x="1515" y="6907"/>
                  </a:cubicBezTo>
                  <a:cubicBezTo>
                    <a:pt x="1010" y="6933"/>
                    <a:pt x="506" y="6986"/>
                    <a:pt x="1" y="7013"/>
                  </a:cubicBezTo>
                  <a:cubicBezTo>
                    <a:pt x="506" y="7066"/>
                    <a:pt x="1010" y="7119"/>
                    <a:pt x="1515" y="7146"/>
                  </a:cubicBezTo>
                  <a:cubicBezTo>
                    <a:pt x="4410" y="7332"/>
                    <a:pt x="6695" y="9642"/>
                    <a:pt x="6907" y="12511"/>
                  </a:cubicBezTo>
                  <a:cubicBezTo>
                    <a:pt x="6934" y="13016"/>
                    <a:pt x="6960" y="13521"/>
                    <a:pt x="7013" y="14025"/>
                  </a:cubicBezTo>
                  <a:cubicBezTo>
                    <a:pt x="7066" y="13521"/>
                    <a:pt x="7120" y="13016"/>
                    <a:pt x="7146" y="12511"/>
                  </a:cubicBezTo>
                  <a:cubicBezTo>
                    <a:pt x="7359" y="9642"/>
                    <a:pt x="9643" y="7332"/>
                    <a:pt x="12538" y="7146"/>
                  </a:cubicBezTo>
                  <a:cubicBezTo>
                    <a:pt x="13043" y="7119"/>
                    <a:pt x="13548" y="7066"/>
                    <a:pt x="14052" y="7013"/>
                  </a:cubicBezTo>
                  <a:cubicBezTo>
                    <a:pt x="13548" y="6986"/>
                    <a:pt x="13043" y="6933"/>
                    <a:pt x="12538" y="6907"/>
                  </a:cubicBezTo>
                  <a:cubicBezTo>
                    <a:pt x="9643" y="6694"/>
                    <a:pt x="7359" y="4410"/>
                    <a:pt x="7173" y="1541"/>
                  </a:cubicBezTo>
                  <a:cubicBezTo>
                    <a:pt x="7120" y="1036"/>
                    <a:pt x="7066" y="532"/>
                    <a:pt x="7040" y="0"/>
                  </a:cubicBezTo>
                  <a:close/>
                  <a:moveTo>
                    <a:pt x="30893" y="0"/>
                  </a:moveTo>
                  <a:cubicBezTo>
                    <a:pt x="30840" y="532"/>
                    <a:pt x="30813" y="1036"/>
                    <a:pt x="30787" y="1541"/>
                  </a:cubicBezTo>
                  <a:cubicBezTo>
                    <a:pt x="30574" y="4410"/>
                    <a:pt x="28263" y="6694"/>
                    <a:pt x="25394" y="6880"/>
                  </a:cubicBezTo>
                  <a:cubicBezTo>
                    <a:pt x="24890" y="6933"/>
                    <a:pt x="24385" y="6986"/>
                    <a:pt x="23880" y="7013"/>
                  </a:cubicBezTo>
                  <a:cubicBezTo>
                    <a:pt x="24385" y="7066"/>
                    <a:pt x="24890" y="7119"/>
                    <a:pt x="25394" y="7146"/>
                  </a:cubicBezTo>
                  <a:cubicBezTo>
                    <a:pt x="28290" y="7332"/>
                    <a:pt x="30574" y="9642"/>
                    <a:pt x="30787" y="12511"/>
                  </a:cubicBezTo>
                  <a:cubicBezTo>
                    <a:pt x="30813" y="13016"/>
                    <a:pt x="30866" y="13521"/>
                    <a:pt x="30893" y="14025"/>
                  </a:cubicBezTo>
                  <a:cubicBezTo>
                    <a:pt x="30946" y="13521"/>
                    <a:pt x="30999" y="13016"/>
                    <a:pt x="31026" y="12511"/>
                  </a:cubicBezTo>
                  <a:cubicBezTo>
                    <a:pt x="31238" y="9642"/>
                    <a:pt x="33522" y="7332"/>
                    <a:pt x="36418" y="7146"/>
                  </a:cubicBezTo>
                  <a:cubicBezTo>
                    <a:pt x="36922" y="7119"/>
                    <a:pt x="37427" y="7066"/>
                    <a:pt x="37932" y="7013"/>
                  </a:cubicBezTo>
                  <a:cubicBezTo>
                    <a:pt x="37427" y="6960"/>
                    <a:pt x="36922" y="6933"/>
                    <a:pt x="36418" y="6907"/>
                  </a:cubicBezTo>
                  <a:cubicBezTo>
                    <a:pt x="33522" y="6721"/>
                    <a:pt x="31212" y="4410"/>
                    <a:pt x="31026" y="1541"/>
                  </a:cubicBezTo>
                  <a:cubicBezTo>
                    <a:pt x="30999" y="1036"/>
                    <a:pt x="30946" y="532"/>
                    <a:pt x="30893" y="0"/>
                  </a:cubicBezTo>
                  <a:close/>
                  <a:moveTo>
                    <a:pt x="54772" y="0"/>
                  </a:moveTo>
                  <a:cubicBezTo>
                    <a:pt x="54719" y="532"/>
                    <a:pt x="54692" y="1036"/>
                    <a:pt x="54639" y="1541"/>
                  </a:cubicBezTo>
                  <a:cubicBezTo>
                    <a:pt x="54453" y="4410"/>
                    <a:pt x="52143" y="6694"/>
                    <a:pt x="49274" y="6880"/>
                  </a:cubicBezTo>
                  <a:cubicBezTo>
                    <a:pt x="48769" y="6933"/>
                    <a:pt x="48264" y="6986"/>
                    <a:pt x="47733" y="7013"/>
                  </a:cubicBezTo>
                  <a:cubicBezTo>
                    <a:pt x="48264" y="7066"/>
                    <a:pt x="48769" y="7119"/>
                    <a:pt x="49274" y="7146"/>
                  </a:cubicBezTo>
                  <a:cubicBezTo>
                    <a:pt x="52143" y="7332"/>
                    <a:pt x="54453" y="9642"/>
                    <a:pt x="54639" y="12511"/>
                  </a:cubicBezTo>
                  <a:cubicBezTo>
                    <a:pt x="54666" y="13016"/>
                    <a:pt x="54719" y="13521"/>
                    <a:pt x="54772" y="14025"/>
                  </a:cubicBezTo>
                  <a:cubicBezTo>
                    <a:pt x="54825" y="13521"/>
                    <a:pt x="54852" y="13016"/>
                    <a:pt x="54905" y="12511"/>
                  </a:cubicBezTo>
                  <a:cubicBezTo>
                    <a:pt x="55091" y="9616"/>
                    <a:pt x="57402" y="7332"/>
                    <a:pt x="60297" y="7146"/>
                  </a:cubicBezTo>
                  <a:cubicBezTo>
                    <a:pt x="60802" y="7119"/>
                    <a:pt x="61306" y="7066"/>
                    <a:pt x="61811" y="7013"/>
                  </a:cubicBezTo>
                  <a:cubicBezTo>
                    <a:pt x="61280" y="6986"/>
                    <a:pt x="60775" y="6933"/>
                    <a:pt x="60297" y="6907"/>
                  </a:cubicBezTo>
                  <a:cubicBezTo>
                    <a:pt x="57402" y="6721"/>
                    <a:pt x="55117" y="4410"/>
                    <a:pt x="54905" y="1541"/>
                  </a:cubicBezTo>
                  <a:cubicBezTo>
                    <a:pt x="54878" y="1036"/>
                    <a:pt x="54825" y="532"/>
                    <a:pt x="54772" y="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0"/>
            <p:cNvSpPr/>
            <p:nvPr/>
          </p:nvSpPr>
          <p:spPr>
            <a:xfrm>
              <a:off x="228600" y="-452200"/>
              <a:ext cx="746400" cy="1306200"/>
            </a:xfrm>
            <a:custGeom>
              <a:avLst/>
              <a:gdLst/>
              <a:ahLst/>
              <a:cxnLst/>
              <a:rect l="l" t="t" r="r" b="b"/>
              <a:pathLst>
                <a:path w="29856" h="52248" extrusionOk="0">
                  <a:moveTo>
                    <a:pt x="20668" y="8089"/>
                  </a:moveTo>
                  <a:cubicBezTo>
                    <a:pt x="20666" y="8116"/>
                    <a:pt x="20665" y="8144"/>
                    <a:pt x="20664" y="8171"/>
                  </a:cubicBezTo>
                  <a:cubicBezTo>
                    <a:pt x="20665" y="8144"/>
                    <a:pt x="20667" y="8116"/>
                    <a:pt x="20668" y="8089"/>
                  </a:cubicBezTo>
                  <a:close/>
                  <a:moveTo>
                    <a:pt x="24585" y="4346"/>
                  </a:moveTo>
                  <a:cubicBezTo>
                    <a:pt x="26590" y="4346"/>
                    <a:pt x="27886" y="4872"/>
                    <a:pt x="28285" y="5736"/>
                  </a:cubicBezTo>
                  <a:cubicBezTo>
                    <a:pt x="28913" y="7071"/>
                    <a:pt x="27420" y="9193"/>
                    <a:pt x="24671" y="11235"/>
                  </a:cubicBezTo>
                  <a:lnTo>
                    <a:pt x="24435" y="11235"/>
                  </a:lnTo>
                  <a:cubicBezTo>
                    <a:pt x="24042" y="11235"/>
                    <a:pt x="23571" y="11235"/>
                    <a:pt x="23099" y="11314"/>
                  </a:cubicBezTo>
                  <a:cubicBezTo>
                    <a:pt x="19642" y="11707"/>
                    <a:pt x="16185" y="12649"/>
                    <a:pt x="12885" y="14142"/>
                  </a:cubicBezTo>
                  <a:cubicBezTo>
                    <a:pt x="10136" y="15242"/>
                    <a:pt x="7464" y="16735"/>
                    <a:pt x="5029" y="18542"/>
                  </a:cubicBezTo>
                  <a:cubicBezTo>
                    <a:pt x="3222" y="18542"/>
                    <a:pt x="1965" y="18071"/>
                    <a:pt x="1572" y="17206"/>
                  </a:cubicBezTo>
                  <a:cubicBezTo>
                    <a:pt x="550" y="14849"/>
                    <a:pt x="5814" y="10292"/>
                    <a:pt x="13043" y="7150"/>
                  </a:cubicBezTo>
                  <a:cubicBezTo>
                    <a:pt x="15085" y="6286"/>
                    <a:pt x="17128" y="5578"/>
                    <a:pt x="19249" y="5107"/>
                  </a:cubicBezTo>
                  <a:cubicBezTo>
                    <a:pt x="20170" y="5798"/>
                    <a:pt x="20716" y="6938"/>
                    <a:pt x="20668" y="8089"/>
                  </a:cubicBezTo>
                  <a:lnTo>
                    <a:pt x="20668" y="8089"/>
                  </a:lnTo>
                  <a:cubicBezTo>
                    <a:pt x="20775" y="6395"/>
                    <a:pt x="21790" y="4941"/>
                    <a:pt x="23413" y="4400"/>
                  </a:cubicBezTo>
                  <a:cubicBezTo>
                    <a:pt x="23827" y="4363"/>
                    <a:pt x="24218" y="4346"/>
                    <a:pt x="24585" y="4346"/>
                  </a:cubicBezTo>
                  <a:close/>
                  <a:moveTo>
                    <a:pt x="24121" y="11707"/>
                  </a:moveTo>
                  <a:cubicBezTo>
                    <a:pt x="21842" y="13278"/>
                    <a:pt x="19407" y="14692"/>
                    <a:pt x="16814" y="15792"/>
                  </a:cubicBezTo>
                  <a:cubicBezTo>
                    <a:pt x="13278" y="17364"/>
                    <a:pt x="9586" y="18306"/>
                    <a:pt x="5736" y="18542"/>
                  </a:cubicBezTo>
                  <a:cubicBezTo>
                    <a:pt x="8014" y="16971"/>
                    <a:pt x="10528" y="15556"/>
                    <a:pt x="13121" y="14457"/>
                  </a:cubicBezTo>
                  <a:cubicBezTo>
                    <a:pt x="16264" y="13042"/>
                    <a:pt x="19721" y="12100"/>
                    <a:pt x="23178" y="11707"/>
                  </a:cubicBezTo>
                  <a:close/>
                  <a:moveTo>
                    <a:pt x="24828" y="11707"/>
                  </a:moveTo>
                  <a:cubicBezTo>
                    <a:pt x="26713" y="11785"/>
                    <a:pt x="27970" y="12257"/>
                    <a:pt x="28285" y="13121"/>
                  </a:cubicBezTo>
                  <a:cubicBezTo>
                    <a:pt x="28835" y="14457"/>
                    <a:pt x="27420" y="16499"/>
                    <a:pt x="24671" y="18621"/>
                  </a:cubicBezTo>
                  <a:lnTo>
                    <a:pt x="24435" y="18621"/>
                  </a:lnTo>
                  <a:cubicBezTo>
                    <a:pt x="24042" y="18621"/>
                    <a:pt x="23571" y="18699"/>
                    <a:pt x="23099" y="18699"/>
                  </a:cubicBezTo>
                  <a:cubicBezTo>
                    <a:pt x="19564" y="19092"/>
                    <a:pt x="16185" y="20035"/>
                    <a:pt x="12885" y="21528"/>
                  </a:cubicBezTo>
                  <a:cubicBezTo>
                    <a:pt x="10136" y="22628"/>
                    <a:pt x="7464" y="24120"/>
                    <a:pt x="5029" y="25927"/>
                  </a:cubicBezTo>
                  <a:cubicBezTo>
                    <a:pt x="3222" y="25849"/>
                    <a:pt x="1965" y="25377"/>
                    <a:pt x="1572" y="24592"/>
                  </a:cubicBezTo>
                  <a:cubicBezTo>
                    <a:pt x="943" y="23256"/>
                    <a:pt x="2436" y="21135"/>
                    <a:pt x="5186" y="19092"/>
                  </a:cubicBezTo>
                  <a:cubicBezTo>
                    <a:pt x="8093" y="19092"/>
                    <a:pt x="12414" y="18149"/>
                    <a:pt x="16971" y="16185"/>
                  </a:cubicBezTo>
                  <a:cubicBezTo>
                    <a:pt x="19721" y="15007"/>
                    <a:pt x="22392" y="13514"/>
                    <a:pt x="24828" y="11707"/>
                  </a:cubicBezTo>
                  <a:close/>
                  <a:moveTo>
                    <a:pt x="24121" y="19092"/>
                  </a:moveTo>
                  <a:cubicBezTo>
                    <a:pt x="21842" y="20663"/>
                    <a:pt x="19407" y="22078"/>
                    <a:pt x="16814" y="23178"/>
                  </a:cubicBezTo>
                  <a:cubicBezTo>
                    <a:pt x="13278" y="24749"/>
                    <a:pt x="9586" y="25692"/>
                    <a:pt x="5736" y="25927"/>
                  </a:cubicBezTo>
                  <a:cubicBezTo>
                    <a:pt x="8014" y="24356"/>
                    <a:pt x="10528" y="22942"/>
                    <a:pt x="13121" y="21842"/>
                  </a:cubicBezTo>
                  <a:cubicBezTo>
                    <a:pt x="16264" y="20428"/>
                    <a:pt x="19721" y="19485"/>
                    <a:pt x="23178" y="19092"/>
                  </a:cubicBezTo>
                  <a:close/>
                  <a:moveTo>
                    <a:pt x="24042" y="26399"/>
                  </a:moveTo>
                  <a:lnTo>
                    <a:pt x="24042" y="26477"/>
                  </a:lnTo>
                  <a:cubicBezTo>
                    <a:pt x="21764" y="28049"/>
                    <a:pt x="19328" y="29384"/>
                    <a:pt x="16814" y="30484"/>
                  </a:cubicBezTo>
                  <a:cubicBezTo>
                    <a:pt x="13278" y="31977"/>
                    <a:pt x="9586" y="32998"/>
                    <a:pt x="5814" y="33234"/>
                  </a:cubicBezTo>
                  <a:cubicBezTo>
                    <a:pt x="8093" y="31663"/>
                    <a:pt x="10528" y="30249"/>
                    <a:pt x="13043" y="29227"/>
                  </a:cubicBezTo>
                  <a:cubicBezTo>
                    <a:pt x="16264" y="27734"/>
                    <a:pt x="19642" y="26870"/>
                    <a:pt x="23178" y="26477"/>
                  </a:cubicBezTo>
                  <a:cubicBezTo>
                    <a:pt x="23492" y="26399"/>
                    <a:pt x="23806" y="26399"/>
                    <a:pt x="24042" y="26399"/>
                  </a:cubicBezTo>
                  <a:close/>
                  <a:moveTo>
                    <a:pt x="24828" y="19092"/>
                  </a:moveTo>
                  <a:cubicBezTo>
                    <a:pt x="26713" y="19092"/>
                    <a:pt x="27970" y="19642"/>
                    <a:pt x="28285" y="20428"/>
                  </a:cubicBezTo>
                  <a:cubicBezTo>
                    <a:pt x="28835" y="21842"/>
                    <a:pt x="27420" y="23885"/>
                    <a:pt x="24592" y="26006"/>
                  </a:cubicBezTo>
                  <a:lnTo>
                    <a:pt x="24435" y="26006"/>
                  </a:lnTo>
                  <a:cubicBezTo>
                    <a:pt x="24042" y="26006"/>
                    <a:pt x="23571" y="26006"/>
                    <a:pt x="23099" y="26085"/>
                  </a:cubicBezTo>
                  <a:cubicBezTo>
                    <a:pt x="19564" y="26477"/>
                    <a:pt x="16185" y="27420"/>
                    <a:pt x="12885" y="28913"/>
                  </a:cubicBezTo>
                  <a:cubicBezTo>
                    <a:pt x="10136" y="30013"/>
                    <a:pt x="7464" y="31506"/>
                    <a:pt x="5029" y="33313"/>
                  </a:cubicBezTo>
                  <a:cubicBezTo>
                    <a:pt x="3222" y="33156"/>
                    <a:pt x="1965" y="32763"/>
                    <a:pt x="1572" y="31820"/>
                  </a:cubicBezTo>
                  <a:lnTo>
                    <a:pt x="1572" y="31899"/>
                  </a:lnTo>
                  <a:cubicBezTo>
                    <a:pt x="943" y="30563"/>
                    <a:pt x="2436" y="28520"/>
                    <a:pt x="5186" y="26399"/>
                  </a:cubicBezTo>
                  <a:cubicBezTo>
                    <a:pt x="5290" y="26402"/>
                    <a:pt x="5396" y="26403"/>
                    <a:pt x="5503" y="26403"/>
                  </a:cubicBezTo>
                  <a:cubicBezTo>
                    <a:pt x="8403" y="26403"/>
                    <a:pt x="12577" y="25386"/>
                    <a:pt x="16971" y="23492"/>
                  </a:cubicBezTo>
                  <a:cubicBezTo>
                    <a:pt x="19721" y="22392"/>
                    <a:pt x="22392" y="20899"/>
                    <a:pt x="24828" y="19092"/>
                  </a:cubicBezTo>
                  <a:close/>
                  <a:moveTo>
                    <a:pt x="24121" y="33784"/>
                  </a:moveTo>
                  <a:cubicBezTo>
                    <a:pt x="21842" y="35434"/>
                    <a:pt x="19328" y="36770"/>
                    <a:pt x="16735" y="37870"/>
                  </a:cubicBezTo>
                  <a:cubicBezTo>
                    <a:pt x="13314" y="39425"/>
                    <a:pt x="9662" y="40364"/>
                    <a:pt x="5855" y="40612"/>
                  </a:cubicBezTo>
                  <a:lnTo>
                    <a:pt x="5855" y="40612"/>
                  </a:lnTo>
                  <a:cubicBezTo>
                    <a:pt x="8099" y="38999"/>
                    <a:pt x="10495" y="37615"/>
                    <a:pt x="13043" y="36534"/>
                  </a:cubicBezTo>
                  <a:cubicBezTo>
                    <a:pt x="16264" y="35120"/>
                    <a:pt x="19642" y="34177"/>
                    <a:pt x="23099" y="33784"/>
                  </a:cubicBezTo>
                  <a:close/>
                  <a:moveTo>
                    <a:pt x="24828" y="26399"/>
                  </a:moveTo>
                  <a:cubicBezTo>
                    <a:pt x="26713" y="26399"/>
                    <a:pt x="27970" y="26949"/>
                    <a:pt x="28363" y="27813"/>
                  </a:cubicBezTo>
                  <a:cubicBezTo>
                    <a:pt x="28913" y="29149"/>
                    <a:pt x="27420" y="31191"/>
                    <a:pt x="24671" y="33313"/>
                  </a:cubicBezTo>
                  <a:lnTo>
                    <a:pt x="24671" y="33391"/>
                  </a:lnTo>
                  <a:lnTo>
                    <a:pt x="23099" y="33391"/>
                  </a:lnTo>
                  <a:cubicBezTo>
                    <a:pt x="19564" y="33784"/>
                    <a:pt x="16107" y="34727"/>
                    <a:pt x="12885" y="36141"/>
                  </a:cubicBezTo>
                  <a:cubicBezTo>
                    <a:pt x="10136" y="37320"/>
                    <a:pt x="7464" y="38812"/>
                    <a:pt x="5029" y="40620"/>
                  </a:cubicBezTo>
                  <a:cubicBezTo>
                    <a:pt x="3222" y="40541"/>
                    <a:pt x="1965" y="40148"/>
                    <a:pt x="1572" y="39205"/>
                  </a:cubicBezTo>
                  <a:cubicBezTo>
                    <a:pt x="1022" y="37870"/>
                    <a:pt x="2515" y="35748"/>
                    <a:pt x="5264" y="33706"/>
                  </a:cubicBezTo>
                  <a:cubicBezTo>
                    <a:pt x="8171" y="33706"/>
                    <a:pt x="12493" y="32763"/>
                    <a:pt x="16971" y="30799"/>
                  </a:cubicBezTo>
                  <a:cubicBezTo>
                    <a:pt x="19799" y="29699"/>
                    <a:pt x="22392" y="28206"/>
                    <a:pt x="24828" y="26399"/>
                  </a:cubicBezTo>
                  <a:close/>
                  <a:moveTo>
                    <a:pt x="24828" y="33784"/>
                  </a:moveTo>
                  <a:cubicBezTo>
                    <a:pt x="26792" y="33784"/>
                    <a:pt x="27970" y="34256"/>
                    <a:pt x="28285" y="35120"/>
                  </a:cubicBezTo>
                  <a:lnTo>
                    <a:pt x="28285" y="35198"/>
                  </a:lnTo>
                  <a:cubicBezTo>
                    <a:pt x="29306" y="37555"/>
                    <a:pt x="24042" y="42034"/>
                    <a:pt x="16814" y="45176"/>
                  </a:cubicBezTo>
                  <a:cubicBezTo>
                    <a:pt x="14457" y="46198"/>
                    <a:pt x="12021" y="46983"/>
                    <a:pt x="9507" y="47533"/>
                  </a:cubicBezTo>
                  <a:cubicBezTo>
                    <a:pt x="8407" y="46748"/>
                    <a:pt x="7700" y="45491"/>
                    <a:pt x="7700" y="44155"/>
                  </a:cubicBezTo>
                  <a:cubicBezTo>
                    <a:pt x="7700" y="45884"/>
                    <a:pt x="6600" y="47455"/>
                    <a:pt x="4950" y="48005"/>
                  </a:cubicBezTo>
                  <a:cubicBezTo>
                    <a:pt x="3222" y="47926"/>
                    <a:pt x="1965" y="47455"/>
                    <a:pt x="1572" y="46591"/>
                  </a:cubicBezTo>
                  <a:cubicBezTo>
                    <a:pt x="943" y="45255"/>
                    <a:pt x="2436" y="43212"/>
                    <a:pt x="5186" y="41091"/>
                  </a:cubicBezTo>
                  <a:cubicBezTo>
                    <a:pt x="5290" y="41094"/>
                    <a:pt x="5396" y="41095"/>
                    <a:pt x="5504" y="41095"/>
                  </a:cubicBezTo>
                  <a:cubicBezTo>
                    <a:pt x="8403" y="41095"/>
                    <a:pt x="12577" y="40081"/>
                    <a:pt x="16971" y="38262"/>
                  </a:cubicBezTo>
                  <a:cubicBezTo>
                    <a:pt x="19721" y="37084"/>
                    <a:pt x="22392" y="35591"/>
                    <a:pt x="24828" y="33784"/>
                  </a:cubicBezTo>
                  <a:close/>
                  <a:moveTo>
                    <a:pt x="20742" y="0"/>
                  </a:moveTo>
                  <a:cubicBezTo>
                    <a:pt x="20742" y="2279"/>
                    <a:pt x="18935" y="4086"/>
                    <a:pt x="16657" y="4086"/>
                  </a:cubicBezTo>
                  <a:cubicBezTo>
                    <a:pt x="17442" y="4086"/>
                    <a:pt x="18149" y="4243"/>
                    <a:pt x="18857" y="4714"/>
                  </a:cubicBezTo>
                  <a:cubicBezTo>
                    <a:pt x="16814" y="5186"/>
                    <a:pt x="14850" y="5893"/>
                    <a:pt x="12964" y="6678"/>
                  </a:cubicBezTo>
                  <a:cubicBezTo>
                    <a:pt x="5186" y="10057"/>
                    <a:pt x="0" y="14771"/>
                    <a:pt x="1257" y="17364"/>
                  </a:cubicBezTo>
                  <a:cubicBezTo>
                    <a:pt x="1650" y="18306"/>
                    <a:pt x="2829" y="18856"/>
                    <a:pt x="4557" y="19013"/>
                  </a:cubicBezTo>
                  <a:cubicBezTo>
                    <a:pt x="1886" y="21135"/>
                    <a:pt x="629" y="23178"/>
                    <a:pt x="1257" y="24670"/>
                  </a:cubicBezTo>
                  <a:cubicBezTo>
                    <a:pt x="1650" y="25613"/>
                    <a:pt x="2829" y="26163"/>
                    <a:pt x="4557" y="26320"/>
                  </a:cubicBezTo>
                  <a:cubicBezTo>
                    <a:pt x="1886" y="28442"/>
                    <a:pt x="629" y="30563"/>
                    <a:pt x="1257" y="31977"/>
                  </a:cubicBezTo>
                  <a:cubicBezTo>
                    <a:pt x="1650" y="32998"/>
                    <a:pt x="2829" y="33470"/>
                    <a:pt x="4557" y="33627"/>
                  </a:cubicBezTo>
                  <a:cubicBezTo>
                    <a:pt x="1965" y="35748"/>
                    <a:pt x="550" y="37870"/>
                    <a:pt x="1257" y="39362"/>
                  </a:cubicBezTo>
                  <a:cubicBezTo>
                    <a:pt x="1650" y="40384"/>
                    <a:pt x="2829" y="40855"/>
                    <a:pt x="4557" y="41012"/>
                  </a:cubicBezTo>
                  <a:cubicBezTo>
                    <a:pt x="1886" y="43134"/>
                    <a:pt x="629" y="45255"/>
                    <a:pt x="1257" y="46669"/>
                  </a:cubicBezTo>
                  <a:cubicBezTo>
                    <a:pt x="1650" y="47769"/>
                    <a:pt x="2986" y="48319"/>
                    <a:pt x="4950" y="48398"/>
                  </a:cubicBezTo>
                  <a:cubicBezTo>
                    <a:pt x="6600" y="48948"/>
                    <a:pt x="7779" y="50440"/>
                    <a:pt x="7779" y="52248"/>
                  </a:cubicBezTo>
                  <a:cubicBezTo>
                    <a:pt x="7779" y="49969"/>
                    <a:pt x="9586" y="48162"/>
                    <a:pt x="11864" y="48162"/>
                  </a:cubicBezTo>
                  <a:cubicBezTo>
                    <a:pt x="11236" y="48162"/>
                    <a:pt x="10686" y="48005"/>
                    <a:pt x="10136" y="47769"/>
                  </a:cubicBezTo>
                  <a:cubicBezTo>
                    <a:pt x="12493" y="47219"/>
                    <a:pt x="14771" y="46512"/>
                    <a:pt x="17050" y="45569"/>
                  </a:cubicBezTo>
                  <a:cubicBezTo>
                    <a:pt x="24671" y="42269"/>
                    <a:pt x="29856" y="37634"/>
                    <a:pt x="28756" y="34963"/>
                  </a:cubicBezTo>
                  <a:cubicBezTo>
                    <a:pt x="28285" y="34020"/>
                    <a:pt x="27185" y="33470"/>
                    <a:pt x="25378" y="33313"/>
                  </a:cubicBezTo>
                  <a:cubicBezTo>
                    <a:pt x="27970" y="31191"/>
                    <a:pt x="29306" y="29070"/>
                    <a:pt x="28756" y="27656"/>
                  </a:cubicBezTo>
                  <a:cubicBezTo>
                    <a:pt x="28285" y="26635"/>
                    <a:pt x="27106" y="26163"/>
                    <a:pt x="25378" y="26006"/>
                  </a:cubicBezTo>
                  <a:cubicBezTo>
                    <a:pt x="28049" y="23885"/>
                    <a:pt x="29385" y="21763"/>
                    <a:pt x="28756" y="20271"/>
                  </a:cubicBezTo>
                  <a:cubicBezTo>
                    <a:pt x="28285" y="19328"/>
                    <a:pt x="27185" y="18778"/>
                    <a:pt x="25378" y="18621"/>
                  </a:cubicBezTo>
                  <a:cubicBezTo>
                    <a:pt x="28049" y="16499"/>
                    <a:pt x="29306" y="14378"/>
                    <a:pt x="28756" y="12964"/>
                  </a:cubicBezTo>
                  <a:cubicBezTo>
                    <a:pt x="28285" y="11942"/>
                    <a:pt x="27185" y="11392"/>
                    <a:pt x="25378" y="11314"/>
                  </a:cubicBezTo>
                  <a:cubicBezTo>
                    <a:pt x="28049" y="9193"/>
                    <a:pt x="29306" y="7071"/>
                    <a:pt x="28756" y="5578"/>
                  </a:cubicBezTo>
                  <a:cubicBezTo>
                    <a:pt x="28285" y="4478"/>
                    <a:pt x="26792" y="3929"/>
                    <a:pt x="24513" y="3929"/>
                  </a:cubicBezTo>
                  <a:lnTo>
                    <a:pt x="23649" y="3929"/>
                  </a:lnTo>
                  <a:cubicBezTo>
                    <a:pt x="21921" y="3379"/>
                    <a:pt x="20742" y="1807"/>
                    <a:pt x="2074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0" name="Google Shape;410;p31"/>
          <p:cNvGrpSpPr/>
          <p:nvPr/>
        </p:nvGrpSpPr>
        <p:grpSpPr>
          <a:xfrm rot="10800000" flipH="1">
            <a:off x="3837275" y="604287"/>
            <a:ext cx="5306726" cy="4524600"/>
            <a:chOff x="3837275" y="0"/>
            <a:chExt cx="5306726" cy="4524600"/>
          </a:xfrm>
        </p:grpSpPr>
        <p:pic>
          <p:nvPicPr>
            <p:cNvPr id="411" name="Google Shape;411;p31"/>
            <p:cNvPicPr preferRelativeResize="0"/>
            <p:nvPr/>
          </p:nvPicPr>
          <p:blipFill rotWithShape="1">
            <a:blip r:embed="rId2">
              <a:alphaModFix/>
            </a:blip>
            <a:srcRect l="5319" t="20045" r="76013" b="10783"/>
            <a:stretch/>
          </p:blipFill>
          <p:spPr>
            <a:xfrm>
              <a:off x="6810850" y="0"/>
              <a:ext cx="2333151" cy="4524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2" name="Google Shape;412;p31"/>
            <p:cNvPicPr preferRelativeResize="0"/>
            <p:nvPr/>
          </p:nvPicPr>
          <p:blipFill rotWithShape="1">
            <a:blip r:embed="rId3">
              <a:alphaModFix/>
            </a:blip>
            <a:srcRect l="28196" t="61951" r="22619" b="-2402"/>
            <a:stretch/>
          </p:blipFill>
          <p:spPr>
            <a:xfrm>
              <a:off x="3837275" y="0"/>
              <a:ext cx="5306724" cy="2284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13" name="Google Shape;413;p31"/>
          <p:cNvGrpSpPr/>
          <p:nvPr/>
        </p:nvGrpSpPr>
        <p:grpSpPr>
          <a:xfrm rot="10800000" flipH="1">
            <a:off x="0" y="-55062"/>
            <a:ext cx="4438149" cy="4166224"/>
            <a:chOff x="0" y="1017726"/>
            <a:chExt cx="4438149" cy="4166224"/>
          </a:xfrm>
        </p:grpSpPr>
        <p:pic>
          <p:nvPicPr>
            <p:cNvPr id="414" name="Google Shape;414;p31"/>
            <p:cNvPicPr preferRelativeResize="0"/>
            <p:nvPr/>
          </p:nvPicPr>
          <p:blipFill rotWithShape="1">
            <a:blip r:embed="rId3">
              <a:alphaModFix/>
            </a:blip>
            <a:srcRect l="35374" t="5165" r="21354" b="51352"/>
            <a:stretch/>
          </p:blipFill>
          <p:spPr>
            <a:xfrm>
              <a:off x="0" y="2809500"/>
              <a:ext cx="4438149" cy="2334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5" name="Google Shape;415;p31"/>
            <p:cNvPicPr preferRelativeResize="0"/>
            <p:nvPr/>
          </p:nvPicPr>
          <p:blipFill rotWithShape="1">
            <a:blip r:embed="rId2">
              <a:alphaModFix/>
            </a:blip>
            <a:srcRect t="21590" r="76126" b="13747"/>
            <a:stretch/>
          </p:blipFill>
          <p:spPr>
            <a:xfrm rot="10800000">
              <a:off x="0" y="1017726"/>
              <a:ext cx="2939325" cy="416622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16" name="Google Shape;416;p31"/>
          <p:cNvGrpSpPr/>
          <p:nvPr/>
        </p:nvGrpSpPr>
        <p:grpSpPr>
          <a:xfrm>
            <a:off x="-308375" y="-307500"/>
            <a:ext cx="9012400" cy="5212970"/>
            <a:chOff x="-308375" y="-307500"/>
            <a:chExt cx="9012400" cy="5212970"/>
          </a:xfrm>
        </p:grpSpPr>
        <p:grpSp>
          <p:nvGrpSpPr>
            <p:cNvPr id="417" name="Google Shape;417;p31"/>
            <p:cNvGrpSpPr/>
            <p:nvPr/>
          </p:nvGrpSpPr>
          <p:grpSpPr>
            <a:xfrm rot="10800000" flipH="1">
              <a:off x="437813" y="-307500"/>
              <a:ext cx="8266213" cy="1306200"/>
              <a:chOff x="437813" y="4130188"/>
              <a:chExt cx="8266213" cy="1306200"/>
            </a:xfrm>
          </p:grpSpPr>
          <p:sp>
            <p:nvSpPr>
              <p:cNvPr id="418" name="Google Shape;418;p31"/>
              <p:cNvSpPr/>
              <p:nvPr/>
            </p:nvSpPr>
            <p:spPr>
              <a:xfrm>
                <a:off x="7957625" y="4130188"/>
                <a:ext cx="746400" cy="1306200"/>
              </a:xfrm>
              <a:custGeom>
                <a:avLst/>
                <a:gdLst/>
                <a:ahLst/>
                <a:cxnLst/>
                <a:rect l="l" t="t" r="r" b="b"/>
                <a:pathLst>
                  <a:path w="29856" h="52248" extrusionOk="0">
                    <a:moveTo>
                      <a:pt x="20668" y="8089"/>
                    </a:moveTo>
                    <a:cubicBezTo>
                      <a:pt x="20666" y="8116"/>
                      <a:pt x="20665" y="8144"/>
                      <a:pt x="20664" y="8171"/>
                    </a:cubicBezTo>
                    <a:cubicBezTo>
                      <a:pt x="20665" y="8144"/>
                      <a:pt x="20667" y="8116"/>
                      <a:pt x="20668" y="8089"/>
                    </a:cubicBezTo>
                    <a:close/>
                    <a:moveTo>
                      <a:pt x="24585" y="4346"/>
                    </a:moveTo>
                    <a:cubicBezTo>
                      <a:pt x="26590" y="4346"/>
                      <a:pt x="27886" y="4872"/>
                      <a:pt x="28285" y="5736"/>
                    </a:cubicBezTo>
                    <a:cubicBezTo>
                      <a:pt x="28913" y="7071"/>
                      <a:pt x="27420" y="9193"/>
                      <a:pt x="24671" y="11235"/>
                    </a:cubicBezTo>
                    <a:lnTo>
                      <a:pt x="24435" y="11235"/>
                    </a:lnTo>
                    <a:cubicBezTo>
                      <a:pt x="24042" y="11235"/>
                      <a:pt x="23571" y="11235"/>
                      <a:pt x="23099" y="11314"/>
                    </a:cubicBezTo>
                    <a:cubicBezTo>
                      <a:pt x="19642" y="11707"/>
                      <a:pt x="16185" y="12649"/>
                      <a:pt x="12885" y="14142"/>
                    </a:cubicBezTo>
                    <a:cubicBezTo>
                      <a:pt x="10136" y="15242"/>
                      <a:pt x="7464" y="16735"/>
                      <a:pt x="5029" y="18542"/>
                    </a:cubicBezTo>
                    <a:cubicBezTo>
                      <a:pt x="3222" y="18542"/>
                      <a:pt x="1965" y="18071"/>
                      <a:pt x="1572" y="17206"/>
                    </a:cubicBezTo>
                    <a:cubicBezTo>
                      <a:pt x="550" y="14849"/>
                      <a:pt x="5814" y="10292"/>
                      <a:pt x="13043" y="7150"/>
                    </a:cubicBezTo>
                    <a:cubicBezTo>
                      <a:pt x="15085" y="6286"/>
                      <a:pt x="17128" y="5578"/>
                      <a:pt x="19249" y="5107"/>
                    </a:cubicBezTo>
                    <a:cubicBezTo>
                      <a:pt x="20170" y="5798"/>
                      <a:pt x="20716" y="6938"/>
                      <a:pt x="20668" y="8089"/>
                    </a:cubicBezTo>
                    <a:lnTo>
                      <a:pt x="20668" y="8089"/>
                    </a:lnTo>
                    <a:cubicBezTo>
                      <a:pt x="20775" y="6395"/>
                      <a:pt x="21790" y="4941"/>
                      <a:pt x="23413" y="4400"/>
                    </a:cubicBezTo>
                    <a:cubicBezTo>
                      <a:pt x="23827" y="4363"/>
                      <a:pt x="24218" y="4346"/>
                      <a:pt x="24585" y="4346"/>
                    </a:cubicBezTo>
                    <a:close/>
                    <a:moveTo>
                      <a:pt x="24121" y="11707"/>
                    </a:moveTo>
                    <a:cubicBezTo>
                      <a:pt x="21842" y="13278"/>
                      <a:pt x="19407" y="14692"/>
                      <a:pt x="16814" y="15792"/>
                    </a:cubicBezTo>
                    <a:cubicBezTo>
                      <a:pt x="13278" y="17364"/>
                      <a:pt x="9586" y="18306"/>
                      <a:pt x="5736" y="18542"/>
                    </a:cubicBezTo>
                    <a:cubicBezTo>
                      <a:pt x="8014" y="16971"/>
                      <a:pt x="10528" y="15556"/>
                      <a:pt x="13121" y="14457"/>
                    </a:cubicBezTo>
                    <a:cubicBezTo>
                      <a:pt x="16264" y="13042"/>
                      <a:pt x="19721" y="12100"/>
                      <a:pt x="23178" y="11707"/>
                    </a:cubicBezTo>
                    <a:close/>
                    <a:moveTo>
                      <a:pt x="24828" y="11707"/>
                    </a:moveTo>
                    <a:cubicBezTo>
                      <a:pt x="26713" y="11785"/>
                      <a:pt x="27970" y="12257"/>
                      <a:pt x="28285" y="13121"/>
                    </a:cubicBezTo>
                    <a:cubicBezTo>
                      <a:pt x="28835" y="14457"/>
                      <a:pt x="27420" y="16499"/>
                      <a:pt x="24671" y="18621"/>
                    </a:cubicBezTo>
                    <a:lnTo>
                      <a:pt x="24435" y="18621"/>
                    </a:lnTo>
                    <a:cubicBezTo>
                      <a:pt x="24042" y="18621"/>
                      <a:pt x="23571" y="18699"/>
                      <a:pt x="23099" y="18699"/>
                    </a:cubicBezTo>
                    <a:cubicBezTo>
                      <a:pt x="19564" y="19092"/>
                      <a:pt x="16185" y="20035"/>
                      <a:pt x="12885" y="21528"/>
                    </a:cubicBezTo>
                    <a:cubicBezTo>
                      <a:pt x="10136" y="22628"/>
                      <a:pt x="7464" y="24120"/>
                      <a:pt x="5029" y="25927"/>
                    </a:cubicBezTo>
                    <a:cubicBezTo>
                      <a:pt x="3222" y="25849"/>
                      <a:pt x="1965" y="25377"/>
                      <a:pt x="1572" y="24592"/>
                    </a:cubicBezTo>
                    <a:cubicBezTo>
                      <a:pt x="943" y="23256"/>
                      <a:pt x="2436" y="21135"/>
                      <a:pt x="5186" y="19092"/>
                    </a:cubicBezTo>
                    <a:cubicBezTo>
                      <a:pt x="8093" y="19092"/>
                      <a:pt x="12414" y="18149"/>
                      <a:pt x="16971" y="16185"/>
                    </a:cubicBezTo>
                    <a:cubicBezTo>
                      <a:pt x="19721" y="15007"/>
                      <a:pt x="22392" y="13514"/>
                      <a:pt x="24828" y="11707"/>
                    </a:cubicBezTo>
                    <a:close/>
                    <a:moveTo>
                      <a:pt x="24121" y="19092"/>
                    </a:moveTo>
                    <a:cubicBezTo>
                      <a:pt x="21842" y="20663"/>
                      <a:pt x="19407" y="22078"/>
                      <a:pt x="16814" y="23178"/>
                    </a:cubicBezTo>
                    <a:cubicBezTo>
                      <a:pt x="13278" y="24749"/>
                      <a:pt x="9586" y="25692"/>
                      <a:pt x="5736" y="25927"/>
                    </a:cubicBezTo>
                    <a:cubicBezTo>
                      <a:pt x="8014" y="24356"/>
                      <a:pt x="10528" y="22942"/>
                      <a:pt x="13121" y="21842"/>
                    </a:cubicBezTo>
                    <a:cubicBezTo>
                      <a:pt x="16264" y="20428"/>
                      <a:pt x="19721" y="19485"/>
                      <a:pt x="23178" y="19092"/>
                    </a:cubicBezTo>
                    <a:close/>
                    <a:moveTo>
                      <a:pt x="24042" y="26399"/>
                    </a:moveTo>
                    <a:lnTo>
                      <a:pt x="24042" y="26477"/>
                    </a:lnTo>
                    <a:cubicBezTo>
                      <a:pt x="21764" y="28049"/>
                      <a:pt x="19328" y="29384"/>
                      <a:pt x="16814" y="30484"/>
                    </a:cubicBezTo>
                    <a:cubicBezTo>
                      <a:pt x="13278" y="31977"/>
                      <a:pt x="9586" y="32998"/>
                      <a:pt x="5814" y="33234"/>
                    </a:cubicBezTo>
                    <a:cubicBezTo>
                      <a:pt x="8093" y="31663"/>
                      <a:pt x="10528" y="30249"/>
                      <a:pt x="13043" y="29227"/>
                    </a:cubicBezTo>
                    <a:cubicBezTo>
                      <a:pt x="16264" y="27734"/>
                      <a:pt x="19642" y="26870"/>
                      <a:pt x="23178" y="26477"/>
                    </a:cubicBezTo>
                    <a:cubicBezTo>
                      <a:pt x="23492" y="26399"/>
                      <a:pt x="23806" y="26399"/>
                      <a:pt x="24042" y="26399"/>
                    </a:cubicBezTo>
                    <a:close/>
                    <a:moveTo>
                      <a:pt x="24828" y="19092"/>
                    </a:moveTo>
                    <a:cubicBezTo>
                      <a:pt x="26713" y="19092"/>
                      <a:pt x="27970" y="19642"/>
                      <a:pt x="28285" y="20428"/>
                    </a:cubicBezTo>
                    <a:cubicBezTo>
                      <a:pt x="28835" y="21842"/>
                      <a:pt x="27420" y="23885"/>
                      <a:pt x="24592" y="26006"/>
                    </a:cubicBezTo>
                    <a:lnTo>
                      <a:pt x="24435" y="26006"/>
                    </a:lnTo>
                    <a:cubicBezTo>
                      <a:pt x="24042" y="26006"/>
                      <a:pt x="23571" y="26006"/>
                      <a:pt x="23099" y="26085"/>
                    </a:cubicBezTo>
                    <a:cubicBezTo>
                      <a:pt x="19564" y="26477"/>
                      <a:pt x="16185" y="27420"/>
                      <a:pt x="12885" y="28913"/>
                    </a:cubicBezTo>
                    <a:cubicBezTo>
                      <a:pt x="10136" y="30013"/>
                      <a:pt x="7464" y="31506"/>
                      <a:pt x="5029" y="33313"/>
                    </a:cubicBezTo>
                    <a:cubicBezTo>
                      <a:pt x="3222" y="33156"/>
                      <a:pt x="1965" y="32763"/>
                      <a:pt x="1572" y="31820"/>
                    </a:cubicBezTo>
                    <a:lnTo>
                      <a:pt x="1572" y="31899"/>
                    </a:lnTo>
                    <a:cubicBezTo>
                      <a:pt x="943" y="30563"/>
                      <a:pt x="2436" y="28520"/>
                      <a:pt x="5186" y="26399"/>
                    </a:cubicBezTo>
                    <a:cubicBezTo>
                      <a:pt x="5290" y="26402"/>
                      <a:pt x="5396" y="26403"/>
                      <a:pt x="5503" y="26403"/>
                    </a:cubicBezTo>
                    <a:cubicBezTo>
                      <a:pt x="8403" y="26403"/>
                      <a:pt x="12577" y="25386"/>
                      <a:pt x="16971" y="23492"/>
                    </a:cubicBezTo>
                    <a:cubicBezTo>
                      <a:pt x="19721" y="22392"/>
                      <a:pt x="22392" y="20899"/>
                      <a:pt x="24828" y="19092"/>
                    </a:cubicBezTo>
                    <a:close/>
                    <a:moveTo>
                      <a:pt x="24121" y="33784"/>
                    </a:moveTo>
                    <a:cubicBezTo>
                      <a:pt x="21842" y="35434"/>
                      <a:pt x="19328" y="36770"/>
                      <a:pt x="16735" y="37870"/>
                    </a:cubicBezTo>
                    <a:cubicBezTo>
                      <a:pt x="13314" y="39425"/>
                      <a:pt x="9662" y="40364"/>
                      <a:pt x="5855" y="40612"/>
                    </a:cubicBezTo>
                    <a:lnTo>
                      <a:pt x="5855" y="40612"/>
                    </a:lnTo>
                    <a:cubicBezTo>
                      <a:pt x="8099" y="38999"/>
                      <a:pt x="10495" y="37615"/>
                      <a:pt x="13043" y="36534"/>
                    </a:cubicBezTo>
                    <a:cubicBezTo>
                      <a:pt x="16264" y="35120"/>
                      <a:pt x="19642" y="34177"/>
                      <a:pt x="23099" y="33784"/>
                    </a:cubicBezTo>
                    <a:close/>
                    <a:moveTo>
                      <a:pt x="24828" y="26399"/>
                    </a:moveTo>
                    <a:cubicBezTo>
                      <a:pt x="26713" y="26399"/>
                      <a:pt x="27970" y="26949"/>
                      <a:pt x="28363" y="27813"/>
                    </a:cubicBezTo>
                    <a:cubicBezTo>
                      <a:pt x="28913" y="29149"/>
                      <a:pt x="27420" y="31191"/>
                      <a:pt x="24671" y="33313"/>
                    </a:cubicBezTo>
                    <a:lnTo>
                      <a:pt x="24671" y="33391"/>
                    </a:lnTo>
                    <a:lnTo>
                      <a:pt x="23099" y="33391"/>
                    </a:lnTo>
                    <a:cubicBezTo>
                      <a:pt x="19564" y="33784"/>
                      <a:pt x="16107" y="34727"/>
                      <a:pt x="12885" y="36141"/>
                    </a:cubicBezTo>
                    <a:cubicBezTo>
                      <a:pt x="10136" y="37320"/>
                      <a:pt x="7464" y="38812"/>
                      <a:pt x="5029" y="40620"/>
                    </a:cubicBezTo>
                    <a:cubicBezTo>
                      <a:pt x="3222" y="40541"/>
                      <a:pt x="1965" y="40148"/>
                      <a:pt x="1572" y="39205"/>
                    </a:cubicBezTo>
                    <a:cubicBezTo>
                      <a:pt x="1022" y="37870"/>
                      <a:pt x="2515" y="35748"/>
                      <a:pt x="5264" y="33706"/>
                    </a:cubicBezTo>
                    <a:cubicBezTo>
                      <a:pt x="8171" y="33706"/>
                      <a:pt x="12493" y="32763"/>
                      <a:pt x="16971" y="30799"/>
                    </a:cubicBezTo>
                    <a:cubicBezTo>
                      <a:pt x="19799" y="29699"/>
                      <a:pt x="22392" y="28206"/>
                      <a:pt x="24828" y="26399"/>
                    </a:cubicBezTo>
                    <a:close/>
                    <a:moveTo>
                      <a:pt x="24828" y="33784"/>
                    </a:moveTo>
                    <a:cubicBezTo>
                      <a:pt x="26792" y="33784"/>
                      <a:pt x="27970" y="34256"/>
                      <a:pt x="28285" y="35120"/>
                    </a:cubicBezTo>
                    <a:lnTo>
                      <a:pt x="28285" y="35198"/>
                    </a:lnTo>
                    <a:cubicBezTo>
                      <a:pt x="29306" y="37555"/>
                      <a:pt x="24042" y="42034"/>
                      <a:pt x="16814" y="45176"/>
                    </a:cubicBezTo>
                    <a:cubicBezTo>
                      <a:pt x="14457" y="46198"/>
                      <a:pt x="12021" y="46983"/>
                      <a:pt x="9507" y="47533"/>
                    </a:cubicBezTo>
                    <a:cubicBezTo>
                      <a:pt x="8407" y="46748"/>
                      <a:pt x="7700" y="45491"/>
                      <a:pt x="7700" y="44155"/>
                    </a:cubicBezTo>
                    <a:cubicBezTo>
                      <a:pt x="7700" y="45884"/>
                      <a:pt x="6600" y="47455"/>
                      <a:pt x="4950" y="48005"/>
                    </a:cubicBezTo>
                    <a:cubicBezTo>
                      <a:pt x="3222" y="47926"/>
                      <a:pt x="1965" y="47455"/>
                      <a:pt x="1572" y="46591"/>
                    </a:cubicBezTo>
                    <a:cubicBezTo>
                      <a:pt x="943" y="45255"/>
                      <a:pt x="2436" y="43212"/>
                      <a:pt x="5186" y="41091"/>
                    </a:cubicBezTo>
                    <a:cubicBezTo>
                      <a:pt x="5290" y="41094"/>
                      <a:pt x="5396" y="41095"/>
                      <a:pt x="5504" y="41095"/>
                    </a:cubicBezTo>
                    <a:cubicBezTo>
                      <a:pt x="8403" y="41095"/>
                      <a:pt x="12577" y="40081"/>
                      <a:pt x="16971" y="38262"/>
                    </a:cubicBezTo>
                    <a:cubicBezTo>
                      <a:pt x="19721" y="37084"/>
                      <a:pt x="22392" y="35591"/>
                      <a:pt x="24828" y="33784"/>
                    </a:cubicBezTo>
                    <a:close/>
                    <a:moveTo>
                      <a:pt x="20742" y="0"/>
                    </a:moveTo>
                    <a:cubicBezTo>
                      <a:pt x="20742" y="2279"/>
                      <a:pt x="18935" y="4086"/>
                      <a:pt x="16657" y="4086"/>
                    </a:cubicBezTo>
                    <a:cubicBezTo>
                      <a:pt x="17442" y="4086"/>
                      <a:pt x="18149" y="4243"/>
                      <a:pt x="18857" y="4714"/>
                    </a:cubicBezTo>
                    <a:cubicBezTo>
                      <a:pt x="16814" y="5186"/>
                      <a:pt x="14850" y="5893"/>
                      <a:pt x="12964" y="6678"/>
                    </a:cubicBezTo>
                    <a:cubicBezTo>
                      <a:pt x="5186" y="10057"/>
                      <a:pt x="0" y="14771"/>
                      <a:pt x="1257" y="17364"/>
                    </a:cubicBezTo>
                    <a:cubicBezTo>
                      <a:pt x="1650" y="18306"/>
                      <a:pt x="2829" y="18856"/>
                      <a:pt x="4557" y="19013"/>
                    </a:cubicBezTo>
                    <a:cubicBezTo>
                      <a:pt x="1886" y="21135"/>
                      <a:pt x="629" y="23178"/>
                      <a:pt x="1257" y="24670"/>
                    </a:cubicBezTo>
                    <a:cubicBezTo>
                      <a:pt x="1650" y="25613"/>
                      <a:pt x="2829" y="26163"/>
                      <a:pt x="4557" y="26320"/>
                    </a:cubicBezTo>
                    <a:cubicBezTo>
                      <a:pt x="1886" y="28442"/>
                      <a:pt x="629" y="30563"/>
                      <a:pt x="1257" y="31977"/>
                    </a:cubicBezTo>
                    <a:cubicBezTo>
                      <a:pt x="1650" y="32998"/>
                      <a:pt x="2829" y="33470"/>
                      <a:pt x="4557" y="33627"/>
                    </a:cubicBezTo>
                    <a:cubicBezTo>
                      <a:pt x="1965" y="35748"/>
                      <a:pt x="550" y="37870"/>
                      <a:pt x="1257" y="39362"/>
                    </a:cubicBezTo>
                    <a:cubicBezTo>
                      <a:pt x="1650" y="40384"/>
                      <a:pt x="2829" y="40855"/>
                      <a:pt x="4557" y="41012"/>
                    </a:cubicBezTo>
                    <a:cubicBezTo>
                      <a:pt x="1886" y="43134"/>
                      <a:pt x="629" y="45255"/>
                      <a:pt x="1257" y="46669"/>
                    </a:cubicBezTo>
                    <a:cubicBezTo>
                      <a:pt x="1650" y="47769"/>
                      <a:pt x="2986" y="48319"/>
                      <a:pt x="4950" y="48398"/>
                    </a:cubicBezTo>
                    <a:cubicBezTo>
                      <a:pt x="6600" y="48948"/>
                      <a:pt x="7779" y="50440"/>
                      <a:pt x="7779" y="52248"/>
                    </a:cubicBezTo>
                    <a:cubicBezTo>
                      <a:pt x="7779" y="49969"/>
                      <a:pt x="9586" y="48162"/>
                      <a:pt x="11864" y="48162"/>
                    </a:cubicBezTo>
                    <a:cubicBezTo>
                      <a:pt x="11236" y="48162"/>
                      <a:pt x="10686" y="48005"/>
                      <a:pt x="10136" y="47769"/>
                    </a:cubicBezTo>
                    <a:cubicBezTo>
                      <a:pt x="12493" y="47219"/>
                      <a:pt x="14771" y="46512"/>
                      <a:pt x="17050" y="45569"/>
                    </a:cubicBezTo>
                    <a:cubicBezTo>
                      <a:pt x="24671" y="42269"/>
                      <a:pt x="29856" y="37634"/>
                      <a:pt x="28756" y="34963"/>
                    </a:cubicBezTo>
                    <a:cubicBezTo>
                      <a:pt x="28285" y="34020"/>
                      <a:pt x="27185" y="33470"/>
                      <a:pt x="25378" y="33313"/>
                    </a:cubicBezTo>
                    <a:cubicBezTo>
                      <a:pt x="27970" y="31191"/>
                      <a:pt x="29306" y="29070"/>
                      <a:pt x="28756" y="27656"/>
                    </a:cubicBezTo>
                    <a:cubicBezTo>
                      <a:pt x="28285" y="26635"/>
                      <a:pt x="27106" y="26163"/>
                      <a:pt x="25378" y="26006"/>
                    </a:cubicBezTo>
                    <a:cubicBezTo>
                      <a:pt x="28049" y="23885"/>
                      <a:pt x="29385" y="21763"/>
                      <a:pt x="28756" y="20271"/>
                    </a:cubicBezTo>
                    <a:cubicBezTo>
                      <a:pt x="28285" y="19328"/>
                      <a:pt x="27185" y="18778"/>
                      <a:pt x="25378" y="18621"/>
                    </a:cubicBezTo>
                    <a:cubicBezTo>
                      <a:pt x="28049" y="16499"/>
                      <a:pt x="29306" y="14378"/>
                      <a:pt x="28756" y="12964"/>
                    </a:cubicBezTo>
                    <a:cubicBezTo>
                      <a:pt x="28285" y="11942"/>
                      <a:pt x="27185" y="11392"/>
                      <a:pt x="25378" y="11314"/>
                    </a:cubicBezTo>
                    <a:cubicBezTo>
                      <a:pt x="28049" y="9193"/>
                      <a:pt x="29306" y="7071"/>
                      <a:pt x="28756" y="5578"/>
                    </a:cubicBezTo>
                    <a:cubicBezTo>
                      <a:pt x="28285" y="4478"/>
                      <a:pt x="26792" y="3929"/>
                      <a:pt x="24513" y="3929"/>
                    </a:cubicBezTo>
                    <a:lnTo>
                      <a:pt x="23649" y="3929"/>
                    </a:lnTo>
                    <a:cubicBezTo>
                      <a:pt x="21921" y="3379"/>
                      <a:pt x="20742" y="1807"/>
                      <a:pt x="2074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31"/>
              <p:cNvSpPr/>
              <p:nvPr/>
            </p:nvSpPr>
            <p:spPr>
              <a:xfrm>
                <a:off x="437813" y="4321563"/>
                <a:ext cx="550834" cy="564881"/>
              </a:xfrm>
              <a:custGeom>
                <a:avLst/>
                <a:gdLst/>
                <a:ahLst/>
                <a:cxnLst/>
                <a:rect l="l" t="t" r="r" b="b"/>
                <a:pathLst>
                  <a:path w="43135" h="44235" extrusionOk="0">
                    <a:moveTo>
                      <a:pt x="21057" y="1"/>
                    </a:moveTo>
                    <a:lnTo>
                      <a:pt x="21057" y="394"/>
                    </a:lnTo>
                    <a:cubicBezTo>
                      <a:pt x="20979" y="12179"/>
                      <a:pt x="11786" y="21921"/>
                      <a:pt x="1" y="22471"/>
                    </a:cubicBezTo>
                    <a:cubicBezTo>
                      <a:pt x="11629" y="23021"/>
                      <a:pt x="20821" y="32606"/>
                      <a:pt x="21057" y="44234"/>
                    </a:cubicBezTo>
                    <a:lnTo>
                      <a:pt x="21057" y="43841"/>
                    </a:lnTo>
                    <a:cubicBezTo>
                      <a:pt x="20979" y="31663"/>
                      <a:pt x="30957" y="21764"/>
                      <a:pt x="43135" y="21764"/>
                    </a:cubicBezTo>
                    <a:cubicBezTo>
                      <a:pt x="31114" y="21685"/>
                      <a:pt x="21214" y="12022"/>
                      <a:pt x="21057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0" name="Google Shape;420;p31"/>
            <p:cNvSpPr/>
            <p:nvPr/>
          </p:nvSpPr>
          <p:spPr>
            <a:xfrm>
              <a:off x="-308375" y="3886925"/>
              <a:ext cx="1021601" cy="1018545"/>
            </a:xfrm>
            <a:custGeom>
              <a:avLst/>
              <a:gdLst/>
              <a:ahLst/>
              <a:cxnLst/>
              <a:rect l="l" t="t" r="r" b="b"/>
              <a:pathLst>
                <a:path w="52484" h="52327" extrusionOk="0">
                  <a:moveTo>
                    <a:pt x="23885" y="79"/>
                  </a:moveTo>
                  <a:lnTo>
                    <a:pt x="22706" y="158"/>
                  </a:lnTo>
                  <a:lnTo>
                    <a:pt x="24435" y="16500"/>
                  </a:lnTo>
                  <a:lnTo>
                    <a:pt x="25613" y="16421"/>
                  </a:lnTo>
                  <a:lnTo>
                    <a:pt x="23885" y="79"/>
                  </a:lnTo>
                  <a:close/>
                  <a:moveTo>
                    <a:pt x="28206" y="1"/>
                  </a:moveTo>
                  <a:lnTo>
                    <a:pt x="26477" y="16343"/>
                  </a:lnTo>
                  <a:lnTo>
                    <a:pt x="27735" y="16500"/>
                  </a:lnTo>
                  <a:lnTo>
                    <a:pt x="29463" y="158"/>
                  </a:lnTo>
                  <a:lnTo>
                    <a:pt x="28206" y="1"/>
                  </a:lnTo>
                  <a:close/>
                  <a:moveTo>
                    <a:pt x="33549" y="944"/>
                  </a:moveTo>
                  <a:lnTo>
                    <a:pt x="28520" y="16657"/>
                  </a:lnTo>
                  <a:lnTo>
                    <a:pt x="29699" y="16971"/>
                  </a:lnTo>
                  <a:lnTo>
                    <a:pt x="34727" y="1336"/>
                  </a:lnTo>
                  <a:lnTo>
                    <a:pt x="33549" y="944"/>
                  </a:lnTo>
                  <a:close/>
                  <a:moveTo>
                    <a:pt x="18542" y="1101"/>
                  </a:moveTo>
                  <a:lnTo>
                    <a:pt x="17364" y="1494"/>
                  </a:lnTo>
                  <a:lnTo>
                    <a:pt x="22470" y="17207"/>
                  </a:lnTo>
                  <a:lnTo>
                    <a:pt x="23649" y="16814"/>
                  </a:lnTo>
                  <a:lnTo>
                    <a:pt x="18542" y="1101"/>
                  </a:lnTo>
                  <a:close/>
                  <a:moveTo>
                    <a:pt x="38655" y="3065"/>
                  </a:moveTo>
                  <a:lnTo>
                    <a:pt x="30406" y="17286"/>
                  </a:lnTo>
                  <a:lnTo>
                    <a:pt x="31506" y="17914"/>
                  </a:lnTo>
                  <a:lnTo>
                    <a:pt x="39755" y="3693"/>
                  </a:lnTo>
                  <a:lnTo>
                    <a:pt x="38655" y="3065"/>
                  </a:lnTo>
                  <a:close/>
                  <a:moveTo>
                    <a:pt x="13514" y="3301"/>
                  </a:moveTo>
                  <a:lnTo>
                    <a:pt x="12414" y="3851"/>
                  </a:lnTo>
                  <a:lnTo>
                    <a:pt x="20585" y="18150"/>
                  </a:lnTo>
                  <a:lnTo>
                    <a:pt x="21685" y="17521"/>
                  </a:lnTo>
                  <a:lnTo>
                    <a:pt x="13514" y="3301"/>
                  </a:lnTo>
                  <a:close/>
                  <a:moveTo>
                    <a:pt x="43212" y="6129"/>
                  </a:moveTo>
                  <a:lnTo>
                    <a:pt x="32213" y="18386"/>
                  </a:lnTo>
                  <a:lnTo>
                    <a:pt x="33077" y="19171"/>
                  </a:lnTo>
                  <a:lnTo>
                    <a:pt x="44155" y="6993"/>
                  </a:lnTo>
                  <a:lnTo>
                    <a:pt x="43212" y="6129"/>
                  </a:lnTo>
                  <a:close/>
                  <a:moveTo>
                    <a:pt x="8957" y="6443"/>
                  </a:moveTo>
                  <a:lnTo>
                    <a:pt x="8014" y="7229"/>
                  </a:lnTo>
                  <a:lnTo>
                    <a:pt x="19092" y="19486"/>
                  </a:lnTo>
                  <a:lnTo>
                    <a:pt x="20035" y="18621"/>
                  </a:lnTo>
                  <a:lnTo>
                    <a:pt x="8957" y="6443"/>
                  </a:lnTo>
                  <a:close/>
                  <a:moveTo>
                    <a:pt x="46984" y="10136"/>
                  </a:moveTo>
                  <a:lnTo>
                    <a:pt x="33706" y="19721"/>
                  </a:lnTo>
                  <a:lnTo>
                    <a:pt x="34413" y="20743"/>
                  </a:lnTo>
                  <a:lnTo>
                    <a:pt x="47769" y="11079"/>
                  </a:lnTo>
                  <a:lnTo>
                    <a:pt x="46984" y="10136"/>
                  </a:lnTo>
                  <a:close/>
                  <a:moveTo>
                    <a:pt x="5264" y="10450"/>
                  </a:moveTo>
                  <a:lnTo>
                    <a:pt x="4479" y="11393"/>
                  </a:lnTo>
                  <a:lnTo>
                    <a:pt x="17835" y="21135"/>
                  </a:lnTo>
                  <a:lnTo>
                    <a:pt x="18542" y="20114"/>
                  </a:lnTo>
                  <a:lnTo>
                    <a:pt x="5264" y="10450"/>
                  </a:lnTo>
                  <a:close/>
                  <a:moveTo>
                    <a:pt x="49891" y="14771"/>
                  </a:moveTo>
                  <a:lnTo>
                    <a:pt x="34884" y="21450"/>
                  </a:lnTo>
                  <a:lnTo>
                    <a:pt x="35356" y="22628"/>
                  </a:lnTo>
                  <a:lnTo>
                    <a:pt x="50441" y="15871"/>
                  </a:lnTo>
                  <a:lnTo>
                    <a:pt x="49891" y="14771"/>
                  </a:lnTo>
                  <a:close/>
                  <a:moveTo>
                    <a:pt x="2436" y="15164"/>
                  </a:moveTo>
                  <a:lnTo>
                    <a:pt x="1964" y="16264"/>
                  </a:lnTo>
                  <a:lnTo>
                    <a:pt x="16971" y="22942"/>
                  </a:lnTo>
                  <a:lnTo>
                    <a:pt x="17442" y="21843"/>
                  </a:lnTo>
                  <a:lnTo>
                    <a:pt x="2436" y="15164"/>
                  </a:lnTo>
                  <a:close/>
                  <a:moveTo>
                    <a:pt x="51776" y="19878"/>
                  </a:moveTo>
                  <a:lnTo>
                    <a:pt x="35670" y="23335"/>
                  </a:lnTo>
                  <a:lnTo>
                    <a:pt x="35906" y="24592"/>
                  </a:lnTo>
                  <a:lnTo>
                    <a:pt x="52012" y="21135"/>
                  </a:lnTo>
                  <a:lnTo>
                    <a:pt x="51776" y="19878"/>
                  </a:lnTo>
                  <a:close/>
                  <a:moveTo>
                    <a:pt x="629" y="20350"/>
                  </a:moveTo>
                  <a:lnTo>
                    <a:pt x="393" y="21528"/>
                  </a:lnTo>
                  <a:lnTo>
                    <a:pt x="16499" y="24985"/>
                  </a:lnTo>
                  <a:lnTo>
                    <a:pt x="16814" y="23728"/>
                  </a:lnTo>
                  <a:lnTo>
                    <a:pt x="629" y="20350"/>
                  </a:lnTo>
                  <a:close/>
                  <a:moveTo>
                    <a:pt x="36063" y="25300"/>
                  </a:moveTo>
                  <a:lnTo>
                    <a:pt x="36063" y="26635"/>
                  </a:lnTo>
                  <a:lnTo>
                    <a:pt x="52483" y="26635"/>
                  </a:lnTo>
                  <a:lnTo>
                    <a:pt x="52483" y="25378"/>
                  </a:lnTo>
                  <a:lnTo>
                    <a:pt x="36063" y="25300"/>
                  </a:lnTo>
                  <a:close/>
                  <a:moveTo>
                    <a:pt x="0" y="25771"/>
                  </a:moveTo>
                  <a:lnTo>
                    <a:pt x="0" y="27028"/>
                  </a:lnTo>
                  <a:lnTo>
                    <a:pt x="16421" y="27028"/>
                  </a:lnTo>
                  <a:lnTo>
                    <a:pt x="16499" y="25771"/>
                  </a:lnTo>
                  <a:close/>
                  <a:moveTo>
                    <a:pt x="35984" y="27421"/>
                  </a:moveTo>
                  <a:lnTo>
                    <a:pt x="35748" y="28599"/>
                  </a:lnTo>
                  <a:lnTo>
                    <a:pt x="51855" y="32056"/>
                  </a:lnTo>
                  <a:lnTo>
                    <a:pt x="52090" y="30799"/>
                  </a:lnTo>
                  <a:lnTo>
                    <a:pt x="35984" y="27421"/>
                  </a:lnTo>
                  <a:close/>
                  <a:moveTo>
                    <a:pt x="16578" y="27814"/>
                  </a:moveTo>
                  <a:lnTo>
                    <a:pt x="472" y="31192"/>
                  </a:lnTo>
                  <a:lnTo>
                    <a:pt x="707" y="32449"/>
                  </a:lnTo>
                  <a:lnTo>
                    <a:pt x="16814" y="28992"/>
                  </a:lnTo>
                  <a:lnTo>
                    <a:pt x="16578" y="27814"/>
                  </a:lnTo>
                  <a:close/>
                  <a:moveTo>
                    <a:pt x="35513" y="29385"/>
                  </a:moveTo>
                  <a:lnTo>
                    <a:pt x="35041" y="30485"/>
                  </a:lnTo>
                  <a:lnTo>
                    <a:pt x="50048" y="37242"/>
                  </a:lnTo>
                  <a:lnTo>
                    <a:pt x="50598" y="36063"/>
                  </a:lnTo>
                  <a:lnTo>
                    <a:pt x="35513" y="29385"/>
                  </a:lnTo>
                  <a:close/>
                  <a:moveTo>
                    <a:pt x="17128" y="29778"/>
                  </a:moveTo>
                  <a:lnTo>
                    <a:pt x="2122" y="36456"/>
                  </a:lnTo>
                  <a:lnTo>
                    <a:pt x="2593" y="37556"/>
                  </a:lnTo>
                  <a:lnTo>
                    <a:pt x="17678" y="30956"/>
                  </a:lnTo>
                  <a:lnTo>
                    <a:pt x="17128" y="29778"/>
                  </a:lnTo>
                  <a:close/>
                  <a:moveTo>
                    <a:pt x="34648" y="31271"/>
                  </a:moveTo>
                  <a:lnTo>
                    <a:pt x="33863" y="32292"/>
                  </a:lnTo>
                  <a:lnTo>
                    <a:pt x="47219" y="41956"/>
                  </a:lnTo>
                  <a:lnTo>
                    <a:pt x="47926" y="40934"/>
                  </a:lnTo>
                  <a:lnTo>
                    <a:pt x="34648" y="31271"/>
                  </a:lnTo>
                  <a:close/>
                  <a:moveTo>
                    <a:pt x="18149" y="31585"/>
                  </a:moveTo>
                  <a:lnTo>
                    <a:pt x="4714" y="41249"/>
                  </a:lnTo>
                  <a:lnTo>
                    <a:pt x="5500" y="42270"/>
                  </a:lnTo>
                  <a:lnTo>
                    <a:pt x="18778" y="32528"/>
                  </a:lnTo>
                  <a:lnTo>
                    <a:pt x="18149" y="31585"/>
                  </a:lnTo>
                  <a:close/>
                  <a:moveTo>
                    <a:pt x="33470" y="32921"/>
                  </a:moveTo>
                  <a:lnTo>
                    <a:pt x="32449" y="33706"/>
                  </a:lnTo>
                  <a:lnTo>
                    <a:pt x="43527" y="45963"/>
                  </a:lnTo>
                  <a:lnTo>
                    <a:pt x="44469" y="45099"/>
                  </a:lnTo>
                  <a:lnTo>
                    <a:pt x="33470" y="32921"/>
                  </a:lnTo>
                  <a:close/>
                  <a:moveTo>
                    <a:pt x="19406" y="33156"/>
                  </a:moveTo>
                  <a:lnTo>
                    <a:pt x="8328" y="45413"/>
                  </a:lnTo>
                  <a:lnTo>
                    <a:pt x="9271" y="46198"/>
                  </a:lnTo>
                  <a:lnTo>
                    <a:pt x="20349" y="34021"/>
                  </a:lnTo>
                  <a:lnTo>
                    <a:pt x="19406" y="33156"/>
                  </a:lnTo>
                  <a:close/>
                  <a:moveTo>
                    <a:pt x="31899" y="34256"/>
                  </a:moveTo>
                  <a:lnTo>
                    <a:pt x="30799" y="34885"/>
                  </a:lnTo>
                  <a:lnTo>
                    <a:pt x="39048" y="49105"/>
                  </a:lnTo>
                  <a:lnTo>
                    <a:pt x="40148" y="48477"/>
                  </a:lnTo>
                  <a:lnTo>
                    <a:pt x="31899" y="34256"/>
                  </a:lnTo>
                  <a:close/>
                  <a:moveTo>
                    <a:pt x="20978" y="34413"/>
                  </a:moveTo>
                  <a:lnTo>
                    <a:pt x="12728" y="48713"/>
                  </a:lnTo>
                  <a:lnTo>
                    <a:pt x="13828" y="49341"/>
                  </a:lnTo>
                  <a:lnTo>
                    <a:pt x="22078" y="35042"/>
                  </a:lnTo>
                  <a:lnTo>
                    <a:pt x="20978" y="34413"/>
                  </a:lnTo>
                  <a:close/>
                  <a:moveTo>
                    <a:pt x="30092" y="35199"/>
                  </a:moveTo>
                  <a:lnTo>
                    <a:pt x="28834" y="35592"/>
                  </a:lnTo>
                  <a:lnTo>
                    <a:pt x="33941" y="51227"/>
                  </a:lnTo>
                  <a:lnTo>
                    <a:pt x="35120" y="50834"/>
                  </a:lnTo>
                  <a:lnTo>
                    <a:pt x="30092" y="35199"/>
                  </a:lnTo>
                  <a:close/>
                  <a:moveTo>
                    <a:pt x="22863" y="35356"/>
                  </a:moveTo>
                  <a:lnTo>
                    <a:pt x="17756" y="50991"/>
                  </a:lnTo>
                  <a:lnTo>
                    <a:pt x="18935" y="51384"/>
                  </a:lnTo>
                  <a:lnTo>
                    <a:pt x="24042" y="35749"/>
                  </a:lnTo>
                  <a:lnTo>
                    <a:pt x="22863" y="35356"/>
                  </a:lnTo>
                  <a:close/>
                  <a:moveTo>
                    <a:pt x="24828" y="35828"/>
                  </a:moveTo>
                  <a:lnTo>
                    <a:pt x="23099" y="52248"/>
                  </a:lnTo>
                  <a:lnTo>
                    <a:pt x="24356" y="52327"/>
                  </a:lnTo>
                  <a:lnTo>
                    <a:pt x="26085" y="35985"/>
                  </a:lnTo>
                  <a:lnTo>
                    <a:pt x="24828" y="35828"/>
                  </a:lnTo>
                  <a:close/>
                  <a:moveTo>
                    <a:pt x="28127" y="35828"/>
                  </a:moveTo>
                  <a:lnTo>
                    <a:pt x="26870" y="35906"/>
                  </a:lnTo>
                  <a:lnTo>
                    <a:pt x="28599" y="52327"/>
                  </a:lnTo>
                  <a:lnTo>
                    <a:pt x="29856" y="52170"/>
                  </a:lnTo>
                  <a:lnTo>
                    <a:pt x="28127" y="358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1"/>
          <p:cNvGrpSpPr/>
          <p:nvPr/>
        </p:nvGrpSpPr>
        <p:grpSpPr>
          <a:xfrm rot="7200089">
            <a:off x="7619188" y="3767509"/>
            <a:ext cx="1257916" cy="1342596"/>
            <a:chOff x="-408900" y="504142"/>
            <a:chExt cx="1167600" cy="1246200"/>
          </a:xfrm>
        </p:grpSpPr>
        <p:cxnSp>
          <p:nvCxnSpPr>
            <p:cNvPr id="422" name="Google Shape;422;p31"/>
            <p:cNvCxnSpPr/>
            <p:nvPr/>
          </p:nvCxnSpPr>
          <p:spPr>
            <a:xfrm rot="-7477944">
              <a:off x="-336090" y="770661"/>
              <a:ext cx="1021979" cy="713164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3" name="Google Shape;423;p31"/>
            <p:cNvCxnSpPr/>
            <p:nvPr/>
          </p:nvCxnSpPr>
          <p:spPr>
            <a:xfrm rot="10800000" flipH="1">
              <a:off x="176606" y="1461749"/>
              <a:ext cx="263100" cy="2754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4" name="Google Shape;424;p31"/>
            <p:cNvCxnSpPr/>
            <p:nvPr/>
          </p:nvCxnSpPr>
          <p:spPr>
            <a:xfrm rot="10800000">
              <a:off x="-122164" y="1456780"/>
              <a:ext cx="288900" cy="2802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●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○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■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●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○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■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●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Char char="○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Actor"/>
              <a:buChar char="■"/>
              <a:defRPr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5" r:id="rId3"/>
    <p:sldLayoutId id="2147483658" r:id="rId4"/>
    <p:sldLayoutId id="2147483664" r:id="rId5"/>
    <p:sldLayoutId id="2147483669" r:id="rId6"/>
    <p:sldLayoutId id="2147483676" r:id="rId7"/>
    <p:sldLayoutId id="214748367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tomascabfer4@gmail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www.deuser.es/" TargetMode="External"/><Relationship Id="rId5" Type="http://schemas.openxmlformats.org/officeDocument/2006/relationships/hyperlink" Target="http://www.genial.ly/" TargetMode="External"/><Relationship Id="rId4" Type="http://schemas.openxmlformats.org/officeDocument/2006/relationships/hyperlink" Target="http://www.lucasroja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5"/>
          <p:cNvSpPr txBox="1">
            <a:spLocks noGrp="1"/>
          </p:cNvSpPr>
          <p:nvPr>
            <p:ph type="ctrTitle"/>
          </p:nvPr>
        </p:nvSpPr>
        <p:spPr>
          <a:xfrm>
            <a:off x="828750" y="1017725"/>
            <a:ext cx="7486500" cy="201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SemiBold"/>
                <a:ea typeface="Unbounded SemiBold"/>
                <a:cs typeface="Unbounded SemiBold"/>
                <a:sym typeface="Unbounded SemiBold"/>
              </a:rPr>
              <a:t>Análisis </a:t>
            </a:r>
            <a:r>
              <a:rPr lang="en" dirty="0">
                <a:latin typeface="Unbounded Light"/>
                <a:ea typeface="Unbounded Light"/>
                <a:cs typeface="Unbounded Light"/>
                <a:sym typeface="Unbounded Light"/>
              </a:rPr>
              <a:t>del Tejido Empresarial </a:t>
            </a:r>
            <a:r>
              <a:rPr lang="en" dirty="0">
                <a:latin typeface="Unbounded SemiBold" panose="020B0604020202020204" charset="0"/>
                <a:ea typeface="Unbounded Light"/>
                <a:cs typeface="Unbounded Light"/>
                <a:sym typeface="Unbounded Light"/>
              </a:rPr>
              <a:t>TIC</a:t>
            </a:r>
            <a:endParaRPr dirty="0">
              <a:latin typeface="Unbounded SemiBold" panose="020B0604020202020204" charset="0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436" name="Google Shape;436;p35"/>
          <p:cNvSpPr txBox="1">
            <a:spLocks noGrp="1"/>
          </p:cNvSpPr>
          <p:nvPr>
            <p:ph type="subTitle" idx="1"/>
          </p:nvPr>
        </p:nvSpPr>
        <p:spPr>
          <a:xfrm>
            <a:off x="2307600" y="3189425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Entorno de Córdoba Y Alrededores</a:t>
            </a:r>
            <a:endParaRPr dirty="0"/>
          </a:p>
        </p:txBody>
      </p:sp>
      <p:sp>
        <p:nvSpPr>
          <p:cNvPr id="437" name="Google Shape;437;p35"/>
          <p:cNvSpPr/>
          <p:nvPr/>
        </p:nvSpPr>
        <p:spPr>
          <a:xfrm>
            <a:off x="3799350" y="3919025"/>
            <a:ext cx="1545300" cy="350650"/>
          </a:xfrm>
          <a:custGeom>
            <a:avLst/>
            <a:gdLst/>
            <a:ahLst/>
            <a:cxnLst/>
            <a:rect l="l" t="t" r="r" b="b"/>
            <a:pathLst>
              <a:path w="61812" h="14026" extrusionOk="0">
                <a:moveTo>
                  <a:pt x="7040" y="0"/>
                </a:moveTo>
                <a:cubicBezTo>
                  <a:pt x="6987" y="532"/>
                  <a:pt x="6934" y="1036"/>
                  <a:pt x="6907" y="1541"/>
                </a:cubicBezTo>
                <a:cubicBezTo>
                  <a:pt x="6695" y="4410"/>
                  <a:pt x="4410" y="6721"/>
                  <a:pt x="1515" y="6907"/>
                </a:cubicBezTo>
                <a:cubicBezTo>
                  <a:pt x="1010" y="6933"/>
                  <a:pt x="506" y="6986"/>
                  <a:pt x="1" y="7013"/>
                </a:cubicBezTo>
                <a:cubicBezTo>
                  <a:pt x="506" y="7066"/>
                  <a:pt x="1010" y="7119"/>
                  <a:pt x="1515" y="7146"/>
                </a:cubicBezTo>
                <a:cubicBezTo>
                  <a:pt x="4410" y="7332"/>
                  <a:pt x="6695" y="9642"/>
                  <a:pt x="6907" y="12511"/>
                </a:cubicBezTo>
                <a:cubicBezTo>
                  <a:pt x="6934" y="13016"/>
                  <a:pt x="6960" y="13521"/>
                  <a:pt x="7013" y="14025"/>
                </a:cubicBezTo>
                <a:cubicBezTo>
                  <a:pt x="7066" y="13521"/>
                  <a:pt x="7120" y="13016"/>
                  <a:pt x="7146" y="12511"/>
                </a:cubicBezTo>
                <a:cubicBezTo>
                  <a:pt x="7359" y="9642"/>
                  <a:pt x="9643" y="7332"/>
                  <a:pt x="12538" y="7146"/>
                </a:cubicBezTo>
                <a:cubicBezTo>
                  <a:pt x="13043" y="7119"/>
                  <a:pt x="13548" y="7066"/>
                  <a:pt x="14052" y="7013"/>
                </a:cubicBezTo>
                <a:cubicBezTo>
                  <a:pt x="13548" y="6986"/>
                  <a:pt x="13043" y="6933"/>
                  <a:pt x="12538" y="6907"/>
                </a:cubicBezTo>
                <a:cubicBezTo>
                  <a:pt x="9643" y="6694"/>
                  <a:pt x="7359" y="4410"/>
                  <a:pt x="7173" y="1541"/>
                </a:cubicBezTo>
                <a:cubicBezTo>
                  <a:pt x="7120" y="1036"/>
                  <a:pt x="7066" y="532"/>
                  <a:pt x="7040" y="0"/>
                </a:cubicBezTo>
                <a:close/>
                <a:moveTo>
                  <a:pt x="30893" y="0"/>
                </a:moveTo>
                <a:cubicBezTo>
                  <a:pt x="30840" y="532"/>
                  <a:pt x="30813" y="1036"/>
                  <a:pt x="30787" y="1541"/>
                </a:cubicBezTo>
                <a:cubicBezTo>
                  <a:pt x="30574" y="4410"/>
                  <a:pt x="28263" y="6694"/>
                  <a:pt x="25394" y="6880"/>
                </a:cubicBezTo>
                <a:cubicBezTo>
                  <a:pt x="24890" y="6933"/>
                  <a:pt x="24385" y="6986"/>
                  <a:pt x="23880" y="7013"/>
                </a:cubicBezTo>
                <a:cubicBezTo>
                  <a:pt x="24385" y="7066"/>
                  <a:pt x="24890" y="7119"/>
                  <a:pt x="25394" y="7146"/>
                </a:cubicBezTo>
                <a:cubicBezTo>
                  <a:pt x="28290" y="7332"/>
                  <a:pt x="30574" y="9642"/>
                  <a:pt x="30787" y="12511"/>
                </a:cubicBezTo>
                <a:cubicBezTo>
                  <a:pt x="30813" y="13016"/>
                  <a:pt x="30866" y="13521"/>
                  <a:pt x="30893" y="14025"/>
                </a:cubicBezTo>
                <a:cubicBezTo>
                  <a:pt x="30946" y="13521"/>
                  <a:pt x="30999" y="13016"/>
                  <a:pt x="31026" y="12511"/>
                </a:cubicBezTo>
                <a:cubicBezTo>
                  <a:pt x="31238" y="9642"/>
                  <a:pt x="33522" y="7332"/>
                  <a:pt x="36418" y="7146"/>
                </a:cubicBezTo>
                <a:cubicBezTo>
                  <a:pt x="36922" y="7119"/>
                  <a:pt x="37427" y="7066"/>
                  <a:pt x="37932" y="7013"/>
                </a:cubicBezTo>
                <a:cubicBezTo>
                  <a:pt x="37427" y="6960"/>
                  <a:pt x="36922" y="6933"/>
                  <a:pt x="36418" y="6907"/>
                </a:cubicBezTo>
                <a:cubicBezTo>
                  <a:pt x="33522" y="6721"/>
                  <a:pt x="31212" y="4410"/>
                  <a:pt x="31026" y="1541"/>
                </a:cubicBezTo>
                <a:cubicBezTo>
                  <a:pt x="30999" y="1036"/>
                  <a:pt x="30946" y="532"/>
                  <a:pt x="30893" y="0"/>
                </a:cubicBezTo>
                <a:close/>
                <a:moveTo>
                  <a:pt x="54772" y="0"/>
                </a:moveTo>
                <a:cubicBezTo>
                  <a:pt x="54719" y="532"/>
                  <a:pt x="54692" y="1036"/>
                  <a:pt x="54639" y="1541"/>
                </a:cubicBezTo>
                <a:cubicBezTo>
                  <a:pt x="54453" y="4410"/>
                  <a:pt x="52143" y="6694"/>
                  <a:pt x="49274" y="6880"/>
                </a:cubicBezTo>
                <a:cubicBezTo>
                  <a:pt x="48769" y="6933"/>
                  <a:pt x="48264" y="6986"/>
                  <a:pt x="47733" y="7013"/>
                </a:cubicBezTo>
                <a:cubicBezTo>
                  <a:pt x="48264" y="7066"/>
                  <a:pt x="48769" y="7119"/>
                  <a:pt x="49274" y="7146"/>
                </a:cubicBezTo>
                <a:cubicBezTo>
                  <a:pt x="52143" y="7332"/>
                  <a:pt x="54453" y="9642"/>
                  <a:pt x="54639" y="12511"/>
                </a:cubicBezTo>
                <a:cubicBezTo>
                  <a:pt x="54666" y="13016"/>
                  <a:pt x="54719" y="13521"/>
                  <a:pt x="54772" y="14025"/>
                </a:cubicBezTo>
                <a:cubicBezTo>
                  <a:pt x="54825" y="13521"/>
                  <a:pt x="54852" y="13016"/>
                  <a:pt x="54905" y="12511"/>
                </a:cubicBezTo>
                <a:cubicBezTo>
                  <a:pt x="55091" y="9616"/>
                  <a:pt x="57402" y="7332"/>
                  <a:pt x="60297" y="7146"/>
                </a:cubicBezTo>
                <a:cubicBezTo>
                  <a:pt x="60802" y="7119"/>
                  <a:pt x="61306" y="7066"/>
                  <a:pt x="61811" y="7013"/>
                </a:cubicBezTo>
                <a:cubicBezTo>
                  <a:pt x="61280" y="6986"/>
                  <a:pt x="60775" y="6933"/>
                  <a:pt x="60297" y="6907"/>
                </a:cubicBezTo>
                <a:cubicBezTo>
                  <a:pt x="57402" y="6721"/>
                  <a:pt x="55117" y="4410"/>
                  <a:pt x="54905" y="1541"/>
                </a:cubicBezTo>
                <a:cubicBezTo>
                  <a:pt x="54878" y="1036"/>
                  <a:pt x="54825" y="532"/>
                  <a:pt x="54772" y="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35"/>
          <p:cNvSpPr/>
          <p:nvPr/>
        </p:nvSpPr>
        <p:spPr>
          <a:xfrm>
            <a:off x="806025" y="672850"/>
            <a:ext cx="550834" cy="564881"/>
          </a:xfrm>
          <a:custGeom>
            <a:avLst/>
            <a:gdLst/>
            <a:ahLst/>
            <a:cxnLst/>
            <a:rect l="l" t="t" r="r" b="b"/>
            <a:pathLst>
              <a:path w="43135" h="44235" extrusionOk="0">
                <a:moveTo>
                  <a:pt x="21057" y="1"/>
                </a:moveTo>
                <a:lnTo>
                  <a:pt x="21057" y="394"/>
                </a:lnTo>
                <a:cubicBezTo>
                  <a:pt x="20979" y="12179"/>
                  <a:pt x="11786" y="21921"/>
                  <a:pt x="1" y="22471"/>
                </a:cubicBezTo>
                <a:cubicBezTo>
                  <a:pt x="11629" y="23021"/>
                  <a:pt x="20821" y="32606"/>
                  <a:pt x="21057" y="44234"/>
                </a:cubicBezTo>
                <a:lnTo>
                  <a:pt x="21057" y="43841"/>
                </a:lnTo>
                <a:cubicBezTo>
                  <a:pt x="20979" y="31663"/>
                  <a:pt x="30957" y="21764"/>
                  <a:pt x="43135" y="21764"/>
                </a:cubicBezTo>
                <a:cubicBezTo>
                  <a:pt x="31114" y="21685"/>
                  <a:pt x="21214" y="12022"/>
                  <a:pt x="21057" y="1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9" name="Google Shape;439;p35"/>
          <p:cNvGrpSpPr/>
          <p:nvPr/>
        </p:nvGrpSpPr>
        <p:grpSpPr>
          <a:xfrm rot="7200089">
            <a:off x="7286063" y="3423059"/>
            <a:ext cx="1257916" cy="1342596"/>
            <a:chOff x="-408900" y="504142"/>
            <a:chExt cx="1167600" cy="1246200"/>
          </a:xfrm>
        </p:grpSpPr>
        <p:cxnSp>
          <p:nvCxnSpPr>
            <p:cNvPr id="440" name="Google Shape;440;p35"/>
            <p:cNvCxnSpPr/>
            <p:nvPr/>
          </p:nvCxnSpPr>
          <p:spPr>
            <a:xfrm rot="-7477944">
              <a:off x="-336090" y="770661"/>
              <a:ext cx="1021979" cy="713164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1" name="Google Shape;441;p35"/>
            <p:cNvCxnSpPr/>
            <p:nvPr/>
          </p:nvCxnSpPr>
          <p:spPr>
            <a:xfrm rot="10800000" flipH="1">
              <a:off x="176606" y="1461749"/>
              <a:ext cx="263100" cy="2754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2" name="Google Shape;442;p35"/>
            <p:cNvCxnSpPr/>
            <p:nvPr/>
          </p:nvCxnSpPr>
          <p:spPr>
            <a:xfrm rot="10800000">
              <a:off x="-122164" y="1456780"/>
              <a:ext cx="288900" cy="2802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Google Shape;436;p35">
            <a:extLst>
              <a:ext uri="{FF2B5EF4-FFF2-40B4-BE49-F238E27FC236}">
                <a16:creationId xmlns:a16="http://schemas.microsoft.com/office/drawing/2014/main" id="{3003C1DC-14D5-C514-D378-96A9E3BC1E62}"/>
              </a:ext>
            </a:extLst>
          </p:cNvPr>
          <p:cNvSpPr txBox="1">
            <a:spLocks/>
          </p:cNvSpPr>
          <p:nvPr/>
        </p:nvSpPr>
        <p:spPr>
          <a:xfrm>
            <a:off x="6685767" y="4677491"/>
            <a:ext cx="2458233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ctor"/>
              <a:buNone/>
              <a:defRPr sz="16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ctor"/>
              <a:buNone/>
              <a:defRPr sz="1800" b="0" i="0" u="none" strike="noStrike" cap="none">
                <a:solidFill>
                  <a:schemeClr val="lt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pPr marL="0" indent="0"/>
            <a:r>
              <a:rPr lang="es-ES" dirty="0"/>
              <a:t>Tomás Cabello Fernández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6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Selección de Empresas</a:t>
            </a:r>
            <a:endParaRPr dirty="0"/>
          </a:p>
        </p:txBody>
      </p:sp>
      <p:graphicFrame>
        <p:nvGraphicFramePr>
          <p:cNvPr id="996" name="Google Shape;996;p68"/>
          <p:cNvGraphicFramePr/>
          <p:nvPr>
            <p:extLst>
              <p:ext uri="{D42A27DB-BD31-4B8C-83A1-F6EECF244321}">
                <p14:modId xmlns:p14="http://schemas.microsoft.com/office/powerpoint/2010/main" val="4174842761"/>
              </p:ext>
            </p:extLst>
          </p:nvPr>
        </p:nvGraphicFramePr>
        <p:xfrm>
          <a:off x="523412" y="1197173"/>
          <a:ext cx="7952627" cy="3524601"/>
        </p:xfrm>
        <a:graphic>
          <a:graphicData uri="http://schemas.openxmlformats.org/drawingml/2006/table">
            <a:tbl>
              <a:tblPr>
                <a:noFill/>
                <a:tableStyleId>{9C86A41C-6602-49C4-BA83-31BE5BF7D53E}</a:tableStyleId>
              </a:tblPr>
              <a:tblGrid>
                <a:gridCol w="21947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6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8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2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34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b="1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Ubicación</a:t>
                      </a:r>
                      <a:endParaRPr sz="2000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Tipo</a:t>
                      </a:r>
                      <a:endParaRPr sz="2000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Actividad Principal</a:t>
                      </a:r>
                      <a:endParaRPr sz="20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 Deuser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Córdoba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Empresa Grande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Consultoría / </a:t>
                      </a: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Ind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. 4.0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Genially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Córdoba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Scale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-Up (Global)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Producto Software (SaaS)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err="1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Eprinsa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Córdoba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Pública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Admin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. Electrónica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lt1"/>
                          </a:solidFill>
                          <a:latin typeface="Unbounded"/>
                          <a:ea typeface="Unbounded"/>
                          <a:cs typeface="Unbounded"/>
                          <a:sym typeface="Unbounded"/>
                        </a:rPr>
                        <a:t>Keiter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/>
                        <a:ea typeface="Unbounded"/>
                        <a:cs typeface="Unbounded"/>
                        <a:sym typeface="Unbounde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Lucena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Pyme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Marketing &amp; Web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547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 err="1">
                          <a:solidFill>
                            <a:schemeClr val="lt1"/>
                          </a:solidFill>
                          <a:latin typeface="Unbounded" panose="020B0604020202020204" charset="0"/>
                          <a:ea typeface="Actor"/>
                          <a:cs typeface="Actor"/>
                          <a:sym typeface="Actor"/>
                        </a:rPr>
                        <a:t>LucasRojas</a:t>
                      </a:r>
                      <a:endParaRPr sz="1600" b="1" dirty="0">
                        <a:solidFill>
                          <a:schemeClr val="lt1"/>
                        </a:solidFill>
                        <a:latin typeface="Unbounded" panose="020B0604020202020204" charset="0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Montilla</a:t>
                      </a:r>
                      <a:endParaRPr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Pyme (Industrial)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Ecommerce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 / </a:t>
                      </a:r>
                      <a:r>
                        <a:rPr lang="es-ES" sz="1600" dirty="0" err="1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Transf</a:t>
                      </a:r>
                      <a:r>
                        <a:rPr lang="es-ES" sz="1600" dirty="0">
                          <a:solidFill>
                            <a:schemeClr val="lt1"/>
                          </a:solidFill>
                          <a:latin typeface="Actor"/>
                          <a:ea typeface="Actor"/>
                          <a:cs typeface="Actor"/>
                          <a:sym typeface="Actor"/>
                        </a:rPr>
                        <a:t>. Digital</a:t>
                      </a:r>
                      <a:endParaRPr sz="1600" dirty="0">
                        <a:solidFill>
                          <a:schemeClr val="lt1"/>
                        </a:solidFill>
                        <a:latin typeface="Actor"/>
                        <a:ea typeface="Actor"/>
                        <a:cs typeface="Actor"/>
                        <a:sym typeface="Actor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2112437"/>
                  </a:ext>
                </a:extLst>
              </a:tr>
            </a:tbl>
          </a:graphicData>
        </a:graphic>
      </p:graphicFrame>
      <p:grpSp>
        <p:nvGrpSpPr>
          <p:cNvPr id="997" name="Google Shape;997;p68"/>
          <p:cNvGrpSpPr/>
          <p:nvPr/>
        </p:nvGrpSpPr>
        <p:grpSpPr>
          <a:xfrm rot="-3599911">
            <a:off x="155523" y="-79752"/>
            <a:ext cx="1257916" cy="1342596"/>
            <a:chOff x="-408900" y="504142"/>
            <a:chExt cx="1167600" cy="1246200"/>
          </a:xfrm>
        </p:grpSpPr>
        <p:cxnSp>
          <p:nvCxnSpPr>
            <p:cNvPr id="998" name="Google Shape;998;p68"/>
            <p:cNvCxnSpPr/>
            <p:nvPr/>
          </p:nvCxnSpPr>
          <p:spPr>
            <a:xfrm rot="-7477944">
              <a:off x="-336090" y="770661"/>
              <a:ext cx="1021979" cy="713164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9" name="Google Shape;999;p68"/>
            <p:cNvCxnSpPr/>
            <p:nvPr/>
          </p:nvCxnSpPr>
          <p:spPr>
            <a:xfrm rot="10800000" flipH="1">
              <a:off x="176606" y="1461749"/>
              <a:ext cx="263100" cy="2754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0" name="Google Shape;1000;p68"/>
            <p:cNvCxnSpPr/>
            <p:nvPr/>
          </p:nvCxnSpPr>
          <p:spPr>
            <a:xfrm rot="10800000">
              <a:off x="-122164" y="1456780"/>
              <a:ext cx="288900" cy="2802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8A045BE1-18A4-4D25-A8AB-662D01A6B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2107116"/>
            <a:ext cx="304800" cy="304800"/>
          </a:xfrm>
          <a:prstGeom prst="rect">
            <a:avLst/>
          </a:prstGeom>
        </p:spPr>
      </p:pic>
      <p:pic>
        <p:nvPicPr>
          <p:cNvPr id="5" name="Imagen 4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ED2EE21B-0F5E-4D6E-E99E-802CB4288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425" y="2620732"/>
            <a:ext cx="363949" cy="362501"/>
          </a:xfrm>
          <a:prstGeom prst="rect">
            <a:avLst/>
          </a:prstGeom>
        </p:spPr>
      </p:pic>
      <p:sp>
        <p:nvSpPr>
          <p:cNvPr id="8" name="AutoShape 2" descr="Imagen de ">
            <a:extLst>
              <a:ext uri="{FF2B5EF4-FFF2-40B4-BE49-F238E27FC236}">
                <a16:creationId xmlns:a16="http://schemas.microsoft.com/office/drawing/2014/main" id="{C7BB4778-48EC-50CD-A9A2-9738D42C668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12" name="Imagen 11" descr="Icono&#10;&#10;El contenido generado por IA puede ser incorrecto.">
            <a:extLst>
              <a:ext uri="{FF2B5EF4-FFF2-40B4-BE49-F238E27FC236}">
                <a16:creationId xmlns:a16="http://schemas.microsoft.com/office/drawing/2014/main" id="{0996F1FD-20BE-4AD2-2801-163C9E261B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325" y="3227609"/>
            <a:ext cx="304475" cy="304475"/>
          </a:xfrm>
          <a:prstGeom prst="rect">
            <a:avLst/>
          </a:prstGeom>
        </p:spPr>
      </p:pic>
      <p:pic>
        <p:nvPicPr>
          <p:cNvPr id="16" name="Imagen 15" descr="Icono&#10;&#10;El contenido generado por IA puede ser incorrecto.">
            <a:extLst>
              <a:ext uri="{FF2B5EF4-FFF2-40B4-BE49-F238E27FC236}">
                <a16:creationId xmlns:a16="http://schemas.microsoft.com/office/drawing/2014/main" id="{7817ABB0-479B-24BC-EDB4-92C84D1791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325" y="3670216"/>
            <a:ext cx="304475" cy="304475"/>
          </a:xfrm>
          <a:prstGeom prst="rect">
            <a:avLst/>
          </a:prstGeom>
        </p:spPr>
      </p:pic>
      <p:pic>
        <p:nvPicPr>
          <p:cNvPr id="22" name="Imagen 21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E23B15A2-27F6-1421-12C7-55B12129BF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775" y="4234096"/>
            <a:ext cx="305025" cy="3050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8" name="Google Shape;688;p54"/>
          <p:cNvGrpSpPr>
            <a:grpSpLocks/>
          </p:cNvGrpSpPr>
          <p:nvPr/>
        </p:nvGrpSpPr>
        <p:grpSpPr>
          <a:xfrm>
            <a:off x="5313497" y="1426874"/>
            <a:ext cx="3381750" cy="2230328"/>
            <a:chOff x="331763" y="414153"/>
            <a:chExt cx="6903246" cy="5019697"/>
          </a:xfrm>
        </p:grpSpPr>
        <p:sp>
          <p:nvSpPr>
            <p:cNvPr id="689" name="Google Shape;689;p54"/>
            <p:cNvSpPr>
              <a:spLocks/>
            </p:cNvSpPr>
            <p:nvPr/>
          </p:nvSpPr>
          <p:spPr>
            <a:xfrm>
              <a:off x="2953125" y="4725150"/>
              <a:ext cx="1660725" cy="708700"/>
            </a:xfrm>
            <a:custGeom>
              <a:avLst/>
              <a:gdLst/>
              <a:ahLst/>
              <a:cxnLst/>
              <a:rect l="l" t="t" r="r" b="b"/>
              <a:pathLst>
                <a:path w="66429" h="28348" extrusionOk="0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54"/>
            <p:cNvSpPr>
              <a:spLocks/>
            </p:cNvSpPr>
            <p:nvPr/>
          </p:nvSpPr>
          <p:spPr>
            <a:xfrm>
              <a:off x="331763" y="414153"/>
              <a:ext cx="6903246" cy="4353879"/>
            </a:xfrm>
            <a:custGeom>
              <a:avLst/>
              <a:gdLst/>
              <a:ahLst/>
              <a:cxnLst/>
              <a:rect l="l" t="t" r="r" b="b"/>
              <a:pathLst>
                <a:path w="248162" h="181204" extrusionOk="0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54"/>
            <p:cNvSpPr>
              <a:spLocks/>
            </p:cNvSpPr>
            <p:nvPr/>
          </p:nvSpPr>
          <p:spPr>
            <a:xfrm>
              <a:off x="547300" y="600323"/>
              <a:ext cx="6472159" cy="3981525"/>
            </a:xfrm>
            <a:custGeom>
              <a:avLst/>
              <a:gdLst/>
              <a:ahLst/>
              <a:cxnLst/>
              <a:rect l="l" t="t" r="r" b="b"/>
              <a:pathLst>
                <a:path w="232665" h="165707" extrusionOk="0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54"/>
            <p:cNvSpPr>
              <a:spLocks/>
            </p:cNvSpPr>
            <p:nvPr/>
          </p:nvSpPr>
          <p:spPr>
            <a:xfrm>
              <a:off x="2772650" y="5206975"/>
              <a:ext cx="2020025" cy="226875"/>
            </a:xfrm>
            <a:custGeom>
              <a:avLst/>
              <a:gdLst/>
              <a:ahLst/>
              <a:cxnLst/>
              <a:rect l="l" t="t" r="r" b="b"/>
              <a:pathLst>
                <a:path w="80801" h="9075" extrusionOk="0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94" name="Google Shape;694;p54"/>
          <p:cNvSpPr txBox="1">
            <a:spLocks noGrp="1"/>
          </p:cNvSpPr>
          <p:nvPr>
            <p:ph type="title"/>
          </p:nvPr>
        </p:nvSpPr>
        <p:spPr>
          <a:xfrm>
            <a:off x="875973" y="385274"/>
            <a:ext cx="338175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Servicios Y Productos</a:t>
            </a:r>
            <a:endParaRPr dirty="0"/>
          </a:p>
        </p:txBody>
      </p:sp>
      <p:sp>
        <p:nvSpPr>
          <p:cNvPr id="695" name="Google Shape;695;p54"/>
          <p:cNvSpPr txBox="1">
            <a:spLocks noGrp="1"/>
          </p:cNvSpPr>
          <p:nvPr>
            <p:ph type="subTitle" idx="1"/>
          </p:nvPr>
        </p:nvSpPr>
        <p:spPr>
          <a:xfrm>
            <a:off x="875973" y="1259234"/>
            <a:ext cx="4177205" cy="3616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rgbClr val="CD62F8"/>
                </a:solidFill>
              </a:rPr>
              <a:t>COMERCIO ELECTRÓNICO</a:t>
            </a:r>
          </a:p>
          <a:p>
            <a:pPr marL="0" indent="0"/>
            <a:r>
              <a:rPr lang="es-ES" b="1" dirty="0">
                <a:solidFill>
                  <a:srgbClr val="CD62F8"/>
                </a:solidFill>
              </a:rPr>
              <a:t>Lucas Rojas</a:t>
            </a:r>
            <a:r>
              <a:rPr lang="es-ES" dirty="0">
                <a:solidFill>
                  <a:srgbClr val="CD62F8"/>
                </a:solidFill>
              </a:rPr>
              <a:t>: </a:t>
            </a:r>
            <a:r>
              <a:rPr lang="es-ES" dirty="0"/>
              <a:t>Plataforma de venta online y gestión logística digitalizada.</a:t>
            </a:r>
          </a:p>
          <a:p>
            <a:pPr marL="0" indent="0"/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rgbClr val="CD62F8"/>
                </a:solidFill>
              </a:rPr>
              <a:t>PRODUCTO SOFTWARE (SAAS)</a:t>
            </a:r>
          </a:p>
          <a:p>
            <a:pPr marL="0" indent="0"/>
            <a:r>
              <a:rPr lang="es-ES" b="1" dirty="0" err="1">
                <a:solidFill>
                  <a:srgbClr val="CD62F8"/>
                </a:solidFill>
              </a:rPr>
              <a:t>Genially</a:t>
            </a:r>
            <a:r>
              <a:rPr lang="es-ES" dirty="0">
                <a:solidFill>
                  <a:srgbClr val="CD62F8"/>
                </a:solidFill>
              </a:rPr>
              <a:t>: </a:t>
            </a:r>
            <a:r>
              <a:rPr lang="es-ES" dirty="0"/>
              <a:t>Herramienta propia para creación de contenidos interactivos.</a:t>
            </a:r>
          </a:p>
          <a:p>
            <a:pPr marL="0" indent="0"/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rgbClr val="CD62F8"/>
                </a:solidFill>
              </a:rPr>
              <a:t>CONSULTORÍA E INDUSTRIA 4.0</a:t>
            </a:r>
          </a:p>
          <a:p>
            <a:pPr marL="0" indent="0"/>
            <a:r>
              <a:rPr lang="es-ES" b="1" dirty="0" err="1">
                <a:solidFill>
                  <a:srgbClr val="CD62F8"/>
                </a:solidFill>
              </a:rPr>
              <a:t>Deuser</a:t>
            </a:r>
            <a:r>
              <a:rPr lang="es-ES" b="1" dirty="0">
                <a:solidFill>
                  <a:srgbClr val="CD62F8"/>
                </a:solidFill>
              </a:rPr>
              <a:t>: </a:t>
            </a:r>
            <a:r>
              <a:rPr lang="es-ES" dirty="0"/>
              <a:t>Automatización industrial y desarrollo de software para terceros</a:t>
            </a:r>
            <a:r>
              <a:rPr lang="es-ES" sz="1600" dirty="0"/>
              <a:t>.</a:t>
            </a:r>
          </a:p>
          <a:p>
            <a:pPr marL="0" indent="0"/>
            <a:endParaRPr lang="es-ES" sz="1600" dirty="0">
              <a:solidFill>
                <a:srgbClr val="CD62F8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rgbClr val="CD62F8"/>
                </a:solidFill>
              </a:rPr>
              <a:t>SERVICIOS WEB Y SECTOR PÚBLICO</a:t>
            </a:r>
          </a:p>
          <a:p>
            <a:pPr marL="0" indent="0"/>
            <a:r>
              <a:rPr lang="es-ES" b="1" dirty="0" err="1">
                <a:solidFill>
                  <a:srgbClr val="CD62F8"/>
                </a:solidFill>
              </a:rPr>
              <a:t>Keiter</a:t>
            </a:r>
            <a:r>
              <a:rPr lang="es-ES" b="1" dirty="0">
                <a:solidFill>
                  <a:srgbClr val="CD62F8"/>
                </a:solidFill>
              </a:rPr>
              <a:t> / </a:t>
            </a:r>
            <a:r>
              <a:rPr lang="es-ES" b="1" dirty="0" err="1">
                <a:solidFill>
                  <a:srgbClr val="CD62F8"/>
                </a:solidFill>
              </a:rPr>
              <a:t>Eprinsa</a:t>
            </a:r>
            <a:r>
              <a:rPr lang="es-ES" b="1" dirty="0">
                <a:solidFill>
                  <a:srgbClr val="CD62F8"/>
                </a:solidFill>
              </a:rPr>
              <a:t>: </a:t>
            </a:r>
            <a:r>
              <a:rPr lang="es-ES" dirty="0"/>
              <a:t>Desde marketing digital para Pymes hasta gestión tributaria electrónica.</a:t>
            </a:r>
          </a:p>
          <a:p>
            <a:pPr marL="0" indent="0"/>
            <a:endParaRPr lang="es-ES" sz="16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C6F41EA-0F18-5953-3976-A5B5E5CD3E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3056" y="1658763"/>
            <a:ext cx="3001921" cy="1470709"/>
          </a:xfrm>
          <a:prstGeom prst="rect">
            <a:avLst/>
          </a:prstGeom>
          <a:ln w="57150">
            <a:solidFill>
              <a:schemeClr val="bg2">
                <a:lumMod val="75000"/>
              </a:schemeClr>
            </a:solidFill>
          </a:ln>
        </p:spPr>
      </p:pic>
      <p:sp>
        <p:nvSpPr>
          <p:cNvPr id="4" name="Google Shape;694;p54">
            <a:extLst>
              <a:ext uri="{FF2B5EF4-FFF2-40B4-BE49-F238E27FC236}">
                <a16:creationId xmlns:a16="http://schemas.microsoft.com/office/drawing/2014/main" id="{6C56FC1C-6A6A-DEF1-1A7A-A9FAF689357C}"/>
              </a:ext>
            </a:extLst>
          </p:cNvPr>
          <p:cNvSpPr txBox="1">
            <a:spLocks/>
          </p:cNvSpPr>
          <p:nvPr/>
        </p:nvSpPr>
        <p:spPr>
          <a:xfrm>
            <a:off x="5313497" y="3657202"/>
            <a:ext cx="3381750" cy="754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9pPr>
          </a:lstStyle>
          <a:p>
            <a:pPr algn="ctr"/>
            <a:r>
              <a:rPr lang="es-ES" sz="1600" dirty="0"/>
              <a:t>Ejemplo de E-Commerce (Lucas Rojas)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3"/>
          <p:cNvSpPr txBox="1">
            <a:spLocks noGrp="1"/>
          </p:cNvSpPr>
          <p:nvPr>
            <p:ph type="title"/>
          </p:nvPr>
        </p:nvSpPr>
        <p:spPr>
          <a:xfrm>
            <a:off x="271431" y="416299"/>
            <a:ext cx="860110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/>
              <a:t>Tecnologías Y Perfiles Demandados</a:t>
            </a:r>
            <a:endParaRPr sz="2800" dirty="0"/>
          </a:p>
        </p:txBody>
      </p:sp>
      <p:sp>
        <p:nvSpPr>
          <p:cNvPr id="538" name="Google Shape;538;p43"/>
          <p:cNvSpPr txBox="1">
            <a:spLocks noGrp="1"/>
          </p:cNvSpPr>
          <p:nvPr>
            <p:ph type="subTitle" idx="1"/>
          </p:nvPr>
        </p:nvSpPr>
        <p:spPr>
          <a:xfrm>
            <a:off x="619856" y="2776969"/>
            <a:ext cx="2469939" cy="1800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 la demanda principal en Córdoba (Deuser, Genially, Keiter) 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" dirty="0"/>
            </a:br>
            <a:r>
              <a:rPr lang="en" b="1" dirty="0"/>
              <a:t>Tecnologías Clave:</a:t>
            </a:r>
            <a:br>
              <a:rPr lang="en" dirty="0"/>
            </a:br>
            <a:r>
              <a:rPr lang="en" dirty="0"/>
              <a:t>C# (.NET),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JavaScript (React / Angular) Y PHP (Para Comercio Local).</a:t>
            </a:r>
            <a:endParaRPr dirty="0"/>
          </a:p>
        </p:txBody>
      </p:sp>
      <p:sp>
        <p:nvSpPr>
          <p:cNvPr id="539" name="Google Shape;539;p43"/>
          <p:cNvSpPr txBox="1">
            <a:spLocks noGrp="1"/>
          </p:cNvSpPr>
          <p:nvPr>
            <p:ph type="subTitle" idx="2"/>
          </p:nvPr>
        </p:nvSpPr>
        <p:spPr>
          <a:xfrm>
            <a:off x="3299460" y="2776982"/>
            <a:ext cx="254508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Necesario en empresa pública (Eprinsa) como privada (Deuser).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Tecnologías Clave: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AWS / Azure, Ciberseguridad y Administración de Sistemas Linux.</a:t>
            </a:r>
            <a:endParaRPr dirty="0"/>
          </a:p>
        </p:txBody>
      </p:sp>
      <p:sp>
        <p:nvSpPr>
          <p:cNvPr id="540" name="Google Shape;540;p43"/>
          <p:cNvSpPr txBox="1">
            <a:spLocks noGrp="1"/>
          </p:cNvSpPr>
          <p:nvPr>
            <p:ph type="subTitle" idx="3"/>
          </p:nvPr>
        </p:nvSpPr>
        <p:spPr>
          <a:xfrm>
            <a:off x="6154393" y="2776969"/>
            <a:ext cx="2269500" cy="16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El auge del “Producto Propio” (Genially) exige perfiles mixtos.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Perfiles Clave:</a:t>
            </a:r>
            <a:br>
              <a:rPr lang="en" dirty="0"/>
            </a:br>
            <a:r>
              <a:rPr lang="en" dirty="0"/>
              <a:t>Diseñadores UX / UI, Product Owners y Expertos en Marketing Digital.</a:t>
            </a:r>
            <a:endParaRPr dirty="0"/>
          </a:p>
        </p:txBody>
      </p:sp>
      <p:sp>
        <p:nvSpPr>
          <p:cNvPr id="541" name="Google Shape;541;p43"/>
          <p:cNvSpPr txBox="1">
            <a:spLocks noGrp="1"/>
          </p:cNvSpPr>
          <p:nvPr>
            <p:ph type="subTitle" idx="4"/>
          </p:nvPr>
        </p:nvSpPr>
        <p:spPr>
          <a:xfrm>
            <a:off x="495086" y="2018350"/>
            <a:ext cx="2719543" cy="79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Desarrollo Web (Full-</a:t>
            </a:r>
            <a:r>
              <a:rPr lang="es-ES" dirty="0" err="1"/>
              <a:t>Stack</a:t>
            </a:r>
            <a:r>
              <a:rPr lang="es-ES" dirty="0"/>
              <a:t>)</a:t>
            </a:r>
            <a:endParaRPr dirty="0"/>
          </a:p>
        </p:txBody>
      </p:sp>
      <p:sp>
        <p:nvSpPr>
          <p:cNvPr id="542" name="Google Shape;542;p43"/>
          <p:cNvSpPr txBox="1">
            <a:spLocks noGrp="1"/>
          </p:cNvSpPr>
          <p:nvPr>
            <p:ph type="subTitle" idx="5"/>
          </p:nvPr>
        </p:nvSpPr>
        <p:spPr>
          <a:xfrm>
            <a:off x="3437234" y="2020642"/>
            <a:ext cx="2269500" cy="75634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Cloud y Sistemas</a:t>
            </a:r>
            <a:endParaRPr dirty="0"/>
          </a:p>
        </p:txBody>
      </p:sp>
      <p:sp>
        <p:nvSpPr>
          <p:cNvPr id="543" name="Google Shape;543;p43"/>
          <p:cNvSpPr txBox="1">
            <a:spLocks noGrp="1"/>
          </p:cNvSpPr>
          <p:nvPr>
            <p:ph type="subTitle" idx="6"/>
          </p:nvPr>
        </p:nvSpPr>
        <p:spPr>
          <a:xfrm>
            <a:off x="6333417" y="2015394"/>
            <a:ext cx="1899770" cy="7615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Diseño y Negocio</a:t>
            </a:r>
            <a:endParaRPr dirty="0"/>
          </a:p>
        </p:txBody>
      </p:sp>
      <p:sp>
        <p:nvSpPr>
          <p:cNvPr id="544" name="Google Shape;544;p43"/>
          <p:cNvSpPr/>
          <p:nvPr/>
        </p:nvSpPr>
        <p:spPr>
          <a:xfrm>
            <a:off x="1455677" y="1154712"/>
            <a:ext cx="798300" cy="7983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43"/>
          <p:cNvSpPr/>
          <p:nvPr/>
        </p:nvSpPr>
        <p:spPr>
          <a:xfrm>
            <a:off x="4172864" y="1154712"/>
            <a:ext cx="798300" cy="7983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43"/>
          <p:cNvSpPr/>
          <p:nvPr/>
        </p:nvSpPr>
        <p:spPr>
          <a:xfrm>
            <a:off x="6890002" y="1154712"/>
            <a:ext cx="798300" cy="7983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11987B2D-98A3-6D21-D371-18D53FABF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40" y="1171075"/>
            <a:ext cx="765573" cy="765573"/>
          </a:xfrm>
          <a:prstGeom prst="rect">
            <a:avLst/>
          </a:prstGeom>
        </p:spPr>
      </p:pic>
      <p:pic>
        <p:nvPicPr>
          <p:cNvPr id="7" name="Imagen 6" descr="Icono&#10;&#10;El contenido generado por IA puede ser incorrecto.">
            <a:extLst>
              <a:ext uri="{FF2B5EF4-FFF2-40B4-BE49-F238E27FC236}">
                <a16:creationId xmlns:a16="http://schemas.microsoft.com/office/drawing/2014/main" id="{BE317570-7A9C-C816-25C7-FD6FD08BA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7138" y="988999"/>
            <a:ext cx="1129723" cy="1129723"/>
          </a:xfrm>
          <a:prstGeom prst="rect">
            <a:avLst/>
          </a:prstGeom>
        </p:spPr>
      </p:pic>
      <p:pic>
        <p:nvPicPr>
          <p:cNvPr id="9" name="Imagen 8" descr="Icono&#10;&#10;El contenido generado por IA puede ser incorrecto.">
            <a:extLst>
              <a:ext uri="{FF2B5EF4-FFF2-40B4-BE49-F238E27FC236}">
                <a16:creationId xmlns:a16="http://schemas.microsoft.com/office/drawing/2014/main" id="{F6C9BEBA-2B18-271C-9F45-78766E0829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088" y="1308796"/>
            <a:ext cx="490128" cy="490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6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Conclusiones </a:t>
            </a:r>
            <a:r>
              <a:rPr lang="en" b="0" dirty="0"/>
              <a:t>Y Oportunidades</a:t>
            </a:r>
            <a:endParaRPr b="0" dirty="0"/>
          </a:p>
        </p:txBody>
      </p:sp>
      <p:cxnSp>
        <p:nvCxnSpPr>
          <p:cNvPr id="873" name="Google Shape;873;p65"/>
          <p:cNvCxnSpPr>
            <a:cxnSpLocks/>
            <a:stCxn id="874" idx="1"/>
            <a:endCxn id="875" idx="1"/>
          </p:cNvCxnSpPr>
          <p:nvPr/>
        </p:nvCxnSpPr>
        <p:spPr>
          <a:xfrm rot="10800000" flipV="1">
            <a:off x="953080" y="1366485"/>
            <a:ext cx="12700" cy="1833846"/>
          </a:xfrm>
          <a:prstGeom prst="bentConnector3">
            <a:avLst>
              <a:gd name="adj1" fmla="val 192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879" name="Google Shape;879;p65"/>
          <p:cNvCxnSpPr>
            <a:cxnSpLocks/>
            <a:stCxn id="875" idx="1"/>
            <a:endCxn id="880" idx="1"/>
          </p:cNvCxnSpPr>
          <p:nvPr/>
        </p:nvCxnSpPr>
        <p:spPr>
          <a:xfrm rot="10800000" flipH="1" flipV="1">
            <a:off x="953079" y="3200331"/>
            <a:ext cx="12701" cy="1071386"/>
          </a:xfrm>
          <a:prstGeom prst="bentConnector3">
            <a:avLst>
              <a:gd name="adj1" fmla="val -179985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894" name="Google Shape;894;p65"/>
          <p:cNvSpPr txBox="1"/>
          <p:nvPr/>
        </p:nvSpPr>
        <p:spPr>
          <a:xfrm>
            <a:off x="876878" y="3686867"/>
            <a:ext cx="648404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rPr>
              <a:t>El modelo SaaS en el futuro (Freelance)</a:t>
            </a:r>
            <a:endParaRPr sz="2000" b="1" dirty="0">
              <a:solidFill>
                <a:schemeClr val="lt1"/>
              </a:solidFill>
              <a:latin typeface="Unbounded"/>
              <a:ea typeface="Unbounded"/>
              <a:cs typeface="Unbounded"/>
              <a:sym typeface="Unbounded"/>
            </a:endParaRPr>
          </a:p>
        </p:txBody>
      </p:sp>
      <p:sp>
        <p:nvSpPr>
          <p:cNvPr id="880" name="Google Shape;880;p65"/>
          <p:cNvSpPr txBox="1"/>
          <p:nvPr/>
        </p:nvSpPr>
        <p:spPr>
          <a:xfrm>
            <a:off x="965781" y="3987017"/>
            <a:ext cx="6788839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Seguir el ejemplo de </a:t>
            </a:r>
            <a:r>
              <a:rPr lang="es-ES" b="1" dirty="0" err="1">
                <a:solidFill>
                  <a:schemeClr val="bg1"/>
                </a:solidFill>
                <a:latin typeface="Actor" panose="020B0604020202020204" charset="0"/>
              </a:rPr>
              <a:t>Genially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. En lugar de vender horas de programación, crear un producto software propio que resuelva una necesidad y venderlo al mundo.</a:t>
            </a:r>
            <a:endParaRPr dirty="0">
              <a:solidFill>
                <a:schemeClr val="bg1"/>
              </a:solidFill>
              <a:latin typeface="Actor" panose="020B0604020202020204" charset="0"/>
              <a:ea typeface="Actor"/>
              <a:cs typeface="Actor"/>
              <a:sym typeface="Actor"/>
            </a:endParaRPr>
          </a:p>
        </p:txBody>
      </p:sp>
      <p:sp>
        <p:nvSpPr>
          <p:cNvPr id="895" name="Google Shape;895;p65"/>
          <p:cNvSpPr txBox="1"/>
          <p:nvPr/>
        </p:nvSpPr>
        <p:spPr>
          <a:xfrm>
            <a:off x="720000" y="2497054"/>
            <a:ext cx="5564443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rPr>
              <a:t>Integración de Sistemas (APIs)</a:t>
            </a:r>
            <a:endParaRPr sz="2000" b="1" dirty="0">
              <a:solidFill>
                <a:schemeClr val="lt1"/>
              </a:solidFill>
              <a:latin typeface="Unbounded"/>
              <a:ea typeface="Unbounded"/>
              <a:cs typeface="Unbounded"/>
              <a:sym typeface="Unbounded"/>
            </a:endParaRPr>
          </a:p>
        </p:txBody>
      </p:sp>
      <p:sp>
        <p:nvSpPr>
          <p:cNvPr id="875" name="Google Shape;875;p65"/>
          <p:cNvSpPr txBox="1"/>
          <p:nvPr/>
        </p:nvSpPr>
        <p:spPr>
          <a:xfrm>
            <a:off x="953080" y="2800627"/>
            <a:ext cx="6788839" cy="799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Hay empresas que ya tienen tienda online (como Lucas Rojas) y ERP, pero algo anticuados y poco escalables. El perfil de desarrollador que sepa crear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APIs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y enlazar estas a diferentes softwares es muy buscado.</a:t>
            </a:r>
            <a:endParaRPr dirty="0">
              <a:solidFill>
                <a:schemeClr val="bg1"/>
              </a:solidFill>
              <a:latin typeface="Actor" panose="020B0604020202020204" charset="0"/>
              <a:ea typeface="Actor"/>
              <a:cs typeface="Actor"/>
              <a:sym typeface="Actor"/>
            </a:endParaRPr>
          </a:p>
        </p:txBody>
      </p:sp>
      <p:sp>
        <p:nvSpPr>
          <p:cNvPr id="874" name="Google Shape;874;p65"/>
          <p:cNvSpPr txBox="1"/>
          <p:nvPr/>
        </p:nvSpPr>
        <p:spPr>
          <a:xfrm>
            <a:off x="953080" y="1124085"/>
            <a:ext cx="539378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rPr>
              <a:t>Oportunidad en la </a:t>
            </a:r>
            <a:r>
              <a:rPr lang="es-ES" sz="2000" b="1" dirty="0" err="1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rPr>
              <a:t>AgroIndustria</a:t>
            </a:r>
            <a:endParaRPr sz="2000" b="1" dirty="0">
              <a:solidFill>
                <a:schemeClr val="lt1"/>
              </a:solidFill>
              <a:latin typeface="Unbounded"/>
              <a:ea typeface="Unbounded"/>
              <a:cs typeface="Unbounded"/>
              <a:sym typeface="Unbounded"/>
            </a:endParaRPr>
          </a:p>
        </p:txBody>
      </p:sp>
      <p:sp>
        <p:nvSpPr>
          <p:cNvPr id="898" name="Google Shape;898;p65"/>
          <p:cNvSpPr txBox="1"/>
          <p:nvPr/>
        </p:nvSpPr>
        <p:spPr>
          <a:xfrm>
            <a:off x="953080" y="1511932"/>
            <a:ext cx="6788839" cy="901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bg1"/>
                </a:solidFill>
                <a:latin typeface="Actor" panose="020B0604020202020204" charset="0"/>
              </a:rPr>
              <a:t>Actualmente existe una gran demanda no cubierta de software a medida para cooperativas (aceite y vino) en zonas como Montilla y Lucena. Digitalizar el campo es una oportunidad de oro.</a:t>
            </a:r>
            <a:endParaRPr sz="1600" dirty="0">
              <a:solidFill>
                <a:schemeClr val="bg1"/>
              </a:solidFill>
              <a:latin typeface="Actor" panose="020B0604020202020204" charset="0"/>
              <a:ea typeface="Actor"/>
              <a:cs typeface="Actor"/>
              <a:sym typeface="Actor"/>
            </a:endParaRPr>
          </a:p>
        </p:txBody>
      </p:sp>
      <p:pic>
        <p:nvPicPr>
          <p:cNvPr id="31" name="Imagen 30" descr="Icono&#10;&#10;El contenido generado por IA puede ser incorrecto.">
            <a:extLst>
              <a:ext uri="{FF2B5EF4-FFF2-40B4-BE49-F238E27FC236}">
                <a16:creationId xmlns:a16="http://schemas.microsoft.com/office/drawing/2014/main" id="{CE40C5D4-47AB-852E-E47E-F8F14B7E2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958" y="2739454"/>
            <a:ext cx="758876" cy="758876"/>
          </a:xfrm>
          <a:prstGeom prst="rect">
            <a:avLst/>
          </a:prstGeom>
        </p:spPr>
      </p:pic>
      <p:pic>
        <p:nvPicPr>
          <p:cNvPr id="33" name="Imagen 32" descr="Icono&#10;&#10;El contenido generado por IA puede ser incorrecto.">
            <a:extLst>
              <a:ext uri="{FF2B5EF4-FFF2-40B4-BE49-F238E27FC236}">
                <a16:creationId xmlns:a16="http://schemas.microsoft.com/office/drawing/2014/main" id="{D189DB08-F658-C0FB-BD37-7B6E621F4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0959" y="1659542"/>
            <a:ext cx="758876" cy="758876"/>
          </a:xfrm>
          <a:prstGeom prst="rect">
            <a:avLst/>
          </a:prstGeom>
        </p:spPr>
      </p:pic>
      <p:pic>
        <p:nvPicPr>
          <p:cNvPr id="35" name="Imagen 34" descr="Icono&#10;&#10;El contenido generado por IA puede ser incorrecto.">
            <a:extLst>
              <a:ext uri="{FF2B5EF4-FFF2-40B4-BE49-F238E27FC236}">
                <a16:creationId xmlns:a16="http://schemas.microsoft.com/office/drawing/2014/main" id="{D13DDFEA-2691-1572-9727-2742A57BA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6793" y="3728064"/>
            <a:ext cx="887205" cy="887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624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38"/>
          <p:cNvSpPr/>
          <p:nvPr/>
        </p:nvSpPr>
        <p:spPr>
          <a:xfrm>
            <a:off x="3799350" y="4428669"/>
            <a:ext cx="1545300" cy="350650"/>
          </a:xfrm>
          <a:custGeom>
            <a:avLst/>
            <a:gdLst/>
            <a:ahLst/>
            <a:cxnLst/>
            <a:rect l="l" t="t" r="r" b="b"/>
            <a:pathLst>
              <a:path w="61812" h="14026" extrusionOk="0">
                <a:moveTo>
                  <a:pt x="7040" y="0"/>
                </a:moveTo>
                <a:cubicBezTo>
                  <a:pt x="6987" y="532"/>
                  <a:pt x="6934" y="1036"/>
                  <a:pt x="6907" y="1541"/>
                </a:cubicBezTo>
                <a:cubicBezTo>
                  <a:pt x="6695" y="4410"/>
                  <a:pt x="4410" y="6721"/>
                  <a:pt x="1515" y="6907"/>
                </a:cubicBezTo>
                <a:cubicBezTo>
                  <a:pt x="1010" y="6933"/>
                  <a:pt x="506" y="6986"/>
                  <a:pt x="1" y="7013"/>
                </a:cubicBezTo>
                <a:cubicBezTo>
                  <a:pt x="506" y="7066"/>
                  <a:pt x="1010" y="7119"/>
                  <a:pt x="1515" y="7146"/>
                </a:cubicBezTo>
                <a:cubicBezTo>
                  <a:pt x="4410" y="7332"/>
                  <a:pt x="6695" y="9642"/>
                  <a:pt x="6907" y="12511"/>
                </a:cubicBezTo>
                <a:cubicBezTo>
                  <a:pt x="6934" y="13016"/>
                  <a:pt x="6960" y="13521"/>
                  <a:pt x="7013" y="14025"/>
                </a:cubicBezTo>
                <a:cubicBezTo>
                  <a:pt x="7066" y="13521"/>
                  <a:pt x="7120" y="13016"/>
                  <a:pt x="7146" y="12511"/>
                </a:cubicBezTo>
                <a:cubicBezTo>
                  <a:pt x="7359" y="9642"/>
                  <a:pt x="9643" y="7332"/>
                  <a:pt x="12538" y="7146"/>
                </a:cubicBezTo>
                <a:cubicBezTo>
                  <a:pt x="13043" y="7119"/>
                  <a:pt x="13548" y="7066"/>
                  <a:pt x="14052" y="7013"/>
                </a:cubicBezTo>
                <a:cubicBezTo>
                  <a:pt x="13548" y="6986"/>
                  <a:pt x="13043" y="6933"/>
                  <a:pt x="12538" y="6907"/>
                </a:cubicBezTo>
                <a:cubicBezTo>
                  <a:pt x="9643" y="6694"/>
                  <a:pt x="7359" y="4410"/>
                  <a:pt x="7173" y="1541"/>
                </a:cubicBezTo>
                <a:cubicBezTo>
                  <a:pt x="7120" y="1036"/>
                  <a:pt x="7066" y="532"/>
                  <a:pt x="7040" y="0"/>
                </a:cubicBezTo>
                <a:close/>
                <a:moveTo>
                  <a:pt x="30893" y="0"/>
                </a:moveTo>
                <a:cubicBezTo>
                  <a:pt x="30840" y="532"/>
                  <a:pt x="30813" y="1036"/>
                  <a:pt x="30787" y="1541"/>
                </a:cubicBezTo>
                <a:cubicBezTo>
                  <a:pt x="30574" y="4410"/>
                  <a:pt x="28263" y="6694"/>
                  <a:pt x="25394" y="6880"/>
                </a:cubicBezTo>
                <a:cubicBezTo>
                  <a:pt x="24890" y="6933"/>
                  <a:pt x="24385" y="6986"/>
                  <a:pt x="23880" y="7013"/>
                </a:cubicBezTo>
                <a:cubicBezTo>
                  <a:pt x="24385" y="7066"/>
                  <a:pt x="24890" y="7119"/>
                  <a:pt x="25394" y="7146"/>
                </a:cubicBezTo>
                <a:cubicBezTo>
                  <a:pt x="28290" y="7332"/>
                  <a:pt x="30574" y="9642"/>
                  <a:pt x="30787" y="12511"/>
                </a:cubicBezTo>
                <a:cubicBezTo>
                  <a:pt x="30813" y="13016"/>
                  <a:pt x="30866" y="13521"/>
                  <a:pt x="30893" y="14025"/>
                </a:cubicBezTo>
                <a:cubicBezTo>
                  <a:pt x="30946" y="13521"/>
                  <a:pt x="30999" y="13016"/>
                  <a:pt x="31026" y="12511"/>
                </a:cubicBezTo>
                <a:cubicBezTo>
                  <a:pt x="31238" y="9642"/>
                  <a:pt x="33522" y="7332"/>
                  <a:pt x="36418" y="7146"/>
                </a:cubicBezTo>
                <a:cubicBezTo>
                  <a:pt x="36922" y="7119"/>
                  <a:pt x="37427" y="7066"/>
                  <a:pt x="37932" y="7013"/>
                </a:cubicBezTo>
                <a:cubicBezTo>
                  <a:pt x="37427" y="6960"/>
                  <a:pt x="36922" y="6933"/>
                  <a:pt x="36418" y="6907"/>
                </a:cubicBezTo>
                <a:cubicBezTo>
                  <a:pt x="33522" y="6721"/>
                  <a:pt x="31212" y="4410"/>
                  <a:pt x="31026" y="1541"/>
                </a:cubicBezTo>
                <a:cubicBezTo>
                  <a:pt x="30999" y="1036"/>
                  <a:pt x="30946" y="532"/>
                  <a:pt x="30893" y="0"/>
                </a:cubicBezTo>
                <a:close/>
                <a:moveTo>
                  <a:pt x="54772" y="0"/>
                </a:moveTo>
                <a:cubicBezTo>
                  <a:pt x="54719" y="532"/>
                  <a:pt x="54692" y="1036"/>
                  <a:pt x="54639" y="1541"/>
                </a:cubicBezTo>
                <a:cubicBezTo>
                  <a:pt x="54453" y="4410"/>
                  <a:pt x="52143" y="6694"/>
                  <a:pt x="49274" y="6880"/>
                </a:cubicBezTo>
                <a:cubicBezTo>
                  <a:pt x="48769" y="6933"/>
                  <a:pt x="48264" y="6986"/>
                  <a:pt x="47733" y="7013"/>
                </a:cubicBezTo>
                <a:cubicBezTo>
                  <a:pt x="48264" y="7066"/>
                  <a:pt x="48769" y="7119"/>
                  <a:pt x="49274" y="7146"/>
                </a:cubicBezTo>
                <a:cubicBezTo>
                  <a:pt x="52143" y="7332"/>
                  <a:pt x="54453" y="9642"/>
                  <a:pt x="54639" y="12511"/>
                </a:cubicBezTo>
                <a:cubicBezTo>
                  <a:pt x="54666" y="13016"/>
                  <a:pt x="54719" y="13521"/>
                  <a:pt x="54772" y="14025"/>
                </a:cubicBezTo>
                <a:cubicBezTo>
                  <a:pt x="54825" y="13521"/>
                  <a:pt x="54852" y="13016"/>
                  <a:pt x="54905" y="12511"/>
                </a:cubicBezTo>
                <a:cubicBezTo>
                  <a:pt x="55091" y="9616"/>
                  <a:pt x="57402" y="7332"/>
                  <a:pt x="60297" y="7146"/>
                </a:cubicBezTo>
                <a:cubicBezTo>
                  <a:pt x="60802" y="7119"/>
                  <a:pt x="61306" y="7066"/>
                  <a:pt x="61811" y="7013"/>
                </a:cubicBezTo>
                <a:cubicBezTo>
                  <a:pt x="61280" y="6986"/>
                  <a:pt x="60775" y="6933"/>
                  <a:pt x="60297" y="6907"/>
                </a:cubicBezTo>
                <a:cubicBezTo>
                  <a:pt x="57402" y="6721"/>
                  <a:pt x="55117" y="4410"/>
                  <a:pt x="54905" y="1541"/>
                </a:cubicBezTo>
                <a:cubicBezTo>
                  <a:pt x="54878" y="1036"/>
                  <a:pt x="54825" y="532"/>
                  <a:pt x="54772" y="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38"/>
          <p:cNvSpPr/>
          <p:nvPr/>
        </p:nvSpPr>
        <p:spPr>
          <a:xfrm>
            <a:off x="7932058" y="4220256"/>
            <a:ext cx="550834" cy="564881"/>
          </a:xfrm>
          <a:custGeom>
            <a:avLst/>
            <a:gdLst/>
            <a:ahLst/>
            <a:cxnLst/>
            <a:rect l="l" t="t" r="r" b="b"/>
            <a:pathLst>
              <a:path w="43135" h="44235" extrusionOk="0">
                <a:moveTo>
                  <a:pt x="21057" y="1"/>
                </a:moveTo>
                <a:lnTo>
                  <a:pt x="21057" y="394"/>
                </a:lnTo>
                <a:cubicBezTo>
                  <a:pt x="20979" y="12179"/>
                  <a:pt x="11786" y="21921"/>
                  <a:pt x="1" y="22471"/>
                </a:cubicBezTo>
                <a:cubicBezTo>
                  <a:pt x="11629" y="23021"/>
                  <a:pt x="20821" y="32606"/>
                  <a:pt x="21057" y="44234"/>
                </a:cubicBezTo>
                <a:lnTo>
                  <a:pt x="21057" y="43841"/>
                </a:lnTo>
                <a:cubicBezTo>
                  <a:pt x="20979" y="31663"/>
                  <a:pt x="30957" y="21764"/>
                  <a:pt x="43135" y="21764"/>
                </a:cubicBezTo>
                <a:cubicBezTo>
                  <a:pt x="31114" y="21685"/>
                  <a:pt x="21214" y="12022"/>
                  <a:pt x="21057" y="1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" name="Google Shape;478;p38"/>
          <p:cNvGrpSpPr/>
          <p:nvPr/>
        </p:nvGrpSpPr>
        <p:grpSpPr>
          <a:xfrm rot="-3599911">
            <a:off x="67791" y="-242411"/>
            <a:ext cx="1257916" cy="1342596"/>
            <a:chOff x="-408900" y="504142"/>
            <a:chExt cx="1167600" cy="1246200"/>
          </a:xfrm>
        </p:grpSpPr>
        <p:cxnSp>
          <p:nvCxnSpPr>
            <p:cNvPr id="479" name="Google Shape;479;p38"/>
            <p:cNvCxnSpPr/>
            <p:nvPr/>
          </p:nvCxnSpPr>
          <p:spPr>
            <a:xfrm rot="-7477944">
              <a:off x="-336090" y="770661"/>
              <a:ext cx="1021979" cy="713164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0" name="Google Shape;480;p38"/>
            <p:cNvCxnSpPr/>
            <p:nvPr/>
          </p:nvCxnSpPr>
          <p:spPr>
            <a:xfrm rot="10800000" flipH="1">
              <a:off x="176606" y="1461749"/>
              <a:ext cx="263100" cy="2754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1" name="Google Shape;481;p38"/>
            <p:cNvCxnSpPr/>
            <p:nvPr/>
          </p:nvCxnSpPr>
          <p:spPr>
            <a:xfrm rot="10800000">
              <a:off x="-122164" y="1456780"/>
              <a:ext cx="288900" cy="280200"/>
            </a:xfrm>
            <a:prstGeom prst="straightConnector1">
              <a:avLst/>
            </a:prstGeom>
            <a:noFill/>
            <a:ln w="3810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" name="Google Shape;1021;p69">
            <a:extLst>
              <a:ext uri="{FF2B5EF4-FFF2-40B4-BE49-F238E27FC236}">
                <a16:creationId xmlns:a16="http://schemas.microsoft.com/office/drawing/2014/main" id="{5A004E4B-0745-C6D9-DBEC-496170BEDA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44179" y="1368348"/>
            <a:ext cx="3420002" cy="8817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Gracias</a:t>
            </a:r>
            <a:endParaRPr dirty="0"/>
          </a:p>
        </p:txBody>
      </p:sp>
      <p:sp>
        <p:nvSpPr>
          <p:cNvPr id="7" name="Google Shape;1022;p69">
            <a:extLst>
              <a:ext uri="{FF2B5EF4-FFF2-40B4-BE49-F238E27FC236}">
                <a16:creationId xmlns:a16="http://schemas.microsoft.com/office/drawing/2014/main" id="{5CA7295F-724C-C190-6FB0-2C562149D5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12326" y="2158175"/>
            <a:ext cx="3656610" cy="13071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/>
              <a:t>¿Alguna pregunta?</a:t>
            </a:r>
            <a:endParaRPr lang="es-ES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>
                <a:hlinkClick r:id="rId3"/>
              </a:rPr>
              <a:t>tomascabfer4@gmail.com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Desarrollo De Aplicaciones Web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Tomás Cabello Fernández</a:t>
            </a:r>
            <a:endParaRPr dirty="0"/>
          </a:p>
        </p:txBody>
      </p:sp>
      <p:sp>
        <p:nvSpPr>
          <p:cNvPr id="9" name="Google Shape;1028;p69">
            <a:extLst>
              <a:ext uri="{FF2B5EF4-FFF2-40B4-BE49-F238E27FC236}">
                <a16:creationId xmlns:a16="http://schemas.microsoft.com/office/drawing/2014/main" id="{EC975489-C97E-663C-7ECF-40799AA9A870}"/>
              </a:ext>
            </a:extLst>
          </p:cNvPr>
          <p:cNvSpPr/>
          <p:nvPr/>
        </p:nvSpPr>
        <p:spPr>
          <a:xfrm>
            <a:off x="1009763" y="3540754"/>
            <a:ext cx="485659" cy="486196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29;p69">
            <a:extLst>
              <a:ext uri="{FF2B5EF4-FFF2-40B4-BE49-F238E27FC236}">
                <a16:creationId xmlns:a16="http://schemas.microsoft.com/office/drawing/2014/main" id="{84E6B932-86A8-5F93-5B74-75F5CBB818EA}"/>
              </a:ext>
            </a:extLst>
          </p:cNvPr>
          <p:cNvGrpSpPr/>
          <p:nvPr/>
        </p:nvGrpSpPr>
        <p:grpSpPr>
          <a:xfrm>
            <a:off x="1641087" y="3541115"/>
            <a:ext cx="486174" cy="485672"/>
            <a:chOff x="3303268" y="3817349"/>
            <a:chExt cx="346056" cy="345674"/>
          </a:xfrm>
        </p:grpSpPr>
        <p:sp>
          <p:nvSpPr>
            <p:cNvPr id="11" name="Google Shape;1030;p69">
              <a:extLst>
                <a:ext uri="{FF2B5EF4-FFF2-40B4-BE49-F238E27FC236}">
                  <a16:creationId xmlns:a16="http://schemas.microsoft.com/office/drawing/2014/main" id="{2E48CE68-2F05-814B-79C8-2A63BE264F2C}"/>
                </a:ext>
              </a:extLst>
            </p:cNvPr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031;p69">
              <a:extLst>
                <a:ext uri="{FF2B5EF4-FFF2-40B4-BE49-F238E27FC236}">
                  <a16:creationId xmlns:a16="http://schemas.microsoft.com/office/drawing/2014/main" id="{978E6D3F-A2AF-0E77-360F-C25935CD55ED}"/>
                </a:ext>
              </a:extLst>
            </p:cNvPr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032;p69">
              <a:extLst>
                <a:ext uri="{FF2B5EF4-FFF2-40B4-BE49-F238E27FC236}">
                  <a16:creationId xmlns:a16="http://schemas.microsoft.com/office/drawing/2014/main" id="{4DE5D7C1-EF7A-33E7-A1DE-54B65A0DEF64}"/>
                </a:ext>
              </a:extLst>
            </p:cNvPr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033;p69">
              <a:extLst>
                <a:ext uri="{FF2B5EF4-FFF2-40B4-BE49-F238E27FC236}">
                  <a16:creationId xmlns:a16="http://schemas.microsoft.com/office/drawing/2014/main" id="{23835DC9-5687-9DA7-9BA1-01BB73D959CA}"/>
                </a:ext>
              </a:extLst>
            </p:cNvPr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034;p69">
            <a:extLst>
              <a:ext uri="{FF2B5EF4-FFF2-40B4-BE49-F238E27FC236}">
                <a16:creationId xmlns:a16="http://schemas.microsoft.com/office/drawing/2014/main" id="{4E868CC6-05AD-E7F5-6CAA-A74E47630672}"/>
              </a:ext>
            </a:extLst>
          </p:cNvPr>
          <p:cNvGrpSpPr/>
          <p:nvPr/>
        </p:nvGrpSpPr>
        <p:grpSpPr>
          <a:xfrm>
            <a:off x="2272013" y="3541115"/>
            <a:ext cx="486174" cy="485672"/>
            <a:chOff x="3752358" y="3817349"/>
            <a:chExt cx="346056" cy="345674"/>
          </a:xfrm>
        </p:grpSpPr>
        <p:sp>
          <p:nvSpPr>
            <p:cNvPr id="16" name="Google Shape;1035;p69">
              <a:extLst>
                <a:ext uri="{FF2B5EF4-FFF2-40B4-BE49-F238E27FC236}">
                  <a16:creationId xmlns:a16="http://schemas.microsoft.com/office/drawing/2014/main" id="{344EA322-6403-4B01-7EF8-FE3B1F3FE185}"/>
                </a:ext>
              </a:extLst>
            </p:cNvPr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036;p69">
              <a:extLst>
                <a:ext uri="{FF2B5EF4-FFF2-40B4-BE49-F238E27FC236}">
                  <a16:creationId xmlns:a16="http://schemas.microsoft.com/office/drawing/2014/main" id="{86518FA5-CD81-BFFF-2D98-E19142A8A0BA}"/>
                </a:ext>
              </a:extLst>
            </p:cNvPr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037;p69">
              <a:extLst>
                <a:ext uri="{FF2B5EF4-FFF2-40B4-BE49-F238E27FC236}">
                  <a16:creationId xmlns:a16="http://schemas.microsoft.com/office/drawing/2014/main" id="{A7B0573E-F4F4-A2F1-8A6A-F8E78D46884B}"/>
                </a:ext>
              </a:extLst>
            </p:cNvPr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038;p69">
              <a:extLst>
                <a:ext uri="{FF2B5EF4-FFF2-40B4-BE49-F238E27FC236}">
                  <a16:creationId xmlns:a16="http://schemas.microsoft.com/office/drawing/2014/main" id="{07781666-DD22-296B-18C1-C8793C871FEB}"/>
                </a:ext>
              </a:extLst>
            </p:cNvPr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" name="Google Shape;1039;p69">
            <a:extLst>
              <a:ext uri="{FF2B5EF4-FFF2-40B4-BE49-F238E27FC236}">
                <a16:creationId xmlns:a16="http://schemas.microsoft.com/office/drawing/2014/main" id="{70F8DF5E-2005-7FB4-7790-E8F05C603FA8}"/>
              </a:ext>
            </a:extLst>
          </p:cNvPr>
          <p:cNvGrpSpPr/>
          <p:nvPr/>
        </p:nvGrpSpPr>
        <p:grpSpPr>
          <a:xfrm>
            <a:off x="2902939" y="3541115"/>
            <a:ext cx="486129" cy="485672"/>
            <a:chOff x="4201447" y="3817349"/>
            <a:chExt cx="346024" cy="345674"/>
          </a:xfrm>
        </p:grpSpPr>
        <p:sp>
          <p:nvSpPr>
            <p:cNvPr id="21" name="Google Shape;1040;p69">
              <a:extLst>
                <a:ext uri="{FF2B5EF4-FFF2-40B4-BE49-F238E27FC236}">
                  <a16:creationId xmlns:a16="http://schemas.microsoft.com/office/drawing/2014/main" id="{5F505B52-CBE6-6216-B1D9-C43E141D2E5C}"/>
                </a:ext>
              </a:extLst>
            </p:cNvPr>
            <p:cNvSpPr/>
            <p:nvPr/>
          </p:nvSpPr>
          <p:spPr>
            <a:xfrm>
              <a:off x="4201447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52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041;p69">
              <a:extLst>
                <a:ext uri="{FF2B5EF4-FFF2-40B4-BE49-F238E27FC236}">
                  <a16:creationId xmlns:a16="http://schemas.microsoft.com/office/drawing/2014/main" id="{4693E7ED-DD3D-3523-9CB9-61EAA88699F5}"/>
                </a:ext>
              </a:extLst>
            </p:cNvPr>
            <p:cNvSpPr/>
            <p:nvPr/>
          </p:nvSpPr>
          <p:spPr>
            <a:xfrm>
              <a:off x="4271569" y="3904531"/>
              <a:ext cx="227394" cy="185728"/>
            </a:xfrm>
            <a:custGeom>
              <a:avLst/>
              <a:gdLst/>
              <a:ahLst/>
              <a:cxnLst/>
              <a:rect l="l" t="t" r="r" b="b"/>
              <a:pathLst>
                <a:path w="7144" h="5835" extrusionOk="0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21;p69">
            <a:extLst>
              <a:ext uri="{FF2B5EF4-FFF2-40B4-BE49-F238E27FC236}">
                <a16:creationId xmlns:a16="http://schemas.microsoft.com/office/drawing/2014/main" id="{52C4EFE0-8A4F-3B72-953C-36102AD6C8D9}"/>
              </a:ext>
            </a:extLst>
          </p:cNvPr>
          <p:cNvSpPr txBox="1">
            <a:spLocks/>
          </p:cNvSpPr>
          <p:nvPr/>
        </p:nvSpPr>
        <p:spPr>
          <a:xfrm>
            <a:off x="5084254" y="563363"/>
            <a:ext cx="2954081" cy="10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50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Unbounded"/>
              <a:buNone/>
              <a:defRPr sz="2900" b="1" i="0" u="none" strike="noStrike" cap="none">
                <a:solidFill>
                  <a:schemeClr val="lt1"/>
                </a:solidFill>
                <a:latin typeface="Unbounded"/>
                <a:ea typeface="Unbounded"/>
                <a:cs typeface="Unbounded"/>
                <a:sym typeface="Unbounded"/>
              </a:defRPr>
            </a:lvl9pPr>
          </a:lstStyle>
          <a:p>
            <a:pPr algn="l"/>
            <a:r>
              <a:rPr lang="es-ES" sz="2800" dirty="0"/>
              <a:t>Fuentes y Referencias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9B56E41-83AC-914E-3E0E-E56C34CF214D}"/>
              </a:ext>
            </a:extLst>
          </p:cNvPr>
          <p:cNvSpPr txBox="1"/>
          <p:nvPr/>
        </p:nvSpPr>
        <p:spPr>
          <a:xfrm>
            <a:off x="5084254" y="1602959"/>
            <a:ext cx="4058981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Actor" panose="020B0604020202020204" charset="0"/>
              </a:rPr>
              <a:t>1. Sitios Web Corporativos</a:t>
            </a:r>
          </a:p>
          <a:p>
            <a:r>
              <a:rPr lang="es-ES" dirty="0">
                <a:solidFill>
                  <a:schemeClr val="bg1"/>
                </a:solidFill>
                <a:latin typeface="Actor" panose="020B0604020202020204" charset="0"/>
                <a:hlinkClick r:id="rId4"/>
              </a:rPr>
              <a:t>www.lucasrojas.com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|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  <a:hlinkClick r:id="rId5"/>
              </a:rPr>
              <a:t>www.genial.ly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|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  <a:hlinkClick r:id="rId6"/>
              </a:rPr>
              <a:t>www.deuser.es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</a:t>
            </a:r>
            <a:br>
              <a:rPr lang="es-ES" sz="2000" b="1" dirty="0">
                <a:solidFill>
                  <a:schemeClr val="bg1"/>
                </a:solidFill>
                <a:latin typeface="Actor" panose="020B0604020202020204" charset="0"/>
              </a:rPr>
            </a:br>
            <a:r>
              <a:rPr lang="es-ES" sz="2000" b="1" dirty="0">
                <a:solidFill>
                  <a:schemeClr val="bg1"/>
                </a:solidFill>
                <a:latin typeface="Actor" panose="020B0604020202020204" charset="0"/>
              </a:rPr>
              <a:t>2. Redes Profesionales</a:t>
            </a:r>
          </a:p>
          <a:p>
            <a:r>
              <a:rPr lang="es-ES" b="1" dirty="0">
                <a:solidFill>
                  <a:schemeClr val="bg1"/>
                </a:solidFill>
                <a:latin typeface="Actor" panose="020B0604020202020204" charset="0"/>
              </a:rPr>
              <a:t>LinkedIn: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Análisis de perfiles técnicos y</a:t>
            </a:r>
          </a:p>
          <a:p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Organigramas de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Deuser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y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Genially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.</a:t>
            </a:r>
          </a:p>
          <a:p>
            <a:r>
              <a:rPr lang="es-ES" sz="2000" b="1" dirty="0">
                <a:solidFill>
                  <a:schemeClr val="bg1"/>
                </a:solidFill>
                <a:latin typeface="Actor" panose="020B0604020202020204" charset="0"/>
              </a:rPr>
              <a:t>3. Prensa y Artículos</a:t>
            </a:r>
          </a:p>
          <a:p>
            <a:r>
              <a:rPr lang="es-ES" b="1" dirty="0">
                <a:solidFill>
                  <a:schemeClr val="bg1"/>
                </a:solidFill>
                <a:latin typeface="Actor" panose="020B0604020202020204" charset="0"/>
              </a:rPr>
              <a:t>Diario Córdoba: 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Noticias sobre la integración de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Deuser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 en </a:t>
            </a:r>
            <a:r>
              <a:rPr lang="es-ES" dirty="0" err="1">
                <a:solidFill>
                  <a:schemeClr val="bg1"/>
                </a:solidFill>
                <a:latin typeface="Actor" panose="020B0604020202020204" charset="0"/>
              </a:rPr>
              <a:t>Minsait</a:t>
            </a:r>
            <a:r>
              <a:rPr lang="es-ES" dirty="0">
                <a:solidFill>
                  <a:schemeClr val="bg1"/>
                </a:solidFill>
                <a:latin typeface="Actor" panose="020B0604020202020204" charset="0"/>
              </a:rPr>
              <a:t>.</a:t>
            </a:r>
          </a:p>
          <a:p>
            <a:r>
              <a:rPr lang="es-ES" b="1" dirty="0">
                <a:solidFill>
                  <a:schemeClr val="bg1"/>
                </a:solidFill>
                <a:latin typeface="Actor" panose="020B0604020202020204" charset="0"/>
              </a:rPr>
              <a:t>Web de Diputación de Córdoba: Información sobre servicios de </a:t>
            </a:r>
            <a:r>
              <a:rPr lang="es-ES" b="1" dirty="0" err="1">
                <a:solidFill>
                  <a:schemeClr val="bg1"/>
                </a:solidFill>
                <a:latin typeface="Actor" panose="020B0604020202020204" charset="0"/>
              </a:rPr>
              <a:t>Eprinsa</a:t>
            </a:r>
            <a:r>
              <a:rPr lang="es-ES" b="1" dirty="0">
                <a:solidFill>
                  <a:schemeClr val="bg1"/>
                </a:solidFill>
                <a:latin typeface="Actor" panose="020B0604020202020204" charset="0"/>
              </a:rPr>
              <a:t>.</a:t>
            </a:r>
            <a:endParaRPr lang="es-ES" dirty="0">
              <a:solidFill>
                <a:schemeClr val="bg1"/>
              </a:solidFill>
              <a:latin typeface="Actor" panose="020B0604020202020204" charset="0"/>
            </a:endParaRPr>
          </a:p>
          <a:p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y Presentation Template">
  <a:themeElements>
    <a:clrScheme name="Simple Light">
      <a:dk1>
        <a:srgbClr val="1A1A1A"/>
      </a:dk1>
      <a:lt1>
        <a:srgbClr val="FFFFFF"/>
      </a:lt1>
      <a:dk2>
        <a:srgbClr val="2C1DCE"/>
      </a:dk2>
      <a:lt2>
        <a:srgbClr val="7E4FCF"/>
      </a:lt2>
      <a:accent1>
        <a:srgbClr val="00B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459</Words>
  <Application>Microsoft Office PowerPoint</Application>
  <PresentationFormat>Presentación en pantalla (16:9)</PresentationFormat>
  <Paragraphs>74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3" baseType="lpstr">
      <vt:lpstr>Unbounded Light</vt:lpstr>
      <vt:lpstr>Unbounded SemiBold</vt:lpstr>
      <vt:lpstr>Actor</vt:lpstr>
      <vt:lpstr>Bebas Neue</vt:lpstr>
      <vt:lpstr>Unbounded</vt:lpstr>
      <vt:lpstr>Arial</vt:lpstr>
      <vt:lpstr>My Presentation Template</vt:lpstr>
      <vt:lpstr>Análisis del Tejido Empresarial TIC</vt:lpstr>
      <vt:lpstr>Selección de Empresas</vt:lpstr>
      <vt:lpstr>Servicios Y Productos</vt:lpstr>
      <vt:lpstr>Tecnologías Y Perfiles Demandados</vt:lpstr>
      <vt:lpstr>Conclusiones Y Oportunidades</vt:lpstr>
      <vt:lpstr>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tomas cabello</cp:lastModifiedBy>
  <cp:revision>12</cp:revision>
  <dcterms:modified xsi:type="dcterms:W3CDTF">2025-12-05T15:21:51Z</dcterms:modified>
</cp:coreProperties>
</file>