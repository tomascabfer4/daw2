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8"/>
  </p:notesMasterIdLst>
  <p:sldIdLst>
    <p:sldId id="256" r:id="rId2"/>
    <p:sldId id="289" r:id="rId3"/>
    <p:sldId id="275" r:id="rId4"/>
    <p:sldId id="264" r:id="rId5"/>
    <p:sldId id="311" r:id="rId6"/>
    <p:sldId id="259" r:id="rId7"/>
  </p:sldIdLst>
  <p:sldSz cx="9144000" cy="5143500" type="screen16x9"/>
  <p:notesSz cx="6858000" cy="9144000"/>
  <p:embeddedFontLst>
    <p:embeddedFont>
      <p:font typeface="Actor" panose="020B0604020202020204" charset="0"/>
      <p:regular r:id="rId9"/>
    </p:embeddedFont>
    <p:embeddedFont>
      <p:font typeface="Bebas Neue" panose="020B0606020202050201" pitchFamily="34" charset="0"/>
      <p:regular r:id="rId10"/>
    </p:embeddedFont>
    <p:embeddedFont>
      <p:font typeface="Unbounded" panose="020B0604020202020204" charset="0"/>
      <p:regular r:id="rId11"/>
      <p:bold r:id="rId12"/>
    </p:embeddedFont>
    <p:embeddedFont>
      <p:font typeface="Unbounded Light" panose="020B0604020202020204" charset="0"/>
      <p:regular r:id="rId13"/>
      <p:bold r:id="rId14"/>
    </p:embeddedFont>
    <p:embeddedFont>
      <p:font typeface="Unbounded SemiBold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6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86A41C-6602-49C4-BA83-31BE5BF7D53E}">
  <a:tblStyle styleId="{9C86A41C-6602-49C4-BA83-31BE5BF7D5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DFDDAF-A69C-468A-8077-7BF1B8C2F05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0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1e52b8f997a_0_1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1e52b8f997a_0_1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1e52b8f997a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1e52b8f997a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e52b8f997a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e52b8f997a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e52b8f997a_0_1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1e52b8f997a_0_1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7631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e52b8f99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e52b8f997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157250" y="0"/>
            <a:ext cx="4986750" cy="3919025"/>
            <a:chOff x="4157250" y="0"/>
            <a:chExt cx="4986750" cy="3919025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l="1389" t="26409" r="75094" b="13678"/>
            <a:stretch/>
          </p:blipFill>
          <p:spPr>
            <a:xfrm>
              <a:off x="6204675" y="0"/>
              <a:ext cx="2939325" cy="391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l="21162" t="55240" r="32620" b="4308"/>
            <a:stretch/>
          </p:blipFill>
          <p:spPr>
            <a:xfrm>
              <a:off x="4157250" y="0"/>
              <a:ext cx="4986750" cy="228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oogle Shape;12;p2"/>
          <p:cNvGrpSpPr/>
          <p:nvPr/>
        </p:nvGrpSpPr>
        <p:grpSpPr>
          <a:xfrm>
            <a:off x="0" y="1017726"/>
            <a:ext cx="4438149" cy="4166224"/>
            <a:chOff x="0" y="1017726"/>
            <a:chExt cx="4438149" cy="416622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l="35374" t="5165" r="21354" b="51352"/>
            <a:stretch/>
          </p:blipFill>
          <p:spPr>
            <a:xfrm>
              <a:off x="0" y="2809500"/>
              <a:ext cx="4438149" cy="233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 rotWithShape="1">
            <a:blip r:embed="rId2">
              <a:alphaModFix/>
            </a:blip>
            <a:srcRect t="21590" r="76126" b="13747"/>
            <a:stretch/>
          </p:blipFill>
          <p:spPr>
            <a:xfrm rot="10800000">
              <a:off x="0" y="1017726"/>
              <a:ext cx="2939325" cy="4166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828750" y="1017725"/>
            <a:ext cx="7486500" cy="201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307600" y="318942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ctor"/>
                <a:ea typeface="Actor"/>
                <a:cs typeface="Actor"/>
                <a:sym typeface="Acto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340025" y="-478950"/>
            <a:ext cx="7726051" cy="5976025"/>
            <a:chOff x="340025" y="-478950"/>
            <a:chExt cx="7726051" cy="5976025"/>
          </a:xfrm>
        </p:grpSpPr>
        <p:sp>
          <p:nvSpPr>
            <p:cNvPr id="18" name="Google Shape;18;p2"/>
            <p:cNvSpPr/>
            <p:nvPr/>
          </p:nvSpPr>
          <p:spPr>
            <a:xfrm>
              <a:off x="340025" y="4190875"/>
              <a:ext cx="746400" cy="1306200"/>
            </a:xfrm>
            <a:custGeom>
              <a:avLst/>
              <a:gdLst/>
              <a:ahLst/>
              <a:cxnLst/>
              <a:rect l="l" t="t" r="r" b="b"/>
              <a:pathLst>
                <a:path w="29856" h="52248" extrusionOk="0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044475" y="-478950"/>
              <a:ext cx="1021601" cy="1018545"/>
            </a:xfrm>
            <a:custGeom>
              <a:avLst/>
              <a:gdLst/>
              <a:ahLst/>
              <a:cxnLst/>
              <a:rect l="l" t="t" r="r" b="b"/>
              <a:pathLst>
                <a:path w="52484" h="52327" extrusionOk="0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6"/>
          <p:cNvGrpSpPr/>
          <p:nvPr/>
        </p:nvGrpSpPr>
        <p:grpSpPr>
          <a:xfrm>
            <a:off x="0" y="0"/>
            <a:ext cx="9144000" cy="5183950"/>
            <a:chOff x="0" y="0"/>
            <a:chExt cx="9144000" cy="5183950"/>
          </a:xfrm>
        </p:grpSpPr>
        <p:grpSp>
          <p:nvGrpSpPr>
            <p:cNvPr id="67" name="Google Shape;67;p6"/>
            <p:cNvGrpSpPr/>
            <p:nvPr/>
          </p:nvGrpSpPr>
          <p:grpSpPr>
            <a:xfrm>
              <a:off x="2674025" y="0"/>
              <a:ext cx="6469975" cy="2172250"/>
              <a:chOff x="2674025" y="0"/>
              <a:chExt cx="6469975" cy="2172250"/>
            </a:xfrm>
          </p:grpSpPr>
          <p:pic>
            <p:nvPicPr>
              <p:cNvPr id="68" name="Google Shape;68;p6"/>
              <p:cNvPicPr preferRelativeResize="0"/>
              <p:nvPr/>
            </p:nvPicPr>
            <p:blipFill rotWithShape="1">
              <a:blip r:embed="rId2">
                <a:alphaModFix/>
              </a:blip>
              <a:srcRect l="7151" t="55786" r="54604" b="11005"/>
              <a:stretch/>
            </p:blipFill>
            <p:spPr>
              <a:xfrm>
                <a:off x="2674025" y="0"/>
                <a:ext cx="4780299" cy="21722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Google Shape;69;p6"/>
              <p:cNvPicPr preferRelativeResize="0"/>
              <p:nvPr/>
            </p:nvPicPr>
            <p:blipFill rotWithShape="1">
              <a:blip r:embed="rId3">
                <a:alphaModFix/>
              </a:blip>
              <a:srcRect l="22794" t="61047" r="30988" b="7332"/>
              <a:stretch/>
            </p:blipFill>
            <p:spPr>
              <a:xfrm>
                <a:off x="4157250" y="0"/>
                <a:ext cx="4986750" cy="1785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0" name="Google Shape;70;p6"/>
            <p:cNvGrpSpPr/>
            <p:nvPr/>
          </p:nvGrpSpPr>
          <p:grpSpPr>
            <a:xfrm>
              <a:off x="0" y="1017726"/>
              <a:ext cx="4438149" cy="4166224"/>
              <a:chOff x="0" y="1017726"/>
              <a:chExt cx="4438149" cy="4166224"/>
            </a:xfrm>
          </p:grpSpPr>
          <p:pic>
            <p:nvPicPr>
              <p:cNvPr id="71" name="Google Shape;71;p6"/>
              <p:cNvPicPr preferRelativeResize="0"/>
              <p:nvPr/>
            </p:nvPicPr>
            <p:blipFill rotWithShape="1">
              <a:blip r:embed="rId3">
                <a:alphaModFix/>
              </a:blip>
              <a:srcRect l="36975" t="-1817" r="19753" b="58335"/>
              <a:stretch/>
            </p:blipFill>
            <p:spPr>
              <a:xfrm>
                <a:off x="0" y="2809500"/>
                <a:ext cx="4438149" cy="2334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Google Shape;72;p6"/>
              <p:cNvPicPr preferRelativeResize="0"/>
              <p:nvPr/>
            </p:nvPicPr>
            <p:blipFill rotWithShape="1">
              <a:blip r:embed="rId2">
                <a:alphaModFix/>
              </a:blip>
              <a:srcRect l="-2473" t="21409" r="78599" b="13928"/>
              <a:stretch/>
            </p:blipFill>
            <p:spPr>
              <a:xfrm rot="10800000">
                <a:off x="0" y="1017726"/>
                <a:ext cx="2939325" cy="41662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3" name="Google Shape;7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74" name="Google Shape;74;p6"/>
          <p:cNvGrpSpPr/>
          <p:nvPr/>
        </p:nvGrpSpPr>
        <p:grpSpPr>
          <a:xfrm>
            <a:off x="-279950" y="257063"/>
            <a:ext cx="9815576" cy="4780763"/>
            <a:chOff x="-279950" y="257063"/>
            <a:chExt cx="9815576" cy="4780763"/>
          </a:xfrm>
        </p:grpSpPr>
        <p:sp>
          <p:nvSpPr>
            <p:cNvPr id="75" name="Google Shape;75;p6"/>
            <p:cNvSpPr/>
            <p:nvPr/>
          </p:nvSpPr>
          <p:spPr>
            <a:xfrm>
              <a:off x="-279950" y="3731625"/>
              <a:ext cx="746400" cy="1306200"/>
            </a:xfrm>
            <a:custGeom>
              <a:avLst/>
              <a:gdLst/>
              <a:ahLst/>
              <a:cxnLst/>
              <a:rect l="l" t="t" r="r" b="b"/>
              <a:pathLst>
                <a:path w="29856" h="52248" extrusionOk="0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8514025" y="3875450"/>
              <a:ext cx="1021601" cy="1018545"/>
            </a:xfrm>
            <a:custGeom>
              <a:avLst/>
              <a:gdLst/>
              <a:ahLst/>
              <a:cxnLst/>
              <a:rect l="l" t="t" r="r" b="b"/>
              <a:pathLst>
                <a:path w="52484" h="52327" extrusionOk="0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8291650" y="257063"/>
              <a:ext cx="550834" cy="564881"/>
            </a:xfrm>
            <a:custGeom>
              <a:avLst/>
              <a:gdLst/>
              <a:ahLst/>
              <a:cxnLst/>
              <a:rect l="l" t="t" r="r" b="b"/>
              <a:pathLst>
                <a:path w="43135" h="44235" extrusionOk="0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176150" y="1089600"/>
            <a:ext cx="6791700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1176150" y="2474000"/>
            <a:ext cx="6791700" cy="10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7" name="Google Shape;107;p9"/>
          <p:cNvGrpSpPr/>
          <p:nvPr/>
        </p:nvGrpSpPr>
        <p:grpSpPr>
          <a:xfrm>
            <a:off x="4911175" y="18549"/>
            <a:ext cx="4232826" cy="5143501"/>
            <a:chOff x="4911175" y="18549"/>
            <a:chExt cx="4232826" cy="5143501"/>
          </a:xfrm>
        </p:grpSpPr>
        <p:pic>
          <p:nvPicPr>
            <p:cNvPr id="108" name="Google Shape;108;p9"/>
            <p:cNvPicPr preferRelativeResize="0"/>
            <p:nvPr/>
          </p:nvPicPr>
          <p:blipFill rotWithShape="1">
            <a:blip r:embed="rId2">
              <a:alphaModFix/>
            </a:blip>
            <a:srcRect l="4411" t="12981" r="74488" b="16466"/>
            <a:stretch/>
          </p:blipFill>
          <p:spPr>
            <a:xfrm rot="10800000" flipH="1">
              <a:off x="6204675" y="18549"/>
              <a:ext cx="2939325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9"/>
            <p:cNvPicPr preferRelativeResize="0"/>
            <p:nvPr/>
          </p:nvPicPr>
          <p:blipFill rotWithShape="1">
            <a:blip r:embed="rId3">
              <a:alphaModFix/>
            </a:blip>
            <a:srcRect l="25298" t="54968" r="42214" b="4803"/>
            <a:stretch/>
          </p:blipFill>
          <p:spPr>
            <a:xfrm rot="10800000" flipH="1">
              <a:off x="4911175" y="2418850"/>
              <a:ext cx="4232826" cy="274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9"/>
          <p:cNvGrpSpPr/>
          <p:nvPr/>
        </p:nvGrpSpPr>
        <p:grpSpPr>
          <a:xfrm>
            <a:off x="0" y="0"/>
            <a:ext cx="4438149" cy="4144324"/>
            <a:chOff x="0" y="0"/>
            <a:chExt cx="4438149" cy="4144324"/>
          </a:xfrm>
        </p:grpSpPr>
        <p:pic>
          <p:nvPicPr>
            <p:cNvPr id="111" name="Google Shape;111;p9"/>
            <p:cNvPicPr preferRelativeResize="0"/>
            <p:nvPr/>
          </p:nvPicPr>
          <p:blipFill rotWithShape="1">
            <a:blip r:embed="rId3">
              <a:alphaModFix/>
            </a:blip>
            <a:srcRect l="27572" t="-5678" r="29156" b="62196"/>
            <a:stretch/>
          </p:blipFill>
          <p:spPr>
            <a:xfrm rot="10800000" flipH="1">
              <a:off x="0" y="18550"/>
              <a:ext cx="4438149" cy="233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9"/>
            <p:cNvPicPr preferRelativeResize="0"/>
            <p:nvPr/>
          </p:nvPicPr>
          <p:blipFill rotWithShape="1">
            <a:blip r:embed="rId2">
              <a:alphaModFix/>
            </a:blip>
            <a:srcRect l="-2630" t="23406" r="78757" b="12272"/>
            <a:stretch/>
          </p:blipFill>
          <p:spPr>
            <a:xfrm flipH="1">
              <a:off x="0" y="0"/>
              <a:ext cx="2939325" cy="41443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p9"/>
          <p:cNvGrpSpPr/>
          <p:nvPr/>
        </p:nvGrpSpPr>
        <p:grpSpPr>
          <a:xfrm>
            <a:off x="-1623775" y="-288475"/>
            <a:ext cx="10294625" cy="5254500"/>
            <a:chOff x="-1623775" y="-288475"/>
            <a:chExt cx="10294625" cy="5254500"/>
          </a:xfrm>
        </p:grpSpPr>
        <p:sp>
          <p:nvSpPr>
            <p:cNvPr id="114" name="Google Shape;114;p9"/>
            <p:cNvSpPr/>
            <p:nvPr/>
          </p:nvSpPr>
          <p:spPr>
            <a:xfrm>
              <a:off x="-1623775" y="2536875"/>
              <a:ext cx="2429800" cy="2429150"/>
            </a:xfrm>
            <a:custGeom>
              <a:avLst/>
              <a:gdLst/>
              <a:ahLst/>
              <a:cxnLst/>
              <a:rect l="l" t="t" r="r" b="b"/>
              <a:pathLst>
                <a:path w="97192" h="97166" extrusionOk="0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9"/>
            <p:cNvSpPr/>
            <p:nvPr/>
          </p:nvSpPr>
          <p:spPr>
            <a:xfrm>
              <a:off x="7924450" y="-288475"/>
              <a:ext cx="746400" cy="1306200"/>
            </a:xfrm>
            <a:custGeom>
              <a:avLst/>
              <a:gdLst/>
              <a:ahLst/>
              <a:cxnLst/>
              <a:rect l="l" t="t" r="r" b="b"/>
              <a:pathLst>
                <a:path w="29856" h="52248" extrusionOk="0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>
            <a:spLocks noGrp="1"/>
          </p:cNvSpPr>
          <p:nvPr>
            <p:ph type="title"/>
          </p:nvPr>
        </p:nvSpPr>
        <p:spPr>
          <a:xfrm>
            <a:off x="885450" y="1466975"/>
            <a:ext cx="2749800" cy="10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subTitle" idx="1"/>
          </p:nvPr>
        </p:nvSpPr>
        <p:spPr>
          <a:xfrm>
            <a:off x="885450" y="2508575"/>
            <a:ext cx="2749800" cy="10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18"/>
          <p:cNvGrpSpPr/>
          <p:nvPr/>
        </p:nvGrpSpPr>
        <p:grpSpPr>
          <a:xfrm>
            <a:off x="5048725" y="0"/>
            <a:ext cx="4095351" cy="5143500"/>
            <a:chOff x="5048725" y="0"/>
            <a:chExt cx="4095351" cy="5143500"/>
          </a:xfrm>
        </p:grpSpPr>
        <p:pic>
          <p:nvPicPr>
            <p:cNvPr id="209" name="Google Shape;209;p18"/>
            <p:cNvPicPr preferRelativeResize="0"/>
            <p:nvPr/>
          </p:nvPicPr>
          <p:blipFill rotWithShape="1">
            <a:blip r:embed="rId2">
              <a:alphaModFix/>
            </a:blip>
            <a:srcRect l="5249" t="15711" r="79664" b="36605"/>
            <a:stretch/>
          </p:blipFill>
          <p:spPr>
            <a:xfrm>
              <a:off x="7258525" y="2024450"/>
              <a:ext cx="1885551" cy="3119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18"/>
            <p:cNvPicPr preferRelativeResize="0"/>
            <p:nvPr/>
          </p:nvPicPr>
          <p:blipFill rotWithShape="1">
            <a:blip r:embed="rId3">
              <a:alphaModFix/>
            </a:blip>
            <a:srcRect l="27263" t="65601" r="34781" b="2259"/>
            <a:stretch/>
          </p:blipFill>
          <p:spPr>
            <a:xfrm>
              <a:off x="5048725" y="0"/>
              <a:ext cx="4095276" cy="1814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18"/>
          <p:cNvGrpSpPr/>
          <p:nvPr/>
        </p:nvGrpSpPr>
        <p:grpSpPr>
          <a:xfrm>
            <a:off x="0" y="767150"/>
            <a:ext cx="2939325" cy="4376350"/>
            <a:chOff x="0" y="767150"/>
            <a:chExt cx="2939325" cy="4376350"/>
          </a:xfrm>
        </p:grpSpPr>
        <p:pic>
          <p:nvPicPr>
            <p:cNvPr id="212" name="Google Shape;212;p18"/>
            <p:cNvPicPr preferRelativeResize="0"/>
            <p:nvPr/>
          </p:nvPicPr>
          <p:blipFill rotWithShape="1">
            <a:blip r:embed="rId3">
              <a:alphaModFix/>
            </a:blip>
            <a:srcRect l="54318" t="9229" r="30047" b="9237"/>
            <a:stretch/>
          </p:blipFill>
          <p:spPr>
            <a:xfrm>
              <a:off x="0" y="767150"/>
              <a:ext cx="1603524" cy="4376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18"/>
            <p:cNvPicPr preferRelativeResize="0"/>
            <p:nvPr/>
          </p:nvPicPr>
          <p:blipFill rotWithShape="1">
            <a:blip r:embed="rId2">
              <a:alphaModFix/>
            </a:blip>
            <a:srcRect l="5068" t="54360" r="71057" b="-2804"/>
            <a:stretch/>
          </p:blipFill>
          <p:spPr>
            <a:xfrm rot="10800000">
              <a:off x="0" y="2022100"/>
              <a:ext cx="2939325" cy="3121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18"/>
          <p:cNvGrpSpPr/>
          <p:nvPr/>
        </p:nvGrpSpPr>
        <p:grpSpPr>
          <a:xfrm>
            <a:off x="340025" y="-539050"/>
            <a:ext cx="8485584" cy="7572200"/>
            <a:chOff x="340025" y="-539050"/>
            <a:chExt cx="8485584" cy="7572200"/>
          </a:xfrm>
        </p:grpSpPr>
        <p:sp>
          <p:nvSpPr>
            <p:cNvPr id="215" name="Google Shape;215;p18"/>
            <p:cNvSpPr/>
            <p:nvPr/>
          </p:nvSpPr>
          <p:spPr>
            <a:xfrm>
              <a:off x="340025" y="-539050"/>
              <a:ext cx="746400" cy="1306200"/>
            </a:xfrm>
            <a:custGeom>
              <a:avLst/>
              <a:gdLst/>
              <a:ahLst/>
              <a:cxnLst/>
              <a:rect l="l" t="t" r="r" b="b"/>
              <a:pathLst>
                <a:path w="29856" h="52248" extrusionOk="0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8274775" y="257063"/>
              <a:ext cx="550834" cy="564881"/>
            </a:xfrm>
            <a:custGeom>
              <a:avLst/>
              <a:gdLst/>
              <a:ahLst/>
              <a:cxnLst/>
              <a:rect l="l" t="t" r="r" b="b"/>
              <a:pathLst>
                <a:path w="43135" h="44235" extrusionOk="0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3296325" y="4604000"/>
              <a:ext cx="2429800" cy="2429150"/>
            </a:xfrm>
            <a:custGeom>
              <a:avLst/>
              <a:gdLst/>
              <a:ahLst/>
              <a:cxnLst/>
              <a:rect l="l" t="t" r="r" b="b"/>
              <a:pathLst>
                <a:path w="97192" h="97166" extrusionOk="0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3"/>
          <p:cNvGrpSpPr/>
          <p:nvPr/>
        </p:nvGrpSpPr>
        <p:grpSpPr>
          <a:xfrm flipH="1">
            <a:off x="0" y="0"/>
            <a:ext cx="4986750" cy="3919025"/>
            <a:chOff x="4157250" y="0"/>
            <a:chExt cx="4986750" cy="3919025"/>
          </a:xfrm>
        </p:grpSpPr>
        <p:pic>
          <p:nvPicPr>
            <p:cNvPr id="276" name="Google Shape;276;p23"/>
            <p:cNvPicPr preferRelativeResize="0"/>
            <p:nvPr/>
          </p:nvPicPr>
          <p:blipFill rotWithShape="1">
            <a:blip r:embed="rId2">
              <a:alphaModFix/>
            </a:blip>
            <a:srcRect l="1389" t="26409" r="75094" b="13678"/>
            <a:stretch/>
          </p:blipFill>
          <p:spPr>
            <a:xfrm>
              <a:off x="6204675" y="0"/>
              <a:ext cx="2939325" cy="391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3"/>
            <p:cNvPicPr preferRelativeResize="0"/>
            <p:nvPr/>
          </p:nvPicPr>
          <p:blipFill rotWithShape="1">
            <a:blip r:embed="rId3">
              <a:alphaModFix/>
            </a:blip>
            <a:srcRect l="21162" t="55240" r="32620" b="4308"/>
            <a:stretch/>
          </p:blipFill>
          <p:spPr>
            <a:xfrm>
              <a:off x="4157250" y="0"/>
              <a:ext cx="4986750" cy="228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8" name="Google Shape;278;p23"/>
          <p:cNvGrpSpPr/>
          <p:nvPr/>
        </p:nvGrpSpPr>
        <p:grpSpPr>
          <a:xfrm flipH="1">
            <a:off x="4705851" y="1017726"/>
            <a:ext cx="4438149" cy="4166224"/>
            <a:chOff x="0" y="1017726"/>
            <a:chExt cx="4438149" cy="4166224"/>
          </a:xfrm>
        </p:grpSpPr>
        <p:pic>
          <p:nvPicPr>
            <p:cNvPr id="279" name="Google Shape;279;p23"/>
            <p:cNvPicPr preferRelativeResize="0"/>
            <p:nvPr/>
          </p:nvPicPr>
          <p:blipFill rotWithShape="1">
            <a:blip r:embed="rId3">
              <a:alphaModFix/>
            </a:blip>
            <a:srcRect l="35374" t="5165" r="21354" b="51352"/>
            <a:stretch/>
          </p:blipFill>
          <p:spPr>
            <a:xfrm>
              <a:off x="0" y="2809500"/>
              <a:ext cx="4438149" cy="233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3"/>
            <p:cNvPicPr preferRelativeResize="0"/>
            <p:nvPr/>
          </p:nvPicPr>
          <p:blipFill rotWithShape="1">
            <a:blip r:embed="rId2">
              <a:alphaModFix/>
            </a:blip>
            <a:srcRect t="21590" r="76126" b="13747"/>
            <a:stretch/>
          </p:blipFill>
          <p:spPr>
            <a:xfrm rot="10800000">
              <a:off x="0" y="1017726"/>
              <a:ext cx="2939325" cy="41662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1" name="Google Shape;281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3"/>
          <p:cNvSpPr txBox="1">
            <a:spLocks noGrp="1"/>
          </p:cNvSpPr>
          <p:nvPr>
            <p:ph type="subTitle" idx="1"/>
          </p:nvPr>
        </p:nvSpPr>
        <p:spPr>
          <a:xfrm>
            <a:off x="720068" y="2726000"/>
            <a:ext cx="2269500" cy="16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3"/>
          <p:cNvSpPr txBox="1">
            <a:spLocks noGrp="1"/>
          </p:cNvSpPr>
          <p:nvPr>
            <p:ph type="subTitle" idx="2"/>
          </p:nvPr>
        </p:nvSpPr>
        <p:spPr>
          <a:xfrm>
            <a:off x="3437250" y="2726000"/>
            <a:ext cx="2269500" cy="16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3"/>
          <p:cNvSpPr txBox="1">
            <a:spLocks noGrp="1"/>
          </p:cNvSpPr>
          <p:nvPr>
            <p:ph type="subTitle" idx="3"/>
          </p:nvPr>
        </p:nvSpPr>
        <p:spPr>
          <a:xfrm>
            <a:off x="6154393" y="2726001"/>
            <a:ext cx="2269500" cy="16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3"/>
          <p:cNvSpPr txBox="1">
            <a:spLocks noGrp="1"/>
          </p:cNvSpPr>
          <p:nvPr>
            <p:ph type="subTitle" idx="4"/>
          </p:nvPr>
        </p:nvSpPr>
        <p:spPr>
          <a:xfrm>
            <a:off x="720106" y="2271425"/>
            <a:ext cx="226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6" name="Google Shape;286;p23"/>
          <p:cNvSpPr txBox="1">
            <a:spLocks noGrp="1"/>
          </p:cNvSpPr>
          <p:nvPr>
            <p:ph type="subTitle" idx="5"/>
          </p:nvPr>
        </p:nvSpPr>
        <p:spPr>
          <a:xfrm>
            <a:off x="3437250" y="2271425"/>
            <a:ext cx="226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7" name="Google Shape;287;p23"/>
          <p:cNvSpPr txBox="1">
            <a:spLocks noGrp="1"/>
          </p:cNvSpPr>
          <p:nvPr>
            <p:ph type="subTitle" idx="6"/>
          </p:nvPr>
        </p:nvSpPr>
        <p:spPr>
          <a:xfrm>
            <a:off x="6154432" y="2271425"/>
            <a:ext cx="2269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88" name="Google Shape;288;p23"/>
          <p:cNvGrpSpPr/>
          <p:nvPr/>
        </p:nvGrpSpPr>
        <p:grpSpPr>
          <a:xfrm>
            <a:off x="-510025" y="121750"/>
            <a:ext cx="9491634" cy="4314495"/>
            <a:chOff x="-510025" y="121750"/>
            <a:chExt cx="9491634" cy="4314495"/>
          </a:xfrm>
        </p:grpSpPr>
        <p:sp>
          <p:nvSpPr>
            <p:cNvPr id="289" name="Google Shape;289;p23"/>
            <p:cNvSpPr/>
            <p:nvPr/>
          </p:nvSpPr>
          <p:spPr>
            <a:xfrm>
              <a:off x="-510025" y="3417700"/>
              <a:ext cx="1021601" cy="1018545"/>
            </a:xfrm>
            <a:custGeom>
              <a:avLst/>
              <a:gdLst/>
              <a:ahLst/>
              <a:cxnLst/>
              <a:rect l="l" t="t" r="r" b="b"/>
              <a:pathLst>
                <a:path w="52484" h="52327" extrusionOk="0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3"/>
            <p:cNvSpPr/>
            <p:nvPr/>
          </p:nvSpPr>
          <p:spPr>
            <a:xfrm>
              <a:off x="8430775" y="121750"/>
              <a:ext cx="550834" cy="564881"/>
            </a:xfrm>
            <a:custGeom>
              <a:avLst/>
              <a:gdLst/>
              <a:ahLst/>
              <a:cxnLst/>
              <a:rect l="l" t="t" r="r" b="b"/>
              <a:pathLst>
                <a:path w="43135" h="44235" extrusionOk="0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0"/>
          <p:cNvGrpSpPr/>
          <p:nvPr/>
        </p:nvGrpSpPr>
        <p:grpSpPr>
          <a:xfrm rot="10800000" flipH="1">
            <a:off x="1" y="0"/>
            <a:ext cx="6656573" cy="2354225"/>
            <a:chOff x="1" y="2829725"/>
            <a:chExt cx="6656573" cy="2354225"/>
          </a:xfrm>
        </p:grpSpPr>
        <p:pic>
          <p:nvPicPr>
            <p:cNvPr id="400" name="Google Shape;400;p30"/>
            <p:cNvPicPr preferRelativeResize="0"/>
            <p:nvPr/>
          </p:nvPicPr>
          <p:blipFill rotWithShape="1">
            <a:blip r:embed="rId2">
              <a:alphaModFix/>
            </a:blip>
            <a:srcRect l="20102" t="-4419" r="24274" b="60658"/>
            <a:stretch/>
          </p:blipFill>
          <p:spPr>
            <a:xfrm>
              <a:off x="951450" y="2829725"/>
              <a:ext cx="5705124" cy="2348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30"/>
            <p:cNvPicPr preferRelativeResize="0"/>
            <p:nvPr/>
          </p:nvPicPr>
          <p:blipFill rotWithShape="1">
            <a:blip r:embed="rId3">
              <a:alphaModFix/>
            </a:blip>
            <a:srcRect l="4228" t="58248" r="61887" b="13983"/>
            <a:stretch/>
          </p:blipFill>
          <p:spPr>
            <a:xfrm rot="10800000">
              <a:off x="1" y="3394850"/>
              <a:ext cx="4171674" cy="178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2" name="Google Shape;402;p30"/>
          <p:cNvGrpSpPr/>
          <p:nvPr/>
        </p:nvGrpSpPr>
        <p:grpSpPr>
          <a:xfrm rot="10800000" flipH="1">
            <a:off x="4985201" y="1693850"/>
            <a:ext cx="4171674" cy="3490101"/>
            <a:chOff x="4985201" y="0"/>
            <a:chExt cx="4171674" cy="3490101"/>
          </a:xfrm>
        </p:grpSpPr>
        <p:pic>
          <p:nvPicPr>
            <p:cNvPr id="403" name="Google Shape;403;p30"/>
            <p:cNvPicPr preferRelativeResize="0"/>
            <p:nvPr/>
          </p:nvPicPr>
          <p:blipFill rotWithShape="1">
            <a:blip r:embed="rId2">
              <a:alphaModFix/>
            </a:blip>
            <a:srcRect l="20955" t="31285" r="59279" b="6909"/>
            <a:stretch/>
          </p:blipFill>
          <p:spPr>
            <a:xfrm>
              <a:off x="7011325" y="0"/>
              <a:ext cx="2132676" cy="3490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0"/>
            <p:cNvPicPr preferRelativeResize="0"/>
            <p:nvPr/>
          </p:nvPicPr>
          <p:blipFill rotWithShape="1">
            <a:blip r:embed="rId3">
              <a:alphaModFix/>
            </a:blip>
            <a:srcRect l="4228" t="58248" r="61887" b="13983"/>
            <a:stretch/>
          </p:blipFill>
          <p:spPr>
            <a:xfrm>
              <a:off x="4985201" y="0"/>
              <a:ext cx="4171674" cy="1789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5" name="Google Shape;405;p30"/>
          <p:cNvGrpSpPr/>
          <p:nvPr/>
        </p:nvGrpSpPr>
        <p:grpSpPr>
          <a:xfrm rot="10800000" flipH="1">
            <a:off x="228600" y="173025"/>
            <a:ext cx="10722000" cy="5463125"/>
            <a:chOff x="228600" y="-452200"/>
            <a:chExt cx="10722000" cy="5463125"/>
          </a:xfrm>
        </p:grpSpPr>
        <p:sp>
          <p:nvSpPr>
            <p:cNvPr id="406" name="Google Shape;406;p30"/>
            <p:cNvSpPr/>
            <p:nvPr/>
          </p:nvSpPr>
          <p:spPr>
            <a:xfrm>
              <a:off x="8520800" y="1196350"/>
              <a:ext cx="2429800" cy="2429150"/>
            </a:xfrm>
            <a:custGeom>
              <a:avLst/>
              <a:gdLst/>
              <a:ahLst/>
              <a:cxnLst/>
              <a:rect l="l" t="t" r="r" b="b"/>
              <a:pathLst>
                <a:path w="97192" h="97166" extrusionOk="0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>
              <a:off x="3799350" y="4660275"/>
              <a:ext cx="1545300" cy="350650"/>
            </a:xfrm>
            <a:custGeom>
              <a:avLst/>
              <a:gdLst/>
              <a:ahLst/>
              <a:cxnLst/>
              <a:rect l="l" t="t" r="r" b="b"/>
              <a:pathLst>
                <a:path w="61812" h="14026" extrusionOk="0">
                  <a:moveTo>
                    <a:pt x="7040" y="0"/>
                  </a:moveTo>
                  <a:cubicBezTo>
                    <a:pt x="6987" y="532"/>
                    <a:pt x="6934" y="1036"/>
                    <a:pt x="6907" y="1541"/>
                  </a:cubicBezTo>
                  <a:cubicBezTo>
                    <a:pt x="6695" y="4410"/>
                    <a:pt x="4410" y="6721"/>
                    <a:pt x="1515" y="6907"/>
                  </a:cubicBezTo>
                  <a:cubicBezTo>
                    <a:pt x="1010" y="6933"/>
                    <a:pt x="506" y="6986"/>
                    <a:pt x="1" y="7013"/>
                  </a:cubicBezTo>
                  <a:cubicBezTo>
                    <a:pt x="506" y="7066"/>
                    <a:pt x="1010" y="7119"/>
                    <a:pt x="1515" y="7146"/>
                  </a:cubicBezTo>
                  <a:cubicBezTo>
                    <a:pt x="4410" y="7332"/>
                    <a:pt x="6695" y="9642"/>
                    <a:pt x="6907" y="12511"/>
                  </a:cubicBezTo>
                  <a:cubicBezTo>
                    <a:pt x="6934" y="13016"/>
                    <a:pt x="6960" y="13521"/>
                    <a:pt x="7013" y="14025"/>
                  </a:cubicBezTo>
                  <a:cubicBezTo>
                    <a:pt x="7066" y="13521"/>
                    <a:pt x="7120" y="13016"/>
                    <a:pt x="7146" y="12511"/>
                  </a:cubicBezTo>
                  <a:cubicBezTo>
                    <a:pt x="7359" y="9642"/>
                    <a:pt x="9643" y="7332"/>
                    <a:pt x="12538" y="7146"/>
                  </a:cubicBezTo>
                  <a:cubicBezTo>
                    <a:pt x="13043" y="7119"/>
                    <a:pt x="13548" y="7066"/>
                    <a:pt x="14052" y="7013"/>
                  </a:cubicBezTo>
                  <a:cubicBezTo>
                    <a:pt x="13548" y="6986"/>
                    <a:pt x="13043" y="6933"/>
                    <a:pt x="12538" y="6907"/>
                  </a:cubicBezTo>
                  <a:cubicBezTo>
                    <a:pt x="9643" y="6694"/>
                    <a:pt x="7359" y="4410"/>
                    <a:pt x="7173" y="1541"/>
                  </a:cubicBezTo>
                  <a:cubicBezTo>
                    <a:pt x="7120" y="1036"/>
                    <a:pt x="7066" y="532"/>
                    <a:pt x="7040" y="0"/>
                  </a:cubicBezTo>
                  <a:close/>
                  <a:moveTo>
                    <a:pt x="30893" y="0"/>
                  </a:moveTo>
                  <a:cubicBezTo>
                    <a:pt x="30840" y="532"/>
                    <a:pt x="30813" y="1036"/>
                    <a:pt x="30787" y="1541"/>
                  </a:cubicBezTo>
                  <a:cubicBezTo>
                    <a:pt x="30574" y="4410"/>
                    <a:pt x="28263" y="6694"/>
                    <a:pt x="25394" y="6880"/>
                  </a:cubicBezTo>
                  <a:cubicBezTo>
                    <a:pt x="24890" y="6933"/>
                    <a:pt x="24385" y="6986"/>
                    <a:pt x="23880" y="7013"/>
                  </a:cubicBezTo>
                  <a:cubicBezTo>
                    <a:pt x="24385" y="7066"/>
                    <a:pt x="24890" y="7119"/>
                    <a:pt x="25394" y="7146"/>
                  </a:cubicBezTo>
                  <a:cubicBezTo>
                    <a:pt x="28290" y="7332"/>
                    <a:pt x="30574" y="9642"/>
                    <a:pt x="30787" y="12511"/>
                  </a:cubicBezTo>
                  <a:cubicBezTo>
                    <a:pt x="30813" y="13016"/>
                    <a:pt x="30866" y="13521"/>
                    <a:pt x="30893" y="14025"/>
                  </a:cubicBezTo>
                  <a:cubicBezTo>
                    <a:pt x="30946" y="13521"/>
                    <a:pt x="30999" y="13016"/>
                    <a:pt x="31026" y="12511"/>
                  </a:cubicBezTo>
                  <a:cubicBezTo>
                    <a:pt x="31238" y="9642"/>
                    <a:pt x="33522" y="7332"/>
                    <a:pt x="36418" y="7146"/>
                  </a:cubicBezTo>
                  <a:cubicBezTo>
                    <a:pt x="36922" y="7119"/>
                    <a:pt x="37427" y="7066"/>
                    <a:pt x="37932" y="7013"/>
                  </a:cubicBezTo>
                  <a:cubicBezTo>
                    <a:pt x="37427" y="6960"/>
                    <a:pt x="36922" y="6933"/>
                    <a:pt x="36418" y="6907"/>
                  </a:cubicBezTo>
                  <a:cubicBezTo>
                    <a:pt x="33522" y="6721"/>
                    <a:pt x="31212" y="4410"/>
                    <a:pt x="31026" y="1541"/>
                  </a:cubicBezTo>
                  <a:cubicBezTo>
                    <a:pt x="30999" y="1036"/>
                    <a:pt x="30946" y="532"/>
                    <a:pt x="30893" y="0"/>
                  </a:cubicBezTo>
                  <a:close/>
                  <a:moveTo>
                    <a:pt x="54772" y="0"/>
                  </a:moveTo>
                  <a:cubicBezTo>
                    <a:pt x="54719" y="532"/>
                    <a:pt x="54692" y="1036"/>
                    <a:pt x="54639" y="1541"/>
                  </a:cubicBezTo>
                  <a:cubicBezTo>
                    <a:pt x="54453" y="4410"/>
                    <a:pt x="52143" y="6694"/>
                    <a:pt x="49274" y="6880"/>
                  </a:cubicBezTo>
                  <a:cubicBezTo>
                    <a:pt x="48769" y="6933"/>
                    <a:pt x="48264" y="6986"/>
                    <a:pt x="47733" y="7013"/>
                  </a:cubicBezTo>
                  <a:cubicBezTo>
                    <a:pt x="48264" y="7066"/>
                    <a:pt x="48769" y="7119"/>
                    <a:pt x="49274" y="7146"/>
                  </a:cubicBezTo>
                  <a:cubicBezTo>
                    <a:pt x="52143" y="7332"/>
                    <a:pt x="54453" y="9642"/>
                    <a:pt x="54639" y="12511"/>
                  </a:cubicBezTo>
                  <a:cubicBezTo>
                    <a:pt x="54666" y="13016"/>
                    <a:pt x="54719" y="13521"/>
                    <a:pt x="54772" y="14025"/>
                  </a:cubicBezTo>
                  <a:cubicBezTo>
                    <a:pt x="54825" y="13521"/>
                    <a:pt x="54852" y="13016"/>
                    <a:pt x="54905" y="12511"/>
                  </a:cubicBezTo>
                  <a:cubicBezTo>
                    <a:pt x="55091" y="9616"/>
                    <a:pt x="57402" y="7332"/>
                    <a:pt x="60297" y="7146"/>
                  </a:cubicBezTo>
                  <a:cubicBezTo>
                    <a:pt x="60802" y="7119"/>
                    <a:pt x="61306" y="7066"/>
                    <a:pt x="61811" y="7013"/>
                  </a:cubicBezTo>
                  <a:cubicBezTo>
                    <a:pt x="61280" y="6986"/>
                    <a:pt x="60775" y="6933"/>
                    <a:pt x="60297" y="6907"/>
                  </a:cubicBezTo>
                  <a:cubicBezTo>
                    <a:pt x="57402" y="6721"/>
                    <a:pt x="55117" y="4410"/>
                    <a:pt x="54905" y="1541"/>
                  </a:cubicBezTo>
                  <a:cubicBezTo>
                    <a:pt x="54878" y="1036"/>
                    <a:pt x="54825" y="532"/>
                    <a:pt x="5477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0"/>
            <p:cNvSpPr/>
            <p:nvPr/>
          </p:nvSpPr>
          <p:spPr>
            <a:xfrm>
              <a:off x="228600" y="-452200"/>
              <a:ext cx="746400" cy="1306200"/>
            </a:xfrm>
            <a:custGeom>
              <a:avLst/>
              <a:gdLst/>
              <a:ahLst/>
              <a:cxnLst/>
              <a:rect l="l" t="t" r="r" b="b"/>
              <a:pathLst>
                <a:path w="29856" h="52248" extrusionOk="0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" name="Google Shape;410;p31"/>
          <p:cNvGrpSpPr/>
          <p:nvPr/>
        </p:nvGrpSpPr>
        <p:grpSpPr>
          <a:xfrm rot="10800000" flipH="1">
            <a:off x="3837275" y="604287"/>
            <a:ext cx="5306726" cy="4524600"/>
            <a:chOff x="3837275" y="0"/>
            <a:chExt cx="5306726" cy="4524600"/>
          </a:xfrm>
        </p:grpSpPr>
        <p:pic>
          <p:nvPicPr>
            <p:cNvPr id="411" name="Google Shape;411;p31"/>
            <p:cNvPicPr preferRelativeResize="0"/>
            <p:nvPr/>
          </p:nvPicPr>
          <p:blipFill rotWithShape="1">
            <a:blip r:embed="rId2">
              <a:alphaModFix/>
            </a:blip>
            <a:srcRect l="5319" t="20045" r="76013" b="10783"/>
            <a:stretch/>
          </p:blipFill>
          <p:spPr>
            <a:xfrm>
              <a:off x="6810850" y="0"/>
              <a:ext cx="2333151" cy="452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p31"/>
            <p:cNvPicPr preferRelativeResize="0"/>
            <p:nvPr/>
          </p:nvPicPr>
          <p:blipFill rotWithShape="1">
            <a:blip r:embed="rId3">
              <a:alphaModFix/>
            </a:blip>
            <a:srcRect l="28196" t="61951" r="22619" b="-2402"/>
            <a:stretch/>
          </p:blipFill>
          <p:spPr>
            <a:xfrm>
              <a:off x="3837275" y="0"/>
              <a:ext cx="5306724" cy="2284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3" name="Google Shape;413;p31"/>
          <p:cNvGrpSpPr/>
          <p:nvPr/>
        </p:nvGrpSpPr>
        <p:grpSpPr>
          <a:xfrm rot="10800000" flipH="1">
            <a:off x="0" y="-55062"/>
            <a:ext cx="4438149" cy="4166224"/>
            <a:chOff x="0" y="1017726"/>
            <a:chExt cx="4438149" cy="4166224"/>
          </a:xfrm>
        </p:grpSpPr>
        <p:pic>
          <p:nvPicPr>
            <p:cNvPr id="414" name="Google Shape;414;p31"/>
            <p:cNvPicPr preferRelativeResize="0"/>
            <p:nvPr/>
          </p:nvPicPr>
          <p:blipFill rotWithShape="1">
            <a:blip r:embed="rId3">
              <a:alphaModFix/>
            </a:blip>
            <a:srcRect l="35374" t="5165" r="21354" b="51352"/>
            <a:stretch/>
          </p:blipFill>
          <p:spPr>
            <a:xfrm>
              <a:off x="0" y="2809500"/>
              <a:ext cx="4438149" cy="233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31"/>
            <p:cNvPicPr preferRelativeResize="0"/>
            <p:nvPr/>
          </p:nvPicPr>
          <p:blipFill rotWithShape="1">
            <a:blip r:embed="rId2">
              <a:alphaModFix/>
            </a:blip>
            <a:srcRect t="21590" r="76126" b="13747"/>
            <a:stretch/>
          </p:blipFill>
          <p:spPr>
            <a:xfrm rot="10800000">
              <a:off x="0" y="1017726"/>
              <a:ext cx="2939325" cy="41662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" name="Google Shape;416;p31"/>
          <p:cNvGrpSpPr/>
          <p:nvPr/>
        </p:nvGrpSpPr>
        <p:grpSpPr>
          <a:xfrm>
            <a:off x="-308375" y="-307500"/>
            <a:ext cx="9012400" cy="5212970"/>
            <a:chOff x="-308375" y="-307500"/>
            <a:chExt cx="9012400" cy="5212970"/>
          </a:xfrm>
        </p:grpSpPr>
        <p:grpSp>
          <p:nvGrpSpPr>
            <p:cNvPr id="417" name="Google Shape;417;p31"/>
            <p:cNvGrpSpPr/>
            <p:nvPr/>
          </p:nvGrpSpPr>
          <p:grpSpPr>
            <a:xfrm rot="10800000" flipH="1">
              <a:off x="437813" y="-307500"/>
              <a:ext cx="8266213" cy="1306200"/>
              <a:chOff x="437813" y="4130188"/>
              <a:chExt cx="8266213" cy="1306200"/>
            </a:xfrm>
          </p:grpSpPr>
          <p:sp>
            <p:nvSpPr>
              <p:cNvPr id="418" name="Google Shape;418;p31"/>
              <p:cNvSpPr/>
              <p:nvPr/>
            </p:nvSpPr>
            <p:spPr>
              <a:xfrm>
                <a:off x="7957625" y="4130188"/>
                <a:ext cx="746400" cy="1306200"/>
              </a:xfrm>
              <a:custGeom>
                <a:avLst/>
                <a:gdLst/>
                <a:ahLst/>
                <a:cxnLst/>
                <a:rect l="l" t="t" r="r" b="b"/>
                <a:pathLst>
                  <a:path w="29856" h="52248" extrusionOk="0">
                    <a:moveTo>
                      <a:pt x="20668" y="8089"/>
                    </a:moveTo>
                    <a:cubicBezTo>
                      <a:pt x="20666" y="8116"/>
                      <a:pt x="20665" y="8144"/>
                      <a:pt x="20664" y="8171"/>
                    </a:cubicBezTo>
                    <a:cubicBezTo>
                      <a:pt x="20665" y="8144"/>
                      <a:pt x="20667" y="8116"/>
                      <a:pt x="20668" y="8089"/>
                    </a:cubicBezTo>
                    <a:close/>
                    <a:moveTo>
                      <a:pt x="24585" y="4346"/>
                    </a:moveTo>
                    <a:cubicBezTo>
                      <a:pt x="26590" y="4346"/>
                      <a:pt x="27886" y="4872"/>
                      <a:pt x="28285" y="5736"/>
                    </a:cubicBezTo>
                    <a:cubicBezTo>
                      <a:pt x="28913" y="7071"/>
                      <a:pt x="27420" y="9193"/>
                      <a:pt x="24671" y="11235"/>
                    </a:cubicBezTo>
                    <a:lnTo>
                      <a:pt x="24435" y="11235"/>
                    </a:lnTo>
                    <a:cubicBezTo>
                      <a:pt x="24042" y="11235"/>
                      <a:pt x="23571" y="11235"/>
                      <a:pt x="23099" y="11314"/>
                    </a:cubicBezTo>
                    <a:cubicBezTo>
                      <a:pt x="19642" y="11707"/>
                      <a:pt x="16185" y="12649"/>
                      <a:pt x="12885" y="14142"/>
                    </a:cubicBezTo>
                    <a:cubicBezTo>
                      <a:pt x="10136" y="15242"/>
                      <a:pt x="7464" y="16735"/>
                      <a:pt x="5029" y="18542"/>
                    </a:cubicBezTo>
                    <a:cubicBezTo>
                      <a:pt x="3222" y="18542"/>
                      <a:pt x="1965" y="18071"/>
                      <a:pt x="1572" y="17206"/>
                    </a:cubicBezTo>
                    <a:cubicBezTo>
                      <a:pt x="550" y="14849"/>
                      <a:pt x="5814" y="10292"/>
                      <a:pt x="13043" y="7150"/>
                    </a:cubicBezTo>
                    <a:cubicBezTo>
                      <a:pt x="15085" y="6286"/>
                      <a:pt x="17128" y="5578"/>
                      <a:pt x="19249" y="5107"/>
                    </a:cubicBezTo>
                    <a:cubicBezTo>
                      <a:pt x="20170" y="5798"/>
                      <a:pt x="20716" y="6938"/>
                      <a:pt x="20668" y="8089"/>
                    </a:cubicBezTo>
                    <a:lnTo>
                      <a:pt x="20668" y="8089"/>
                    </a:lnTo>
                    <a:cubicBezTo>
                      <a:pt x="20775" y="6395"/>
                      <a:pt x="21790" y="4941"/>
                      <a:pt x="23413" y="4400"/>
                    </a:cubicBezTo>
                    <a:cubicBezTo>
                      <a:pt x="23827" y="4363"/>
                      <a:pt x="24218" y="4346"/>
                      <a:pt x="24585" y="4346"/>
                    </a:cubicBezTo>
                    <a:close/>
                    <a:moveTo>
                      <a:pt x="24121" y="11707"/>
                    </a:moveTo>
                    <a:cubicBezTo>
                      <a:pt x="21842" y="13278"/>
                      <a:pt x="19407" y="14692"/>
                      <a:pt x="16814" y="15792"/>
                    </a:cubicBezTo>
                    <a:cubicBezTo>
                      <a:pt x="13278" y="17364"/>
                      <a:pt x="9586" y="18306"/>
                      <a:pt x="5736" y="18542"/>
                    </a:cubicBezTo>
                    <a:cubicBezTo>
                      <a:pt x="8014" y="16971"/>
                      <a:pt x="10528" y="15556"/>
                      <a:pt x="13121" y="14457"/>
                    </a:cubicBezTo>
                    <a:cubicBezTo>
                      <a:pt x="16264" y="13042"/>
                      <a:pt x="19721" y="12100"/>
                      <a:pt x="23178" y="11707"/>
                    </a:cubicBezTo>
                    <a:close/>
                    <a:moveTo>
                      <a:pt x="24828" y="11707"/>
                    </a:moveTo>
                    <a:cubicBezTo>
                      <a:pt x="26713" y="11785"/>
                      <a:pt x="27970" y="12257"/>
                      <a:pt x="28285" y="13121"/>
                    </a:cubicBezTo>
                    <a:cubicBezTo>
                      <a:pt x="28835" y="14457"/>
                      <a:pt x="27420" y="16499"/>
                      <a:pt x="24671" y="18621"/>
                    </a:cubicBezTo>
                    <a:lnTo>
                      <a:pt x="24435" y="18621"/>
                    </a:lnTo>
                    <a:cubicBezTo>
                      <a:pt x="24042" y="18621"/>
                      <a:pt x="23571" y="18699"/>
                      <a:pt x="23099" y="18699"/>
                    </a:cubicBezTo>
                    <a:cubicBezTo>
                      <a:pt x="19564" y="19092"/>
                      <a:pt x="16185" y="20035"/>
                      <a:pt x="12885" y="21528"/>
                    </a:cubicBezTo>
                    <a:cubicBezTo>
                      <a:pt x="10136" y="22628"/>
                      <a:pt x="7464" y="24120"/>
                      <a:pt x="5029" y="25927"/>
                    </a:cubicBezTo>
                    <a:cubicBezTo>
                      <a:pt x="3222" y="25849"/>
                      <a:pt x="1965" y="25377"/>
                      <a:pt x="1572" y="24592"/>
                    </a:cubicBezTo>
                    <a:cubicBezTo>
                      <a:pt x="943" y="23256"/>
                      <a:pt x="2436" y="21135"/>
                      <a:pt x="5186" y="19092"/>
                    </a:cubicBezTo>
                    <a:cubicBezTo>
                      <a:pt x="8093" y="19092"/>
                      <a:pt x="12414" y="18149"/>
                      <a:pt x="16971" y="16185"/>
                    </a:cubicBezTo>
                    <a:cubicBezTo>
                      <a:pt x="19721" y="15007"/>
                      <a:pt x="22392" y="13514"/>
                      <a:pt x="24828" y="11707"/>
                    </a:cubicBezTo>
                    <a:close/>
                    <a:moveTo>
                      <a:pt x="24121" y="19092"/>
                    </a:moveTo>
                    <a:cubicBezTo>
                      <a:pt x="21842" y="20663"/>
                      <a:pt x="19407" y="22078"/>
                      <a:pt x="16814" y="23178"/>
                    </a:cubicBezTo>
                    <a:cubicBezTo>
                      <a:pt x="13278" y="24749"/>
                      <a:pt x="9586" y="25692"/>
                      <a:pt x="5736" y="25927"/>
                    </a:cubicBezTo>
                    <a:cubicBezTo>
                      <a:pt x="8014" y="24356"/>
                      <a:pt x="10528" y="22942"/>
                      <a:pt x="13121" y="21842"/>
                    </a:cubicBezTo>
                    <a:cubicBezTo>
                      <a:pt x="16264" y="20428"/>
                      <a:pt x="19721" y="19485"/>
                      <a:pt x="23178" y="19092"/>
                    </a:cubicBezTo>
                    <a:close/>
                    <a:moveTo>
                      <a:pt x="24042" y="26399"/>
                    </a:moveTo>
                    <a:lnTo>
                      <a:pt x="24042" y="26477"/>
                    </a:lnTo>
                    <a:cubicBezTo>
                      <a:pt x="21764" y="28049"/>
                      <a:pt x="19328" y="29384"/>
                      <a:pt x="16814" y="30484"/>
                    </a:cubicBezTo>
                    <a:cubicBezTo>
                      <a:pt x="13278" y="31977"/>
                      <a:pt x="9586" y="32998"/>
                      <a:pt x="5814" y="33234"/>
                    </a:cubicBezTo>
                    <a:cubicBezTo>
                      <a:pt x="8093" y="31663"/>
                      <a:pt x="10528" y="30249"/>
                      <a:pt x="13043" y="29227"/>
                    </a:cubicBezTo>
                    <a:cubicBezTo>
                      <a:pt x="16264" y="27734"/>
                      <a:pt x="19642" y="26870"/>
                      <a:pt x="23178" y="26477"/>
                    </a:cubicBezTo>
                    <a:cubicBezTo>
                      <a:pt x="23492" y="26399"/>
                      <a:pt x="23806" y="26399"/>
                      <a:pt x="24042" y="26399"/>
                    </a:cubicBezTo>
                    <a:close/>
                    <a:moveTo>
                      <a:pt x="24828" y="19092"/>
                    </a:moveTo>
                    <a:cubicBezTo>
                      <a:pt x="26713" y="19092"/>
                      <a:pt x="27970" y="19642"/>
                      <a:pt x="28285" y="20428"/>
                    </a:cubicBezTo>
                    <a:cubicBezTo>
                      <a:pt x="28835" y="21842"/>
                      <a:pt x="27420" y="23885"/>
                      <a:pt x="24592" y="26006"/>
                    </a:cubicBezTo>
                    <a:lnTo>
                      <a:pt x="24435" y="26006"/>
                    </a:lnTo>
                    <a:cubicBezTo>
                      <a:pt x="24042" y="26006"/>
                      <a:pt x="23571" y="26006"/>
                      <a:pt x="23099" y="26085"/>
                    </a:cubicBezTo>
                    <a:cubicBezTo>
                      <a:pt x="19564" y="26477"/>
                      <a:pt x="16185" y="27420"/>
                      <a:pt x="12885" y="28913"/>
                    </a:cubicBezTo>
                    <a:cubicBezTo>
                      <a:pt x="10136" y="30013"/>
                      <a:pt x="7464" y="31506"/>
                      <a:pt x="5029" y="33313"/>
                    </a:cubicBezTo>
                    <a:cubicBezTo>
                      <a:pt x="3222" y="33156"/>
                      <a:pt x="1965" y="32763"/>
                      <a:pt x="1572" y="31820"/>
                    </a:cubicBezTo>
                    <a:lnTo>
                      <a:pt x="1572" y="31899"/>
                    </a:lnTo>
                    <a:cubicBezTo>
                      <a:pt x="943" y="30563"/>
                      <a:pt x="2436" y="28520"/>
                      <a:pt x="5186" y="26399"/>
                    </a:cubicBezTo>
                    <a:cubicBezTo>
                      <a:pt x="5290" y="26402"/>
                      <a:pt x="5396" y="26403"/>
                      <a:pt x="5503" y="26403"/>
                    </a:cubicBezTo>
                    <a:cubicBezTo>
                      <a:pt x="8403" y="26403"/>
                      <a:pt x="12577" y="25386"/>
                      <a:pt x="16971" y="23492"/>
                    </a:cubicBezTo>
                    <a:cubicBezTo>
                      <a:pt x="19721" y="22392"/>
                      <a:pt x="22392" y="20899"/>
                      <a:pt x="24828" y="19092"/>
                    </a:cubicBezTo>
                    <a:close/>
                    <a:moveTo>
                      <a:pt x="24121" y="33784"/>
                    </a:moveTo>
                    <a:cubicBezTo>
                      <a:pt x="21842" y="35434"/>
                      <a:pt x="19328" y="36770"/>
                      <a:pt x="16735" y="37870"/>
                    </a:cubicBezTo>
                    <a:cubicBezTo>
                      <a:pt x="13314" y="39425"/>
                      <a:pt x="9662" y="40364"/>
                      <a:pt x="5855" y="40612"/>
                    </a:cubicBezTo>
                    <a:lnTo>
                      <a:pt x="5855" y="40612"/>
                    </a:lnTo>
                    <a:cubicBezTo>
                      <a:pt x="8099" y="38999"/>
                      <a:pt x="10495" y="37615"/>
                      <a:pt x="13043" y="36534"/>
                    </a:cubicBezTo>
                    <a:cubicBezTo>
                      <a:pt x="16264" y="35120"/>
                      <a:pt x="19642" y="34177"/>
                      <a:pt x="23099" y="33784"/>
                    </a:cubicBezTo>
                    <a:close/>
                    <a:moveTo>
                      <a:pt x="24828" y="26399"/>
                    </a:moveTo>
                    <a:cubicBezTo>
                      <a:pt x="26713" y="26399"/>
                      <a:pt x="27970" y="26949"/>
                      <a:pt x="28363" y="27813"/>
                    </a:cubicBezTo>
                    <a:cubicBezTo>
                      <a:pt x="28913" y="29149"/>
                      <a:pt x="27420" y="31191"/>
                      <a:pt x="24671" y="33313"/>
                    </a:cubicBezTo>
                    <a:lnTo>
                      <a:pt x="24671" y="33391"/>
                    </a:lnTo>
                    <a:lnTo>
                      <a:pt x="23099" y="33391"/>
                    </a:lnTo>
                    <a:cubicBezTo>
                      <a:pt x="19564" y="33784"/>
                      <a:pt x="16107" y="34727"/>
                      <a:pt x="12885" y="36141"/>
                    </a:cubicBezTo>
                    <a:cubicBezTo>
                      <a:pt x="10136" y="37320"/>
                      <a:pt x="7464" y="38812"/>
                      <a:pt x="5029" y="40620"/>
                    </a:cubicBezTo>
                    <a:cubicBezTo>
                      <a:pt x="3222" y="40541"/>
                      <a:pt x="1965" y="40148"/>
                      <a:pt x="1572" y="39205"/>
                    </a:cubicBezTo>
                    <a:cubicBezTo>
                      <a:pt x="1022" y="37870"/>
                      <a:pt x="2515" y="35748"/>
                      <a:pt x="5264" y="33706"/>
                    </a:cubicBezTo>
                    <a:cubicBezTo>
                      <a:pt x="8171" y="33706"/>
                      <a:pt x="12493" y="32763"/>
                      <a:pt x="16971" y="30799"/>
                    </a:cubicBezTo>
                    <a:cubicBezTo>
                      <a:pt x="19799" y="29699"/>
                      <a:pt x="22392" y="28206"/>
                      <a:pt x="24828" y="26399"/>
                    </a:cubicBezTo>
                    <a:close/>
                    <a:moveTo>
                      <a:pt x="24828" y="33784"/>
                    </a:moveTo>
                    <a:cubicBezTo>
                      <a:pt x="26792" y="33784"/>
                      <a:pt x="27970" y="34256"/>
                      <a:pt x="28285" y="35120"/>
                    </a:cubicBezTo>
                    <a:lnTo>
                      <a:pt x="28285" y="35198"/>
                    </a:lnTo>
                    <a:cubicBezTo>
                      <a:pt x="29306" y="37555"/>
                      <a:pt x="24042" y="42034"/>
                      <a:pt x="16814" y="45176"/>
                    </a:cubicBezTo>
                    <a:cubicBezTo>
                      <a:pt x="14457" y="46198"/>
                      <a:pt x="12021" y="46983"/>
                      <a:pt x="9507" y="47533"/>
                    </a:cubicBezTo>
                    <a:cubicBezTo>
                      <a:pt x="8407" y="46748"/>
                      <a:pt x="7700" y="45491"/>
                      <a:pt x="7700" y="44155"/>
                    </a:cubicBezTo>
                    <a:cubicBezTo>
                      <a:pt x="7700" y="45884"/>
                      <a:pt x="6600" y="47455"/>
                      <a:pt x="4950" y="48005"/>
                    </a:cubicBezTo>
                    <a:cubicBezTo>
                      <a:pt x="3222" y="47926"/>
                      <a:pt x="1965" y="47455"/>
                      <a:pt x="1572" y="46591"/>
                    </a:cubicBezTo>
                    <a:cubicBezTo>
                      <a:pt x="943" y="45255"/>
                      <a:pt x="2436" y="43212"/>
                      <a:pt x="5186" y="41091"/>
                    </a:cubicBezTo>
                    <a:cubicBezTo>
                      <a:pt x="5290" y="41094"/>
                      <a:pt x="5396" y="41095"/>
                      <a:pt x="5504" y="41095"/>
                    </a:cubicBezTo>
                    <a:cubicBezTo>
                      <a:pt x="8403" y="41095"/>
                      <a:pt x="12577" y="40081"/>
                      <a:pt x="16971" y="38262"/>
                    </a:cubicBezTo>
                    <a:cubicBezTo>
                      <a:pt x="19721" y="37084"/>
                      <a:pt x="22392" y="35591"/>
                      <a:pt x="24828" y="33784"/>
                    </a:cubicBezTo>
                    <a:close/>
                    <a:moveTo>
                      <a:pt x="20742" y="0"/>
                    </a:moveTo>
                    <a:cubicBezTo>
                      <a:pt x="20742" y="2279"/>
                      <a:pt x="18935" y="4086"/>
                      <a:pt x="16657" y="4086"/>
                    </a:cubicBezTo>
                    <a:cubicBezTo>
                      <a:pt x="17442" y="4086"/>
                      <a:pt x="18149" y="4243"/>
                      <a:pt x="18857" y="4714"/>
                    </a:cubicBezTo>
                    <a:cubicBezTo>
                      <a:pt x="16814" y="5186"/>
                      <a:pt x="14850" y="5893"/>
                      <a:pt x="12964" y="6678"/>
                    </a:cubicBezTo>
                    <a:cubicBezTo>
                      <a:pt x="5186" y="10057"/>
                      <a:pt x="0" y="14771"/>
                      <a:pt x="1257" y="17364"/>
                    </a:cubicBezTo>
                    <a:cubicBezTo>
                      <a:pt x="1650" y="18306"/>
                      <a:pt x="2829" y="18856"/>
                      <a:pt x="4557" y="19013"/>
                    </a:cubicBezTo>
                    <a:cubicBezTo>
                      <a:pt x="1886" y="21135"/>
                      <a:pt x="629" y="23178"/>
                      <a:pt x="1257" y="24670"/>
                    </a:cubicBezTo>
                    <a:cubicBezTo>
                      <a:pt x="1650" y="25613"/>
                      <a:pt x="2829" y="26163"/>
                      <a:pt x="4557" y="26320"/>
                    </a:cubicBezTo>
                    <a:cubicBezTo>
                      <a:pt x="1886" y="28442"/>
                      <a:pt x="629" y="30563"/>
                      <a:pt x="1257" y="31977"/>
                    </a:cubicBezTo>
                    <a:cubicBezTo>
                      <a:pt x="1650" y="32998"/>
                      <a:pt x="2829" y="33470"/>
                      <a:pt x="4557" y="33627"/>
                    </a:cubicBezTo>
                    <a:cubicBezTo>
                      <a:pt x="1965" y="35748"/>
                      <a:pt x="550" y="37870"/>
                      <a:pt x="1257" y="39362"/>
                    </a:cubicBezTo>
                    <a:cubicBezTo>
                      <a:pt x="1650" y="40384"/>
                      <a:pt x="2829" y="40855"/>
                      <a:pt x="4557" y="41012"/>
                    </a:cubicBezTo>
                    <a:cubicBezTo>
                      <a:pt x="1886" y="43134"/>
                      <a:pt x="629" y="45255"/>
                      <a:pt x="1257" y="46669"/>
                    </a:cubicBezTo>
                    <a:cubicBezTo>
                      <a:pt x="1650" y="47769"/>
                      <a:pt x="2986" y="48319"/>
                      <a:pt x="4950" y="48398"/>
                    </a:cubicBezTo>
                    <a:cubicBezTo>
                      <a:pt x="6600" y="48948"/>
                      <a:pt x="7779" y="50440"/>
                      <a:pt x="7779" y="52248"/>
                    </a:cubicBezTo>
                    <a:cubicBezTo>
                      <a:pt x="7779" y="49969"/>
                      <a:pt x="9586" y="48162"/>
                      <a:pt x="11864" y="48162"/>
                    </a:cubicBezTo>
                    <a:cubicBezTo>
                      <a:pt x="11236" y="48162"/>
                      <a:pt x="10686" y="48005"/>
                      <a:pt x="10136" y="47769"/>
                    </a:cubicBezTo>
                    <a:cubicBezTo>
                      <a:pt x="12493" y="47219"/>
                      <a:pt x="14771" y="46512"/>
                      <a:pt x="17050" y="45569"/>
                    </a:cubicBezTo>
                    <a:cubicBezTo>
                      <a:pt x="24671" y="42269"/>
                      <a:pt x="29856" y="37634"/>
                      <a:pt x="28756" y="34963"/>
                    </a:cubicBezTo>
                    <a:cubicBezTo>
                      <a:pt x="28285" y="34020"/>
                      <a:pt x="27185" y="33470"/>
                      <a:pt x="25378" y="33313"/>
                    </a:cubicBezTo>
                    <a:cubicBezTo>
                      <a:pt x="27970" y="31191"/>
                      <a:pt x="29306" y="29070"/>
                      <a:pt x="28756" y="27656"/>
                    </a:cubicBezTo>
                    <a:cubicBezTo>
                      <a:pt x="28285" y="26635"/>
                      <a:pt x="27106" y="26163"/>
                      <a:pt x="25378" y="26006"/>
                    </a:cubicBezTo>
                    <a:cubicBezTo>
                      <a:pt x="28049" y="23885"/>
                      <a:pt x="29385" y="21763"/>
                      <a:pt x="28756" y="20271"/>
                    </a:cubicBezTo>
                    <a:cubicBezTo>
                      <a:pt x="28285" y="19328"/>
                      <a:pt x="27185" y="18778"/>
                      <a:pt x="25378" y="18621"/>
                    </a:cubicBezTo>
                    <a:cubicBezTo>
                      <a:pt x="28049" y="16499"/>
                      <a:pt x="29306" y="14378"/>
                      <a:pt x="28756" y="12964"/>
                    </a:cubicBezTo>
                    <a:cubicBezTo>
                      <a:pt x="28285" y="11942"/>
                      <a:pt x="27185" y="11392"/>
                      <a:pt x="25378" y="11314"/>
                    </a:cubicBezTo>
                    <a:cubicBezTo>
                      <a:pt x="28049" y="9193"/>
                      <a:pt x="29306" y="7071"/>
                      <a:pt x="28756" y="5578"/>
                    </a:cubicBezTo>
                    <a:cubicBezTo>
                      <a:pt x="28285" y="4478"/>
                      <a:pt x="26792" y="3929"/>
                      <a:pt x="24513" y="3929"/>
                    </a:cubicBezTo>
                    <a:lnTo>
                      <a:pt x="23649" y="3929"/>
                    </a:lnTo>
                    <a:cubicBezTo>
                      <a:pt x="21921" y="3379"/>
                      <a:pt x="20742" y="1807"/>
                      <a:pt x="20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1"/>
              <p:cNvSpPr/>
              <p:nvPr/>
            </p:nvSpPr>
            <p:spPr>
              <a:xfrm>
                <a:off x="437813" y="4321563"/>
                <a:ext cx="550834" cy="564881"/>
              </a:xfrm>
              <a:custGeom>
                <a:avLst/>
                <a:gdLst/>
                <a:ahLst/>
                <a:cxnLst/>
                <a:rect l="l" t="t" r="r" b="b"/>
                <a:pathLst>
                  <a:path w="43135" h="44235" extrusionOk="0">
                    <a:moveTo>
                      <a:pt x="21057" y="1"/>
                    </a:moveTo>
                    <a:lnTo>
                      <a:pt x="21057" y="394"/>
                    </a:lnTo>
                    <a:cubicBezTo>
                      <a:pt x="20979" y="12179"/>
                      <a:pt x="11786" y="21921"/>
                      <a:pt x="1" y="22471"/>
                    </a:cubicBezTo>
                    <a:cubicBezTo>
                      <a:pt x="11629" y="23021"/>
                      <a:pt x="20821" y="32606"/>
                      <a:pt x="21057" y="44234"/>
                    </a:cubicBezTo>
                    <a:lnTo>
                      <a:pt x="21057" y="43841"/>
                    </a:lnTo>
                    <a:cubicBezTo>
                      <a:pt x="20979" y="31663"/>
                      <a:pt x="30957" y="21764"/>
                      <a:pt x="43135" y="21764"/>
                    </a:cubicBezTo>
                    <a:cubicBezTo>
                      <a:pt x="31114" y="21685"/>
                      <a:pt x="21214" y="12022"/>
                      <a:pt x="21057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0" name="Google Shape;420;p31"/>
            <p:cNvSpPr/>
            <p:nvPr/>
          </p:nvSpPr>
          <p:spPr>
            <a:xfrm>
              <a:off x="-308375" y="3886925"/>
              <a:ext cx="1021601" cy="1018545"/>
            </a:xfrm>
            <a:custGeom>
              <a:avLst/>
              <a:gdLst/>
              <a:ahLst/>
              <a:cxnLst/>
              <a:rect l="l" t="t" r="r" b="b"/>
              <a:pathLst>
                <a:path w="52484" h="52327" extrusionOk="0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31"/>
          <p:cNvGrpSpPr/>
          <p:nvPr/>
        </p:nvGrpSpPr>
        <p:grpSpPr>
          <a:xfrm rot="7200089">
            <a:off x="7619188" y="3767509"/>
            <a:ext cx="1257916" cy="1342596"/>
            <a:chOff x="-408900" y="504142"/>
            <a:chExt cx="1167600" cy="1246200"/>
          </a:xfrm>
        </p:grpSpPr>
        <p:cxnSp>
          <p:nvCxnSpPr>
            <p:cNvPr id="422" name="Google Shape;422;p31"/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3" name="Google Shape;423;p31"/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4" name="Google Shape;424;p31"/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●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○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■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●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○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■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●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Char char="○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ctor"/>
              <a:buChar char="■"/>
              <a:defRPr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4" r:id="rId5"/>
    <p:sldLayoutId id="2147483669" r:id="rId6"/>
    <p:sldLayoutId id="2147483676" r:id="rId7"/>
    <p:sldLayoutId id="214748367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tomascabfer4@gmail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deuser.es/" TargetMode="External"/><Relationship Id="rId5" Type="http://schemas.openxmlformats.org/officeDocument/2006/relationships/hyperlink" Target="http://www.genial.ly/" TargetMode="External"/><Relationship Id="rId4" Type="http://schemas.openxmlformats.org/officeDocument/2006/relationships/hyperlink" Target="http://www.lucasroja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"/>
          <p:cNvSpPr txBox="1">
            <a:spLocks noGrp="1"/>
          </p:cNvSpPr>
          <p:nvPr>
            <p:ph type="ctrTitle"/>
          </p:nvPr>
        </p:nvSpPr>
        <p:spPr>
          <a:xfrm>
            <a:off x="828750" y="1017725"/>
            <a:ext cx="7486500" cy="201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Unbounded SemiBold"/>
                <a:ea typeface="Unbounded SemiBold"/>
                <a:cs typeface="Unbounded SemiBold"/>
                <a:sym typeface="Unbounded SemiBold"/>
              </a:rPr>
              <a:t>Análisis </a:t>
            </a:r>
            <a:r>
              <a:rPr lang="en" dirty="0">
                <a:latin typeface="Unbounded Light"/>
                <a:ea typeface="Unbounded Light"/>
                <a:cs typeface="Unbounded Light"/>
                <a:sym typeface="Unbounded Light"/>
              </a:rPr>
              <a:t>del Tejido Empresarial </a:t>
            </a:r>
            <a:r>
              <a:rPr lang="en" dirty="0">
                <a:latin typeface="Unbounded SemiBold" panose="020B0604020202020204" charset="0"/>
                <a:ea typeface="Unbounded Light"/>
                <a:cs typeface="Unbounded Light"/>
                <a:sym typeface="Unbounded Light"/>
              </a:rPr>
              <a:t>TIC</a:t>
            </a:r>
            <a:endParaRPr dirty="0">
              <a:latin typeface="Unbounded SemiBold" panose="020B0604020202020204" charset="0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436" name="Google Shape;436;p35"/>
          <p:cNvSpPr txBox="1">
            <a:spLocks noGrp="1"/>
          </p:cNvSpPr>
          <p:nvPr>
            <p:ph type="subTitle" idx="1"/>
          </p:nvPr>
        </p:nvSpPr>
        <p:spPr>
          <a:xfrm>
            <a:off x="2307600" y="318942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Entorno de Córdoba Y Alrededores</a:t>
            </a:r>
            <a:endParaRPr dirty="0"/>
          </a:p>
        </p:txBody>
      </p:sp>
      <p:sp>
        <p:nvSpPr>
          <p:cNvPr id="437" name="Google Shape;437;p35"/>
          <p:cNvSpPr/>
          <p:nvPr/>
        </p:nvSpPr>
        <p:spPr>
          <a:xfrm>
            <a:off x="3799350" y="3919025"/>
            <a:ext cx="1545300" cy="350650"/>
          </a:xfrm>
          <a:custGeom>
            <a:avLst/>
            <a:gdLst/>
            <a:ahLst/>
            <a:cxnLst/>
            <a:rect l="l" t="t" r="r" b="b"/>
            <a:pathLst>
              <a:path w="61812" h="14026" extrusionOk="0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5"/>
          <p:cNvSpPr/>
          <p:nvPr/>
        </p:nvSpPr>
        <p:spPr>
          <a:xfrm>
            <a:off x="806025" y="672850"/>
            <a:ext cx="550834" cy="564881"/>
          </a:xfrm>
          <a:custGeom>
            <a:avLst/>
            <a:gdLst/>
            <a:ahLst/>
            <a:cxnLst/>
            <a:rect l="l" t="t" r="r" b="b"/>
            <a:pathLst>
              <a:path w="43135" h="44235" extrusionOk="0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9" name="Google Shape;439;p35"/>
          <p:cNvGrpSpPr/>
          <p:nvPr/>
        </p:nvGrpSpPr>
        <p:grpSpPr>
          <a:xfrm rot="7200089">
            <a:off x="7286063" y="3423059"/>
            <a:ext cx="1257916" cy="1342596"/>
            <a:chOff x="-408900" y="504142"/>
            <a:chExt cx="1167600" cy="1246200"/>
          </a:xfrm>
        </p:grpSpPr>
        <p:cxnSp>
          <p:nvCxnSpPr>
            <p:cNvPr id="440" name="Google Shape;440;p35"/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1" name="Google Shape;441;p35"/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2" name="Google Shape;442;p35"/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436;p35">
            <a:extLst>
              <a:ext uri="{FF2B5EF4-FFF2-40B4-BE49-F238E27FC236}">
                <a16:creationId xmlns:a16="http://schemas.microsoft.com/office/drawing/2014/main" id="{3003C1DC-14D5-C514-D378-96A9E3BC1E62}"/>
              </a:ext>
            </a:extLst>
          </p:cNvPr>
          <p:cNvSpPr txBox="1">
            <a:spLocks/>
          </p:cNvSpPr>
          <p:nvPr/>
        </p:nvSpPr>
        <p:spPr>
          <a:xfrm>
            <a:off x="6685767" y="4677491"/>
            <a:ext cx="2458233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ctor"/>
              <a:buNone/>
              <a:defRPr sz="1600" b="0" i="0" u="none" strike="noStrike" cap="non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lt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indent="0"/>
            <a:r>
              <a:rPr lang="es-ES" dirty="0"/>
              <a:t>Tomás Cabello Fernández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Selección de Empresas</a:t>
            </a:r>
            <a:endParaRPr dirty="0"/>
          </a:p>
        </p:txBody>
      </p:sp>
      <p:graphicFrame>
        <p:nvGraphicFramePr>
          <p:cNvPr id="996" name="Google Shape;996;p68"/>
          <p:cNvGraphicFramePr/>
          <p:nvPr>
            <p:extLst>
              <p:ext uri="{D42A27DB-BD31-4B8C-83A1-F6EECF244321}">
                <p14:modId xmlns:p14="http://schemas.microsoft.com/office/powerpoint/2010/main" val="4174842761"/>
              </p:ext>
            </p:extLst>
          </p:nvPr>
        </p:nvGraphicFramePr>
        <p:xfrm>
          <a:off x="523412" y="1197173"/>
          <a:ext cx="7952627" cy="3524601"/>
        </p:xfrm>
        <a:graphic>
          <a:graphicData uri="http://schemas.openxmlformats.org/drawingml/2006/table">
            <a:tbl>
              <a:tblPr>
                <a:noFill/>
                <a:tableStyleId>{9C86A41C-6602-49C4-BA83-31BE5BF7D53E}</a:tableStyleId>
              </a:tblPr>
              <a:tblGrid>
                <a:gridCol w="2194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6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8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2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4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lt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Ubicación</a:t>
                      </a:r>
                      <a:endParaRPr sz="2000" dirty="0">
                        <a:solidFill>
                          <a:schemeClr val="lt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chemeClr val="lt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Tipo</a:t>
                      </a:r>
                      <a:endParaRPr sz="2000" dirty="0">
                        <a:solidFill>
                          <a:schemeClr val="lt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chemeClr val="lt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Actividad Principal</a:t>
                      </a:r>
                      <a:endParaRPr sz="2000" b="1" dirty="0">
                        <a:solidFill>
                          <a:schemeClr val="lt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 Deuser</a:t>
                      </a:r>
                      <a:endParaRPr sz="1600" b="1" dirty="0">
                        <a:solidFill>
                          <a:schemeClr val="lt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Córdoba</a:t>
                      </a:r>
                      <a:endParaRPr sz="1600"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Empresa Grande</a:t>
                      </a:r>
                      <a:endParaRPr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Consultoría / </a:t>
                      </a:r>
                      <a:r>
                        <a:rPr lang="es-ES" sz="1600" dirty="0" err="1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Ind</a:t>
                      </a: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. 4.0</a:t>
                      </a:r>
                      <a:endParaRPr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Genially</a:t>
                      </a:r>
                      <a:endParaRPr sz="1600" b="1" dirty="0">
                        <a:solidFill>
                          <a:schemeClr val="lt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Córdoba</a:t>
                      </a:r>
                      <a:endParaRPr sz="1600"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Scale</a:t>
                      </a: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-Up (Global)</a:t>
                      </a:r>
                      <a:endParaRPr sz="1600"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Producto Software (SaaS)</a:t>
                      </a:r>
                      <a:endParaRPr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err="1">
                          <a:solidFill>
                            <a:schemeClr val="lt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Eprinsa</a:t>
                      </a:r>
                      <a:endParaRPr sz="1600" b="1" dirty="0">
                        <a:solidFill>
                          <a:schemeClr val="lt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Córdoba</a:t>
                      </a:r>
                      <a:endParaRPr sz="1600"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Pública</a:t>
                      </a:r>
                      <a:endParaRPr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Admin</a:t>
                      </a: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. Electrónica</a:t>
                      </a:r>
                      <a:endParaRPr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4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lt1"/>
                          </a:solidFill>
                          <a:latin typeface="Unbounded"/>
                          <a:ea typeface="Unbounded"/>
                          <a:cs typeface="Unbounded"/>
                          <a:sym typeface="Unbounded"/>
                        </a:rPr>
                        <a:t>Keiter</a:t>
                      </a:r>
                      <a:endParaRPr sz="1600" b="1" dirty="0">
                        <a:solidFill>
                          <a:schemeClr val="lt1"/>
                        </a:solidFill>
                        <a:latin typeface="Unbounded"/>
                        <a:ea typeface="Unbounded"/>
                        <a:cs typeface="Unbounded"/>
                        <a:sym typeface="Unbound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Lucena</a:t>
                      </a:r>
                      <a:endParaRPr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Pyme</a:t>
                      </a:r>
                      <a:endParaRPr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Marketing &amp; Web</a:t>
                      </a:r>
                      <a:endParaRPr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47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 err="1">
                          <a:solidFill>
                            <a:schemeClr val="lt1"/>
                          </a:solidFill>
                          <a:latin typeface="Unbounded" panose="020B0604020202020204" charset="0"/>
                          <a:ea typeface="Actor"/>
                          <a:cs typeface="Actor"/>
                          <a:sym typeface="Actor"/>
                        </a:rPr>
                        <a:t>LucasRojas</a:t>
                      </a:r>
                      <a:endParaRPr sz="1600" b="1" dirty="0">
                        <a:solidFill>
                          <a:schemeClr val="lt1"/>
                        </a:solidFill>
                        <a:latin typeface="Unbounded" panose="020B0604020202020204" charset="0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Montilla</a:t>
                      </a:r>
                      <a:endParaRPr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Pyme (Industrial)</a:t>
                      </a:r>
                      <a:endParaRPr sz="1600"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Ecommerce</a:t>
                      </a: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 / </a:t>
                      </a:r>
                      <a:r>
                        <a:rPr lang="es-ES" sz="1600" dirty="0" err="1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Transf</a:t>
                      </a:r>
                      <a:r>
                        <a:rPr lang="es-ES" sz="1600" dirty="0">
                          <a:solidFill>
                            <a:schemeClr val="lt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. Digital</a:t>
                      </a:r>
                      <a:endParaRPr sz="1600" dirty="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112437"/>
                  </a:ext>
                </a:extLst>
              </a:tr>
            </a:tbl>
          </a:graphicData>
        </a:graphic>
      </p:graphicFrame>
      <p:grpSp>
        <p:nvGrpSpPr>
          <p:cNvPr id="997" name="Google Shape;997;p68"/>
          <p:cNvGrpSpPr/>
          <p:nvPr/>
        </p:nvGrpSpPr>
        <p:grpSpPr>
          <a:xfrm rot="-3599911">
            <a:off x="155523" y="-79752"/>
            <a:ext cx="1257916" cy="1342596"/>
            <a:chOff x="-408900" y="504142"/>
            <a:chExt cx="1167600" cy="1246200"/>
          </a:xfrm>
        </p:grpSpPr>
        <p:cxnSp>
          <p:nvCxnSpPr>
            <p:cNvPr id="998" name="Google Shape;998;p68"/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9" name="Google Shape;999;p68"/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0" name="Google Shape;1000;p68"/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A045BE1-18A4-4D25-A8AB-662D01A6B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2107116"/>
            <a:ext cx="304800" cy="304800"/>
          </a:xfrm>
          <a:prstGeom prst="rect">
            <a:avLst/>
          </a:prstGeom>
        </p:spPr>
      </p:pic>
      <p:pic>
        <p:nvPicPr>
          <p:cNvPr id="5" name="Imagen 4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ED2EE21B-0F5E-4D6E-E99E-802CB4288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25" y="2620732"/>
            <a:ext cx="363949" cy="362501"/>
          </a:xfrm>
          <a:prstGeom prst="rect">
            <a:avLst/>
          </a:prstGeom>
        </p:spPr>
      </p:pic>
      <p:sp>
        <p:nvSpPr>
          <p:cNvPr id="8" name="AutoShape 2" descr="Imagen de ">
            <a:extLst>
              <a:ext uri="{FF2B5EF4-FFF2-40B4-BE49-F238E27FC236}">
                <a16:creationId xmlns:a16="http://schemas.microsoft.com/office/drawing/2014/main" id="{C7BB4778-48EC-50CD-A9A2-9738D42C66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0996F1FD-20BE-4AD2-2801-163C9E261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25" y="3227609"/>
            <a:ext cx="304475" cy="304475"/>
          </a:xfrm>
          <a:prstGeom prst="rect">
            <a:avLst/>
          </a:prstGeom>
        </p:spPr>
      </p:pic>
      <p:pic>
        <p:nvPicPr>
          <p:cNvPr id="16" name="Imagen 15" descr="Icono&#10;&#10;El contenido generado por IA puede ser incorrecto.">
            <a:extLst>
              <a:ext uri="{FF2B5EF4-FFF2-40B4-BE49-F238E27FC236}">
                <a16:creationId xmlns:a16="http://schemas.microsoft.com/office/drawing/2014/main" id="{7817ABB0-479B-24BC-EDB4-92C84D1791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325" y="3670216"/>
            <a:ext cx="304475" cy="304475"/>
          </a:xfrm>
          <a:prstGeom prst="rect">
            <a:avLst/>
          </a:prstGeom>
        </p:spPr>
      </p:pic>
      <p:pic>
        <p:nvPicPr>
          <p:cNvPr id="22" name="Imagen 21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23B15A2-27F6-1421-12C7-55B12129BF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775" y="4234096"/>
            <a:ext cx="305025" cy="305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" name="Google Shape;688;p54"/>
          <p:cNvGrpSpPr>
            <a:grpSpLocks/>
          </p:cNvGrpSpPr>
          <p:nvPr/>
        </p:nvGrpSpPr>
        <p:grpSpPr>
          <a:xfrm>
            <a:off x="5313497" y="1426874"/>
            <a:ext cx="3381750" cy="2230328"/>
            <a:chOff x="331763" y="414153"/>
            <a:chExt cx="6903246" cy="5019697"/>
          </a:xfrm>
        </p:grpSpPr>
        <p:sp>
          <p:nvSpPr>
            <p:cNvPr id="689" name="Google Shape;689;p54"/>
            <p:cNvSpPr>
              <a:spLocks/>
            </p:cNvSpPr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54"/>
            <p:cNvSpPr>
              <a:spLocks/>
            </p:cNvSpPr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54"/>
            <p:cNvSpPr>
              <a:spLocks/>
            </p:cNvSpPr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54"/>
            <p:cNvSpPr>
              <a:spLocks/>
            </p:cNvSpPr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94" name="Google Shape;694;p54"/>
          <p:cNvSpPr txBox="1">
            <a:spLocks noGrp="1"/>
          </p:cNvSpPr>
          <p:nvPr>
            <p:ph type="title"/>
          </p:nvPr>
        </p:nvSpPr>
        <p:spPr>
          <a:xfrm>
            <a:off x="875973" y="385274"/>
            <a:ext cx="3381750" cy="10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Servicios Y Productos</a:t>
            </a:r>
            <a:endParaRPr dirty="0"/>
          </a:p>
        </p:txBody>
      </p:sp>
      <p:sp>
        <p:nvSpPr>
          <p:cNvPr id="695" name="Google Shape;695;p54"/>
          <p:cNvSpPr txBox="1">
            <a:spLocks noGrp="1"/>
          </p:cNvSpPr>
          <p:nvPr>
            <p:ph type="subTitle" idx="1"/>
          </p:nvPr>
        </p:nvSpPr>
        <p:spPr>
          <a:xfrm>
            <a:off x="875973" y="1259234"/>
            <a:ext cx="4177205" cy="3616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CD62F8"/>
                </a:solidFill>
              </a:rPr>
              <a:t>COMERCIO ELECTRÓNICO</a:t>
            </a:r>
          </a:p>
          <a:p>
            <a:pPr marL="0" indent="0"/>
            <a:r>
              <a:rPr lang="es-ES" b="1" dirty="0">
                <a:solidFill>
                  <a:srgbClr val="CD62F8"/>
                </a:solidFill>
              </a:rPr>
              <a:t>Lucas Rojas</a:t>
            </a:r>
            <a:r>
              <a:rPr lang="es-ES" dirty="0">
                <a:solidFill>
                  <a:srgbClr val="CD62F8"/>
                </a:solidFill>
              </a:rPr>
              <a:t>: </a:t>
            </a:r>
            <a:r>
              <a:rPr lang="es-ES" dirty="0"/>
              <a:t>Plataforma de venta online y gestión logística digitalizada.</a:t>
            </a:r>
          </a:p>
          <a:p>
            <a:pPr marL="0" indent="0"/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CD62F8"/>
                </a:solidFill>
              </a:rPr>
              <a:t>PRODUCTO SOFTWARE (SAAS)</a:t>
            </a:r>
          </a:p>
          <a:p>
            <a:pPr marL="0" indent="0"/>
            <a:r>
              <a:rPr lang="es-ES" b="1" dirty="0" err="1">
                <a:solidFill>
                  <a:srgbClr val="CD62F8"/>
                </a:solidFill>
              </a:rPr>
              <a:t>Genially</a:t>
            </a:r>
            <a:r>
              <a:rPr lang="es-ES" dirty="0">
                <a:solidFill>
                  <a:srgbClr val="CD62F8"/>
                </a:solidFill>
              </a:rPr>
              <a:t>: </a:t>
            </a:r>
            <a:r>
              <a:rPr lang="es-ES" dirty="0"/>
              <a:t>Herramienta propia para creación de contenidos interactivos.</a:t>
            </a:r>
          </a:p>
          <a:p>
            <a:pPr marL="0" indent="0"/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CD62F8"/>
                </a:solidFill>
              </a:rPr>
              <a:t>CONSULTORÍA E INDUSTRIA 4.0</a:t>
            </a:r>
          </a:p>
          <a:p>
            <a:pPr marL="0" indent="0"/>
            <a:r>
              <a:rPr lang="es-ES" b="1" dirty="0" err="1">
                <a:solidFill>
                  <a:srgbClr val="CD62F8"/>
                </a:solidFill>
              </a:rPr>
              <a:t>Deuser</a:t>
            </a:r>
            <a:r>
              <a:rPr lang="es-ES" b="1" dirty="0">
                <a:solidFill>
                  <a:srgbClr val="CD62F8"/>
                </a:solidFill>
              </a:rPr>
              <a:t>: </a:t>
            </a:r>
            <a:r>
              <a:rPr lang="es-ES" dirty="0"/>
              <a:t>Automatización industrial y desarrollo de software para terceros</a:t>
            </a:r>
            <a:r>
              <a:rPr lang="es-ES" sz="1600" dirty="0"/>
              <a:t>.</a:t>
            </a:r>
          </a:p>
          <a:p>
            <a:pPr marL="0" indent="0"/>
            <a:endParaRPr lang="es-ES" sz="1600" dirty="0">
              <a:solidFill>
                <a:srgbClr val="CD62F8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rgbClr val="CD62F8"/>
                </a:solidFill>
              </a:rPr>
              <a:t>SERVICIOS WEB Y SECTOR PÚBLICO</a:t>
            </a:r>
          </a:p>
          <a:p>
            <a:pPr marL="0" indent="0"/>
            <a:r>
              <a:rPr lang="es-ES" b="1" dirty="0" err="1">
                <a:solidFill>
                  <a:srgbClr val="CD62F8"/>
                </a:solidFill>
              </a:rPr>
              <a:t>Keiter</a:t>
            </a:r>
            <a:r>
              <a:rPr lang="es-ES" b="1" dirty="0">
                <a:solidFill>
                  <a:srgbClr val="CD62F8"/>
                </a:solidFill>
              </a:rPr>
              <a:t> / </a:t>
            </a:r>
            <a:r>
              <a:rPr lang="es-ES" b="1" dirty="0" err="1">
                <a:solidFill>
                  <a:srgbClr val="CD62F8"/>
                </a:solidFill>
              </a:rPr>
              <a:t>Eprinsa</a:t>
            </a:r>
            <a:r>
              <a:rPr lang="es-ES" b="1" dirty="0">
                <a:solidFill>
                  <a:srgbClr val="CD62F8"/>
                </a:solidFill>
              </a:rPr>
              <a:t>: </a:t>
            </a:r>
            <a:r>
              <a:rPr lang="es-ES" dirty="0"/>
              <a:t>Desde marketing digital para Pymes hasta gestión tributaria electrónica.</a:t>
            </a:r>
          </a:p>
          <a:p>
            <a:pPr marL="0" indent="0"/>
            <a:endParaRPr lang="es-ES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6F41EA-0F18-5953-3976-A5B5E5CD3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056" y="1658763"/>
            <a:ext cx="3001921" cy="1470709"/>
          </a:xfrm>
          <a:prstGeom prst="rect">
            <a:avLst/>
          </a:prstGeom>
          <a:ln w="57150">
            <a:solidFill>
              <a:schemeClr val="bg2">
                <a:lumMod val="75000"/>
              </a:schemeClr>
            </a:solidFill>
          </a:ln>
        </p:spPr>
      </p:pic>
      <p:sp>
        <p:nvSpPr>
          <p:cNvPr id="4" name="Google Shape;694;p54">
            <a:extLst>
              <a:ext uri="{FF2B5EF4-FFF2-40B4-BE49-F238E27FC236}">
                <a16:creationId xmlns:a16="http://schemas.microsoft.com/office/drawing/2014/main" id="{6C56FC1C-6A6A-DEF1-1A7A-A9FAF689357C}"/>
              </a:ext>
            </a:extLst>
          </p:cNvPr>
          <p:cNvSpPr txBox="1">
            <a:spLocks/>
          </p:cNvSpPr>
          <p:nvPr/>
        </p:nvSpPr>
        <p:spPr>
          <a:xfrm>
            <a:off x="5313497" y="3657202"/>
            <a:ext cx="3381750" cy="754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pPr algn="ctr"/>
            <a:r>
              <a:rPr lang="es-ES" sz="1600" dirty="0"/>
              <a:t>Ejemplo de E-Commerce (Lucas Rojas)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"/>
          <p:cNvSpPr txBox="1">
            <a:spLocks noGrp="1"/>
          </p:cNvSpPr>
          <p:nvPr>
            <p:ph type="title"/>
          </p:nvPr>
        </p:nvSpPr>
        <p:spPr>
          <a:xfrm>
            <a:off x="271431" y="416299"/>
            <a:ext cx="86011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/>
              <a:t>Tecnologías Y Perfiles Demandados</a:t>
            </a:r>
            <a:endParaRPr sz="2800" dirty="0"/>
          </a:p>
        </p:txBody>
      </p:sp>
      <p:sp>
        <p:nvSpPr>
          <p:cNvPr id="538" name="Google Shape;538;p43"/>
          <p:cNvSpPr txBox="1">
            <a:spLocks noGrp="1"/>
          </p:cNvSpPr>
          <p:nvPr>
            <p:ph type="subTitle" idx="1"/>
          </p:nvPr>
        </p:nvSpPr>
        <p:spPr>
          <a:xfrm>
            <a:off x="619856" y="2697779"/>
            <a:ext cx="2469939" cy="1800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Es la demanda principal en Córdoba (Deuser, Genially, Keiter) 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/>
            </a:br>
            <a:r>
              <a:rPr lang="en" b="1" dirty="0"/>
              <a:t>Tecnologías Clave:</a:t>
            </a:r>
            <a:br>
              <a:rPr lang="en" dirty="0"/>
            </a:br>
            <a:r>
              <a:rPr lang="en" dirty="0"/>
              <a:t>C# (.NET),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JavaScript (React / Angular) Y PHP (Para Comercio Local).</a:t>
            </a:r>
            <a:endParaRPr dirty="0"/>
          </a:p>
        </p:txBody>
      </p:sp>
      <p:sp>
        <p:nvSpPr>
          <p:cNvPr id="539" name="Google Shape;539;p43"/>
          <p:cNvSpPr txBox="1">
            <a:spLocks noGrp="1"/>
          </p:cNvSpPr>
          <p:nvPr>
            <p:ph type="subTitle" idx="2"/>
          </p:nvPr>
        </p:nvSpPr>
        <p:spPr>
          <a:xfrm>
            <a:off x="3299460" y="2776982"/>
            <a:ext cx="2545080" cy="16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Necesario en empresa pública (Eprinsa) como privada (Deuser).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Tecnologías Clave: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AWS / Azure, Ciberseguridad y Administración de Sistemas Linux.</a:t>
            </a:r>
            <a:endParaRPr dirty="0"/>
          </a:p>
        </p:txBody>
      </p:sp>
      <p:sp>
        <p:nvSpPr>
          <p:cNvPr id="540" name="Google Shape;540;p43"/>
          <p:cNvSpPr txBox="1">
            <a:spLocks noGrp="1"/>
          </p:cNvSpPr>
          <p:nvPr>
            <p:ph type="subTitle" idx="3"/>
          </p:nvPr>
        </p:nvSpPr>
        <p:spPr>
          <a:xfrm>
            <a:off x="6154393" y="2776969"/>
            <a:ext cx="2269500" cy="16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El auge del “Producto Propio” (Genially) exige perfiles mixtos.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Perfiles Clave:</a:t>
            </a:r>
            <a:br>
              <a:rPr lang="en" dirty="0"/>
            </a:br>
            <a:r>
              <a:rPr lang="en" dirty="0"/>
              <a:t>Diseñadores UX / UI, Product Owners y Expertos en Marketing Digital.</a:t>
            </a:r>
            <a:endParaRPr dirty="0"/>
          </a:p>
        </p:txBody>
      </p:sp>
      <p:sp>
        <p:nvSpPr>
          <p:cNvPr id="541" name="Google Shape;541;p43"/>
          <p:cNvSpPr txBox="1">
            <a:spLocks noGrp="1"/>
          </p:cNvSpPr>
          <p:nvPr>
            <p:ph type="subTitle" idx="4"/>
          </p:nvPr>
        </p:nvSpPr>
        <p:spPr>
          <a:xfrm>
            <a:off x="495086" y="2018350"/>
            <a:ext cx="2719543" cy="79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Desarrollo Web (Full-</a:t>
            </a:r>
            <a:r>
              <a:rPr lang="es-ES" dirty="0" err="1"/>
              <a:t>Stack</a:t>
            </a:r>
            <a:r>
              <a:rPr lang="es-ES" dirty="0"/>
              <a:t>)</a:t>
            </a:r>
            <a:endParaRPr dirty="0"/>
          </a:p>
        </p:txBody>
      </p:sp>
      <p:sp>
        <p:nvSpPr>
          <p:cNvPr id="542" name="Google Shape;542;p43"/>
          <p:cNvSpPr txBox="1">
            <a:spLocks noGrp="1"/>
          </p:cNvSpPr>
          <p:nvPr>
            <p:ph type="subTitle" idx="5"/>
          </p:nvPr>
        </p:nvSpPr>
        <p:spPr>
          <a:xfrm>
            <a:off x="3437234" y="2020642"/>
            <a:ext cx="2269500" cy="7563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Cloud y Sistemas</a:t>
            </a:r>
            <a:endParaRPr dirty="0"/>
          </a:p>
        </p:txBody>
      </p:sp>
      <p:sp>
        <p:nvSpPr>
          <p:cNvPr id="543" name="Google Shape;543;p43"/>
          <p:cNvSpPr txBox="1">
            <a:spLocks noGrp="1"/>
          </p:cNvSpPr>
          <p:nvPr>
            <p:ph type="subTitle" idx="6"/>
          </p:nvPr>
        </p:nvSpPr>
        <p:spPr>
          <a:xfrm>
            <a:off x="6333417" y="2015394"/>
            <a:ext cx="1899770" cy="7615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Diseño y Negocio</a:t>
            </a:r>
            <a:endParaRPr dirty="0"/>
          </a:p>
        </p:txBody>
      </p:sp>
      <p:sp>
        <p:nvSpPr>
          <p:cNvPr id="544" name="Google Shape;544;p43"/>
          <p:cNvSpPr/>
          <p:nvPr/>
        </p:nvSpPr>
        <p:spPr>
          <a:xfrm>
            <a:off x="1455677" y="1154712"/>
            <a:ext cx="798300" cy="7983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43"/>
          <p:cNvSpPr/>
          <p:nvPr/>
        </p:nvSpPr>
        <p:spPr>
          <a:xfrm>
            <a:off x="4172864" y="1154712"/>
            <a:ext cx="798300" cy="7983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43"/>
          <p:cNvSpPr/>
          <p:nvPr/>
        </p:nvSpPr>
        <p:spPr>
          <a:xfrm>
            <a:off x="6890002" y="1154712"/>
            <a:ext cx="798300" cy="7983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11987B2D-98A3-6D21-D371-18D53FABF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040" y="1171075"/>
            <a:ext cx="765573" cy="765573"/>
          </a:xfrm>
          <a:prstGeom prst="rect">
            <a:avLst/>
          </a:prstGeom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BE317570-7A9C-C816-25C7-FD6FD08BA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138" y="988999"/>
            <a:ext cx="1129723" cy="1129723"/>
          </a:xfrm>
          <a:prstGeom prst="rect">
            <a:avLst/>
          </a:prstGeom>
        </p:spPr>
      </p:pic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F6C9BEBA-2B18-271C-9F45-78766E082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088" y="1308796"/>
            <a:ext cx="490128" cy="4901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 </a:t>
            </a:r>
            <a:r>
              <a:rPr lang="en" b="0" dirty="0"/>
              <a:t>Y Oportunidades</a:t>
            </a:r>
            <a:endParaRPr b="0" dirty="0"/>
          </a:p>
        </p:txBody>
      </p:sp>
      <p:cxnSp>
        <p:nvCxnSpPr>
          <p:cNvPr id="873" name="Google Shape;873;p65"/>
          <p:cNvCxnSpPr>
            <a:cxnSpLocks/>
            <a:stCxn id="874" idx="1"/>
            <a:endCxn id="875" idx="1"/>
          </p:cNvCxnSpPr>
          <p:nvPr/>
        </p:nvCxnSpPr>
        <p:spPr>
          <a:xfrm rot="10800000" flipV="1">
            <a:off x="953080" y="1366485"/>
            <a:ext cx="12700" cy="1833846"/>
          </a:xfrm>
          <a:prstGeom prst="bentConnector3">
            <a:avLst>
              <a:gd name="adj1" fmla="val 192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879" name="Google Shape;879;p65"/>
          <p:cNvCxnSpPr>
            <a:cxnSpLocks/>
            <a:stCxn id="875" idx="1"/>
            <a:endCxn id="880" idx="1"/>
          </p:cNvCxnSpPr>
          <p:nvPr/>
        </p:nvCxnSpPr>
        <p:spPr>
          <a:xfrm rot="10800000" flipH="1" flipV="1">
            <a:off x="953079" y="3200331"/>
            <a:ext cx="12701" cy="1071386"/>
          </a:xfrm>
          <a:prstGeom prst="bentConnector3">
            <a:avLst>
              <a:gd name="adj1" fmla="val -179985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894" name="Google Shape;894;p65"/>
          <p:cNvSpPr txBox="1"/>
          <p:nvPr/>
        </p:nvSpPr>
        <p:spPr>
          <a:xfrm>
            <a:off x="876878" y="3686867"/>
            <a:ext cx="648404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El modelo SaaS en el futuro (Freelance)</a:t>
            </a:r>
            <a:endParaRPr sz="2000" b="1" dirty="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880" name="Google Shape;880;p65"/>
          <p:cNvSpPr txBox="1"/>
          <p:nvPr/>
        </p:nvSpPr>
        <p:spPr>
          <a:xfrm>
            <a:off x="965781" y="3987017"/>
            <a:ext cx="6788839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Seguir el ejemplo de </a:t>
            </a:r>
            <a:r>
              <a:rPr lang="es-ES" b="1" dirty="0" err="1">
                <a:solidFill>
                  <a:schemeClr val="bg1"/>
                </a:solidFill>
                <a:latin typeface="Actor" panose="020B0604020202020204" charset="0"/>
              </a:rPr>
              <a:t>Genially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. En lugar de vender horas de programación, crear un producto software propio que resuelva una necesidad y venderlo al mundo.</a:t>
            </a:r>
            <a:endParaRPr dirty="0">
              <a:solidFill>
                <a:schemeClr val="bg1"/>
              </a:solidFill>
              <a:latin typeface="Actor" panose="020B0604020202020204" charset="0"/>
              <a:ea typeface="Actor"/>
              <a:cs typeface="Actor"/>
              <a:sym typeface="Actor"/>
            </a:endParaRPr>
          </a:p>
        </p:txBody>
      </p:sp>
      <p:sp>
        <p:nvSpPr>
          <p:cNvPr id="895" name="Google Shape;895;p65"/>
          <p:cNvSpPr txBox="1"/>
          <p:nvPr/>
        </p:nvSpPr>
        <p:spPr>
          <a:xfrm>
            <a:off x="720000" y="2497054"/>
            <a:ext cx="5564443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Integración de Sistemas (APIs)</a:t>
            </a:r>
            <a:endParaRPr sz="2000" b="1" dirty="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875" name="Google Shape;875;p65"/>
          <p:cNvSpPr txBox="1"/>
          <p:nvPr/>
        </p:nvSpPr>
        <p:spPr>
          <a:xfrm>
            <a:off x="953080" y="2800627"/>
            <a:ext cx="6788839" cy="799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Hay empresas que ya tienen tienda online (como Lucas Rojas) y ERP, pero algo anticuados y poco escalables. El perfil de desarrollador que sepa crear </a:t>
            </a:r>
            <a:r>
              <a:rPr lang="es-ES" dirty="0" err="1">
                <a:solidFill>
                  <a:schemeClr val="bg1"/>
                </a:solidFill>
                <a:latin typeface="Actor" panose="020B0604020202020204" charset="0"/>
              </a:rPr>
              <a:t>APIs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 y enlazar estas a diferentes softwares es muy buscado.</a:t>
            </a:r>
            <a:endParaRPr dirty="0">
              <a:solidFill>
                <a:schemeClr val="bg1"/>
              </a:solidFill>
              <a:latin typeface="Actor" panose="020B0604020202020204" charset="0"/>
              <a:ea typeface="Actor"/>
              <a:cs typeface="Actor"/>
              <a:sym typeface="Actor"/>
            </a:endParaRPr>
          </a:p>
        </p:txBody>
      </p:sp>
      <p:sp>
        <p:nvSpPr>
          <p:cNvPr id="874" name="Google Shape;874;p65"/>
          <p:cNvSpPr txBox="1"/>
          <p:nvPr/>
        </p:nvSpPr>
        <p:spPr>
          <a:xfrm>
            <a:off x="953080" y="1124085"/>
            <a:ext cx="539378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Oportunidad en la </a:t>
            </a:r>
            <a:r>
              <a:rPr lang="es-ES" sz="2000" b="1" dirty="0" err="1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AgroIndustria</a:t>
            </a:r>
            <a:endParaRPr sz="2000" b="1" dirty="0">
              <a:solidFill>
                <a:schemeClr val="l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898" name="Google Shape;898;p65"/>
          <p:cNvSpPr txBox="1"/>
          <p:nvPr/>
        </p:nvSpPr>
        <p:spPr>
          <a:xfrm>
            <a:off x="953080" y="1511932"/>
            <a:ext cx="6788839" cy="9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bg1"/>
                </a:solidFill>
                <a:latin typeface="Actor" panose="020B0604020202020204" charset="0"/>
              </a:rPr>
              <a:t>Actualmente existe una gran demanda no cubierta de software a medida para cooperativas (aceite y vino) en zonas como Montilla y Lucena. Digitalizar el campo es una oportunidad de oro.</a:t>
            </a:r>
            <a:endParaRPr sz="1600" dirty="0">
              <a:solidFill>
                <a:schemeClr val="bg1"/>
              </a:solidFill>
              <a:latin typeface="Actor" panose="020B0604020202020204" charset="0"/>
              <a:ea typeface="Actor"/>
              <a:cs typeface="Actor"/>
              <a:sym typeface="Actor"/>
            </a:endParaRPr>
          </a:p>
        </p:txBody>
      </p:sp>
      <p:pic>
        <p:nvPicPr>
          <p:cNvPr id="31" name="Imagen 30" descr="Icono&#10;&#10;El contenido generado por IA puede ser incorrecto.">
            <a:extLst>
              <a:ext uri="{FF2B5EF4-FFF2-40B4-BE49-F238E27FC236}">
                <a16:creationId xmlns:a16="http://schemas.microsoft.com/office/drawing/2014/main" id="{CE40C5D4-47AB-852E-E47E-F8F14B7E2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958" y="2739454"/>
            <a:ext cx="758876" cy="758876"/>
          </a:xfrm>
          <a:prstGeom prst="rect">
            <a:avLst/>
          </a:prstGeom>
        </p:spPr>
      </p:pic>
      <p:pic>
        <p:nvPicPr>
          <p:cNvPr id="33" name="Imagen 32" descr="Icono&#10;&#10;El contenido generado por IA puede ser incorrecto.">
            <a:extLst>
              <a:ext uri="{FF2B5EF4-FFF2-40B4-BE49-F238E27FC236}">
                <a16:creationId xmlns:a16="http://schemas.microsoft.com/office/drawing/2014/main" id="{D189DB08-F658-C0FB-BD37-7B6E621F4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9" y="1659542"/>
            <a:ext cx="758876" cy="758876"/>
          </a:xfrm>
          <a:prstGeom prst="rect">
            <a:avLst/>
          </a:prstGeom>
        </p:spPr>
      </p:pic>
      <p:pic>
        <p:nvPicPr>
          <p:cNvPr id="35" name="Imagen 34" descr="Icono&#10;&#10;El contenido generado por IA puede ser incorrecto.">
            <a:extLst>
              <a:ext uri="{FF2B5EF4-FFF2-40B4-BE49-F238E27FC236}">
                <a16:creationId xmlns:a16="http://schemas.microsoft.com/office/drawing/2014/main" id="{D13DDFEA-2691-1572-9727-2742A57BA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793" y="3728064"/>
            <a:ext cx="887205" cy="88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2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8"/>
          <p:cNvSpPr/>
          <p:nvPr/>
        </p:nvSpPr>
        <p:spPr>
          <a:xfrm>
            <a:off x="3799350" y="4428669"/>
            <a:ext cx="1545300" cy="350650"/>
          </a:xfrm>
          <a:custGeom>
            <a:avLst/>
            <a:gdLst/>
            <a:ahLst/>
            <a:cxnLst/>
            <a:rect l="l" t="t" r="r" b="b"/>
            <a:pathLst>
              <a:path w="61812" h="14026" extrusionOk="0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8"/>
          <p:cNvSpPr/>
          <p:nvPr/>
        </p:nvSpPr>
        <p:spPr>
          <a:xfrm>
            <a:off x="7932058" y="4220256"/>
            <a:ext cx="550834" cy="564881"/>
          </a:xfrm>
          <a:custGeom>
            <a:avLst/>
            <a:gdLst/>
            <a:ahLst/>
            <a:cxnLst/>
            <a:rect l="l" t="t" r="r" b="b"/>
            <a:pathLst>
              <a:path w="43135" h="44235" extrusionOk="0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8" name="Google Shape;478;p38"/>
          <p:cNvGrpSpPr/>
          <p:nvPr/>
        </p:nvGrpSpPr>
        <p:grpSpPr>
          <a:xfrm rot="-3599911">
            <a:off x="67791" y="-242411"/>
            <a:ext cx="1257916" cy="1342596"/>
            <a:chOff x="-408900" y="504142"/>
            <a:chExt cx="1167600" cy="1246200"/>
          </a:xfrm>
        </p:grpSpPr>
        <p:cxnSp>
          <p:nvCxnSpPr>
            <p:cNvPr id="479" name="Google Shape;479;p38"/>
            <p:cNvCxnSpPr/>
            <p:nvPr/>
          </p:nvCxnSpPr>
          <p:spPr>
            <a:xfrm rot="-7477944">
              <a:off x="-336090" y="770661"/>
              <a:ext cx="1021979" cy="713164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0" name="Google Shape;480;p38"/>
            <p:cNvCxnSpPr/>
            <p:nvPr/>
          </p:nvCxnSpPr>
          <p:spPr>
            <a:xfrm rot="10800000" flipH="1">
              <a:off x="176606" y="1461749"/>
              <a:ext cx="263100" cy="2754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1" name="Google Shape;481;p38"/>
            <p:cNvCxnSpPr/>
            <p:nvPr/>
          </p:nvCxnSpPr>
          <p:spPr>
            <a:xfrm rot="10800000">
              <a:off x="-122164" y="1456780"/>
              <a:ext cx="288900" cy="280200"/>
            </a:xfrm>
            <a:prstGeom prst="straightConnector1">
              <a:avLst/>
            </a:prstGeom>
            <a:noFill/>
            <a:ln w="3810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" name="Google Shape;1021;p69">
            <a:extLst>
              <a:ext uri="{FF2B5EF4-FFF2-40B4-BE49-F238E27FC236}">
                <a16:creationId xmlns:a16="http://schemas.microsoft.com/office/drawing/2014/main" id="{5A004E4B-0745-C6D9-DBEC-496170BEDA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179" y="1368348"/>
            <a:ext cx="3420002" cy="8817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</a:t>
            </a:r>
            <a:endParaRPr dirty="0"/>
          </a:p>
        </p:txBody>
      </p:sp>
      <p:sp>
        <p:nvSpPr>
          <p:cNvPr id="7" name="Google Shape;1022;p69">
            <a:extLst>
              <a:ext uri="{FF2B5EF4-FFF2-40B4-BE49-F238E27FC236}">
                <a16:creationId xmlns:a16="http://schemas.microsoft.com/office/drawing/2014/main" id="{5CA7295F-724C-C190-6FB0-2C562149D5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12326" y="2158175"/>
            <a:ext cx="3656610" cy="1307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¿Alguna pregunta?</a:t>
            </a:r>
            <a:endParaRPr lang="es-ES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>
                <a:hlinkClick r:id="rId3"/>
              </a:rPr>
              <a:t>tomascabfer4@gmail.com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Desarrollo De Aplicaciones Web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Tomás Cabello Fernández</a:t>
            </a:r>
            <a:endParaRPr dirty="0"/>
          </a:p>
        </p:txBody>
      </p:sp>
      <p:sp>
        <p:nvSpPr>
          <p:cNvPr id="9" name="Google Shape;1028;p69">
            <a:extLst>
              <a:ext uri="{FF2B5EF4-FFF2-40B4-BE49-F238E27FC236}">
                <a16:creationId xmlns:a16="http://schemas.microsoft.com/office/drawing/2014/main" id="{EC975489-C97E-663C-7ECF-40799AA9A870}"/>
              </a:ext>
            </a:extLst>
          </p:cNvPr>
          <p:cNvSpPr/>
          <p:nvPr/>
        </p:nvSpPr>
        <p:spPr>
          <a:xfrm>
            <a:off x="1009763" y="3540754"/>
            <a:ext cx="485659" cy="48619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29;p69">
            <a:extLst>
              <a:ext uri="{FF2B5EF4-FFF2-40B4-BE49-F238E27FC236}">
                <a16:creationId xmlns:a16="http://schemas.microsoft.com/office/drawing/2014/main" id="{84E6B932-86A8-5F93-5B74-75F5CBB818EA}"/>
              </a:ext>
            </a:extLst>
          </p:cNvPr>
          <p:cNvGrpSpPr/>
          <p:nvPr/>
        </p:nvGrpSpPr>
        <p:grpSpPr>
          <a:xfrm>
            <a:off x="1641087" y="3541115"/>
            <a:ext cx="486174" cy="485672"/>
            <a:chOff x="3303268" y="3817349"/>
            <a:chExt cx="346056" cy="345674"/>
          </a:xfrm>
        </p:grpSpPr>
        <p:sp>
          <p:nvSpPr>
            <p:cNvPr id="11" name="Google Shape;1030;p69">
              <a:extLst>
                <a:ext uri="{FF2B5EF4-FFF2-40B4-BE49-F238E27FC236}">
                  <a16:creationId xmlns:a16="http://schemas.microsoft.com/office/drawing/2014/main" id="{2E48CE68-2F05-814B-79C8-2A63BE264F2C}"/>
                </a:ext>
              </a:extLst>
            </p:cNvPr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31;p69">
              <a:extLst>
                <a:ext uri="{FF2B5EF4-FFF2-40B4-BE49-F238E27FC236}">
                  <a16:creationId xmlns:a16="http://schemas.microsoft.com/office/drawing/2014/main" id="{978E6D3F-A2AF-0E77-360F-C25935CD55ED}"/>
                </a:ext>
              </a:extLst>
            </p:cNvPr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32;p69">
              <a:extLst>
                <a:ext uri="{FF2B5EF4-FFF2-40B4-BE49-F238E27FC236}">
                  <a16:creationId xmlns:a16="http://schemas.microsoft.com/office/drawing/2014/main" id="{4DE5D7C1-EF7A-33E7-A1DE-54B65A0DEF64}"/>
                </a:ext>
              </a:extLst>
            </p:cNvPr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33;p69">
              <a:extLst>
                <a:ext uri="{FF2B5EF4-FFF2-40B4-BE49-F238E27FC236}">
                  <a16:creationId xmlns:a16="http://schemas.microsoft.com/office/drawing/2014/main" id="{23835DC9-5687-9DA7-9BA1-01BB73D959CA}"/>
                </a:ext>
              </a:extLst>
            </p:cNvPr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034;p69">
            <a:extLst>
              <a:ext uri="{FF2B5EF4-FFF2-40B4-BE49-F238E27FC236}">
                <a16:creationId xmlns:a16="http://schemas.microsoft.com/office/drawing/2014/main" id="{4E868CC6-05AD-E7F5-6CAA-A74E47630672}"/>
              </a:ext>
            </a:extLst>
          </p:cNvPr>
          <p:cNvGrpSpPr/>
          <p:nvPr/>
        </p:nvGrpSpPr>
        <p:grpSpPr>
          <a:xfrm>
            <a:off x="2272013" y="3541115"/>
            <a:ext cx="486174" cy="485672"/>
            <a:chOff x="3752358" y="3817349"/>
            <a:chExt cx="346056" cy="345674"/>
          </a:xfrm>
        </p:grpSpPr>
        <p:sp>
          <p:nvSpPr>
            <p:cNvPr id="16" name="Google Shape;1035;p69">
              <a:extLst>
                <a:ext uri="{FF2B5EF4-FFF2-40B4-BE49-F238E27FC236}">
                  <a16:creationId xmlns:a16="http://schemas.microsoft.com/office/drawing/2014/main" id="{344EA322-6403-4B01-7EF8-FE3B1F3FE185}"/>
                </a:ext>
              </a:extLst>
            </p:cNvPr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36;p69">
              <a:extLst>
                <a:ext uri="{FF2B5EF4-FFF2-40B4-BE49-F238E27FC236}">
                  <a16:creationId xmlns:a16="http://schemas.microsoft.com/office/drawing/2014/main" id="{86518FA5-CD81-BFFF-2D98-E19142A8A0BA}"/>
                </a:ext>
              </a:extLst>
            </p:cNvPr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37;p69">
              <a:extLst>
                <a:ext uri="{FF2B5EF4-FFF2-40B4-BE49-F238E27FC236}">
                  <a16:creationId xmlns:a16="http://schemas.microsoft.com/office/drawing/2014/main" id="{A7B0573E-F4F4-A2F1-8A6A-F8E78D46884B}"/>
                </a:ext>
              </a:extLst>
            </p:cNvPr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38;p69">
              <a:extLst>
                <a:ext uri="{FF2B5EF4-FFF2-40B4-BE49-F238E27FC236}">
                  <a16:creationId xmlns:a16="http://schemas.microsoft.com/office/drawing/2014/main" id="{07781666-DD22-296B-18C1-C8793C871FEB}"/>
                </a:ext>
              </a:extLst>
            </p:cNvPr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1039;p69">
            <a:extLst>
              <a:ext uri="{FF2B5EF4-FFF2-40B4-BE49-F238E27FC236}">
                <a16:creationId xmlns:a16="http://schemas.microsoft.com/office/drawing/2014/main" id="{70F8DF5E-2005-7FB4-7790-E8F05C603FA8}"/>
              </a:ext>
            </a:extLst>
          </p:cNvPr>
          <p:cNvGrpSpPr/>
          <p:nvPr/>
        </p:nvGrpSpPr>
        <p:grpSpPr>
          <a:xfrm>
            <a:off x="2902939" y="3541115"/>
            <a:ext cx="486129" cy="485672"/>
            <a:chOff x="4201447" y="3817349"/>
            <a:chExt cx="346024" cy="345674"/>
          </a:xfrm>
        </p:grpSpPr>
        <p:sp>
          <p:nvSpPr>
            <p:cNvPr id="21" name="Google Shape;1040;p69">
              <a:extLst>
                <a:ext uri="{FF2B5EF4-FFF2-40B4-BE49-F238E27FC236}">
                  <a16:creationId xmlns:a16="http://schemas.microsoft.com/office/drawing/2014/main" id="{5F505B52-CBE6-6216-B1D9-C43E141D2E5C}"/>
                </a:ext>
              </a:extLst>
            </p:cNvPr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41;p69">
              <a:extLst>
                <a:ext uri="{FF2B5EF4-FFF2-40B4-BE49-F238E27FC236}">
                  <a16:creationId xmlns:a16="http://schemas.microsoft.com/office/drawing/2014/main" id="{4693E7ED-DD3D-3523-9CB9-61EAA88699F5}"/>
                </a:ext>
              </a:extLst>
            </p:cNvPr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1021;p69">
            <a:extLst>
              <a:ext uri="{FF2B5EF4-FFF2-40B4-BE49-F238E27FC236}">
                <a16:creationId xmlns:a16="http://schemas.microsoft.com/office/drawing/2014/main" id="{52C4EFE0-8A4F-3B72-953C-36102AD6C8D9}"/>
              </a:ext>
            </a:extLst>
          </p:cNvPr>
          <p:cNvSpPr txBox="1">
            <a:spLocks/>
          </p:cNvSpPr>
          <p:nvPr/>
        </p:nvSpPr>
        <p:spPr>
          <a:xfrm>
            <a:off x="5084254" y="563363"/>
            <a:ext cx="2954081" cy="10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50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Unbounded"/>
              <a:buNone/>
              <a:defRPr sz="2900" b="1" i="0" u="none" strike="noStrike" cap="non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pPr algn="l"/>
            <a:r>
              <a:rPr lang="es-ES" sz="2800" dirty="0"/>
              <a:t>Fuentes y Referencias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9B56E41-83AC-914E-3E0E-E56C34CF214D}"/>
              </a:ext>
            </a:extLst>
          </p:cNvPr>
          <p:cNvSpPr txBox="1"/>
          <p:nvPr/>
        </p:nvSpPr>
        <p:spPr>
          <a:xfrm>
            <a:off x="5084254" y="1602959"/>
            <a:ext cx="405898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  <a:latin typeface="Actor" panose="020B0604020202020204" charset="0"/>
              </a:rPr>
              <a:t>1. Sitios Web Corporativos</a:t>
            </a:r>
          </a:p>
          <a:p>
            <a:r>
              <a:rPr lang="es-ES" dirty="0">
                <a:solidFill>
                  <a:schemeClr val="bg1"/>
                </a:solidFill>
                <a:latin typeface="Actor" panose="020B0604020202020204" charset="0"/>
                <a:hlinkClick r:id="rId4"/>
              </a:rPr>
              <a:t>www.lucasrojas.com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 | 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  <a:hlinkClick r:id="rId5"/>
              </a:rPr>
              <a:t>www.genial.ly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 | 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  <a:hlinkClick r:id="rId6"/>
              </a:rPr>
              <a:t>www.deuser.es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 </a:t>
            </a:r>
            <a:br>
              <a:rPr lang="es-ES" sz="2000" b="1" dirty="0">
                <a:solidFill>
                  <a:schemeClr val="bg1"/>
                </a:solidFill>
                <a:latin typeface="Actor" panose="020B0604020202020204" charset="0"/>
              </a:rPr>
            </a:br>
            <a:r>
              <a:rPr lang="es-ES" sz="2000" b="1" dirty="0">
                <a:solidFill>
                  <a:schemeClr val="bg1"/>
                </a:solidFill>
                <a:latin typeface="Actor" panose="020B0604020202020204" charset="0"/>
              </a:rPr>
              <a:t>2. Redes Profesionales</a:t>
            </a:r>
          </a:p>
          <a:p>
            <a:r>
              <a:rPr lang="es-ES" b="1" dirty="0">
                <a:solidFill>
                  <a:schemeClr val="bg1"/>
                </a:solidFill>
                <a:latin typeface="Actor" panose="020B0604020202020204" charset="0"/>
              </a:rPr>
              <a:t>LinkedIn: 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Análisis de perfiles técnicos y</a:t>
            </a:r>
          </a:p>
          <a:p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Organigramas de </a:t>
            </a:r>
            <a:r>
              <a:rPr lang="es-ES" dirty="0" err="1">
                <a:solidFill>
                  <a:schemeClr val="bg1"/>
                </a:solidFill>
                <a:latin typeface="Actor" panose="020B0604020202020204" charset="0"/>
              </a:rPr>
              <a:t>Deuser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 y </a:t>
            </a:r>
            <a:r>
              <a:rPr lang="es-ES" dirty="0" err="1">
                <a:solidFill>
                  <a:schemeClr val="bg1"/>
                </a:solidFill>
                <a:latin typeface="Actor" panose="020B0604020202020204" charset="0"/>
              </a:rPr>
              <a:t>Genially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.</a:t>
            </a:r>
          </a:p>
          <a:p>
            <a:r>
              <a:rPr lang="es-ES" sz="2000" b="1" dirty="0">
                <a:solidFill>
                  <a:schemeClr val="bg1"/>
                </a:solidFill>
                <a:latin typeface="Actor" panose="020B0604020202020204" charset="0"/>
              </a:rPr>
              <a:t>3. Prensa y Artículos</a:t>
            </a:r>
          </a:p>
          <a:p>
            <a:r>
              <a:rPr lang="es-ES" b="1" dirty="0">
                <a:solidFill>
                  <a:schemeClr val="bg1"/>
                </a:solidFill>
                <a:latin typeface="Actor" panose="020B0604020202020204" charset="0"/>
              </a:rPr>
              <a:t>Diario Córdoba: 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 Noticias sobre la integración de </a:t>
            </a:r>
            <a:r>
              <a:rPr lang="es-ES" dirty="0" err="1">
                <a:solidFill>
                  <a:schemeClr val="bg1"/>
                </a:solidFill>
                <a:latin typeface="Actor" panose="020B0604020202020204" charset="0"/>
              </a:rPr>
              <a:t>Deuser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 en </a:t>
            </a:r>
            <a:r>
              <a:rPr lang="es-ES" dirty="0" err="1">
                <a:solidFill>
                  <a:schemeClr val="bg1"/>
                </a:solidFill>
                <a:latin typeface="Actor" panose="020B0604020202020204" charset="0"/>
              </a:rPr>
              <a:t>Minsait</a:t>
            </a:r>
            <a:r>
              <a:rPr lang="es-ES" dirty="0">
                <a:solidFill>
                  <a:schemeClr val="bg1"/>
                </a:solidFill>
                <a:latin typeface="Actor" panose="020B0604020202020204" charset="0"/>
              </a:rPr>
              <a:t>.</a:t>
            </a:r>
          </a:p>
          <a:p>
            <a:r>
              <a:rPr lang="es-ES" b="1" dirty="0">
                <a:solidFill>
                  <a:schemeClr val="bg1"/>
                </a:solidFill>
                <a:latin typeface="Actor" panose="020B0604020202020204" charset="0"/>
              </a:rPr>
              <a:t>Web de Diputación de Córdoba: Información sobre servicios de </a:t>
            </a:r>
            <a:r>
              <a:rPr lang="es-ES" b="1" dirty="0" err="1">
                <a:solidFill>
                  <a:schemeClr val="bg1"/>
                </a:solidFill>
                <a:latin typeface="Actor" panose="020B0604020202020204" charset="0"/>
              </a:rPr>
              <a:t>Eprinsa</a:t>
            </a:r>
            <a:r>
              <a:rPr lang="es-ES" b="1" dirty="0">
                <a:solidFill>
                  <a:schemeClr val="bg1"/>
                </a:solidFill>
                <a:latin typeface="Actor" panose="020B0604020202020204" charset="0"/>
              </a:rPr>
              <a:t>.</a:t>
            </a:r>
            <a:endParaRPr lang="es-ES" dirty="0">
              <a:solidFill>
                <a:schemeClr val="bg1"/>
              </a:solidFill>
              <a:latin typeface="Actor" panose="020B0604020202020204" charset="0"/>
            </a:endParaRPr>
          </a:p>
          <a:p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459</Words>
  <Application>Microsoft Office PowerPoint</Application>
  <PresentationFormat>Presentación en pantalla (16:9)</PresentationFormat>
  <Paragraphs>74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Actor</vt:lpstr>
      <vt:lpstr>Unbounded</vt:lpstr>
      <vt:lpstr>Bebas Neue</vt:lpstr>
      <vt:lpstr>Unbounded SemiBold</vt:lpstr>
      <vt:lpstr>Arial</vt:lpstr>
      <vt:lpstr>Unbounded Light</vt:lpstr>
      <vt:lpstr>My Presentation Template</vt:lpstr>
      <vt:lpstr>Análisis del Tejido Empresarial TIC</vt:lpstr>
      <vt:lpstr>Selección de Empresas</vt:lpstr>
      <vt:lpstr>Servicios Y Productos</vt:lpstr>
      <vt:lpstr>Tecnologías Y Perfiles Demandados</vt:lpstr>
      <vt:lpstr>Conclusiones Y Oportunidades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tomas cabello</cp:lastModifiedBy>
  <cp:revision>11</cp:revision>
  <dcterms:modified xsi:type="dcterms:W3CDTF">2025-12-03T13:16:16Z</dcterms:modified>
</cp:coreProperties>
</file>