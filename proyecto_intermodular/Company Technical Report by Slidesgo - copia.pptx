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59"/>
  </p:notesMasterIdLst>
  <p:sldIdLst>
    <p:sldId id="256" r:id="rId3"/>
    <p:sldId id="289" r:id="rId4"/>
    <p:sldId id="275" r:id="rId5"/>
    <p:sldId id="264" r:id="rId6"/>
    <p:sldId id="311" r:id="rId7"/>
    <p:sldId id="290" r:id="rId8"/>
    <p:sldId id="257" r:id="rId9"/>
    <p:sldId id="258" r:id="rId10"/>
    <p:sldId id="259" r:id="rId11"/>
    <p:sldId id="260" r:id="rId12"/>
    <p:sldId id="261" r:id="rId13"/>
    <p:sldId id="262" r:id="rId14"/>
    <p:sldId id="263" r:id="rId15"/>
    <p:sldId id="265" r:id="rId16"/>
    <p:sldId id="266" r:id="rId17"/>
    <p:sldId id="267" r:id="rId18"/>
    <p:sldId id="268" r:id="rId19"/>
    <p:sldId id="269" r:id="rId20"/>
    <p:sldId id="270" r:id="rId21"/>
    <p:sldId id="271" r:id="rId22"/>
    <p:sldId id="272" r:id="rId23"/>
    <p:sldId id="273" r:id="rId24"/>
    <p:sldId id="274"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91" r:id="rId39"/>
    <p:sldId id="292" r:id="rId40"/>
    <p:sldId id="293" r:id="rId41"/>
    <p:sldId id="294" r:id="rId42"/>
    <p:sldId id="295" r:id="rId43"/>
    <p:sldId id="296" r:id="rId44"/>
    <p:sldId id="297" r:id="rId45"/>
    <p:sldId id="298" r:id="rId46"/>
    <p:sldId id="299" r:id="rId47"/>
    <p:sldId id="300" r:id="rId48"/>
    <p:sldId id="301" r:id="rId49"/>
    <p:sldId id="302" r:id="rId50"/>
    <p:sldId id="303" r:id="rId51"/>
    <p:sldId id="304" r:id="rId52"/>
    <p:sldId id="305" r:id="rId53"/>
    <p:sldId id="306" r:id="rId54"/>
    <p:sldId id="307" r:id="rId55"/>
    <p:sldId id="308" r:id="rId56"/>
    <p:sldId id="309" r:id="rId57"/>
    <p:sldId id="310" r:id="rId58"/>
  </p:sldIdLst>
  <p:sldSz cx="9144000" cy="5143500" type="screen16x9"/>
  <p:notesSz cx="6858000" cy="9144000"/>
  <p:embeddedFontLst>
    <p:embeddedFont>
      <p:font typeface="Actor" panose="020B0604020202020204" charset="0"/>
      <p:regular r:id="rId60"/>
    </p:embeddedFont>
    <p:embeddedFont>
      <p:font typeface="Amatic SC" panose="00000500000000000000" pitchFamily="2" charset="-79"/>
      <p:regular r:id="rId61"/>
      <p:bold r:id="rId62"/>
    </p:embeddedFont>
    <p:embeddedFont>
      <p:font typeface="Anaheim" panose="020B0604020202020204" charset="0"/>
      <p:regular r:id="rId63"/>
      <p:bold r:id="rId64"/>
    </p:embeddedFont>
    <p:embeddedFont>
      <p:font typeface="Bebas Neue" panose="020B0606020202050201" pitchFamily="34" charset="0"/>
      <p:regular r:id="rId65"/>
    </p:embeddedFont>
    <p:embeddedFont>
      <p:font typeface="Nunito Light" pitchFamily="2" charset="0"/>
      <p:regular r:id="rId66"/>
      <p:italic r:id="rId67"/>
    </p:embeddedFont>
    <p:embeddedFont>
      <p:font typeface="Proxima Nova" panose="020B0604020202020204" charset="0"/>
      <p:regular r:id="rId68"/>
      <p:bold r:id="rId69"/>
      <p:italic r:id="rId70"/>
      <p:boldItalic r:id="rId71"/>
    </p:embeddedFont>
    <p:embeddedFont>
      <p:font typeface="Raleway" pitchFamily="2" charset="0"/>
      <p:regular r:id="rId72"/>
      <p:bold r:id="rId73"/>
      <p:italic r:id="rId74"/>
      <p:boldItalic r:id="rId75"/>
    </p:embeddedFont>
    <p:embeddedFont>
      <p:font typeface="Roboto Medium" panose="02000000000000000000" pitchFamily="2" charset="0"/>
      <p:regular r:id="rId76"/>
      <p:bold r:id="rId77"/>
      <p:italic r:id="rId78"/>
      <p:boldItalic r:id="rId79"/>
    </p:embeddedFont>
    <p:embeddedFont>
      <p:font typeface="Unbounded" panose="020B0604020202020204" charset="0"/>
      <p:regular r:id="rId80"/>
      <p:bold r:id="rId81"/>
    </p:embeddedFont>
    <p:embeddedFont>
      <p:font typeface="Unbounded Light" panose="020B0604020202020204" charset="0"/>
      <p:regular r:id="rId82"/>
      <p:bold r:id="rId83"/>
    </p:embeddedFont>
    <p:embeddedFont>
      <p:font typeface="Unbounded SemiBold" panose="020B0604020202020204" charset="0"/>
      <p:regular r:id="rId84"/>
      <p:bold r:id="rId8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D62F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C86A41C-6602-49C4-BA83-31BE5BF7D53E}">
  <a:tblStyle styleId="{9C86A41C-6602-49C4-BA83-31BE5BF7D53E}"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77DFDDAF-A69C-468A-8077-7BF1B8C2F058}"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100" d="100"/>
          <a:sy n="100" d="100"/>
        </p:scale>
        <p:origin x="1080" y="16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4.fntdata"/><Relationship Id="rId68" Type="http://schemas.openxmlformats.org/officeDocument/2006/relationships/font" Target="fonts/font9.fntdata"/><Relationship Id="rId84" Type="http://schemas.openxmlformats.org/officeDocument/2006/relationships/font" Target="fonts/font25.fntdata"/><Relationship Id="rId89"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5.fntdata"/><Relationship Id="rId79" Type="http://schemas.openxmlformats.org/officeDocument/2006/relationships/font" Target="fonts/font20.fntdata"/><Relationship Id="rId5" Type="http://schemas.openxmlformats.org/officeDocument/2006/relationships/slide" Target="slides/slide3.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5.fntdata"/><Relationship Id="rId69" Type="http://schemas.openxmlformats.org/officeDocument/2006/relationships/font" Target="fonts/font10.fntdata"/><Relationship Id="rId77"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font" Target="fonts/font26.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88"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7.fntdata"/><Relationship Id="rId7" Type="http://schemas.openxmlformats.org/officeDocument/2006/relationships/slide" Target="slides/slide5.xml"/><Relationship Id="rId71" Type="http://schemas.openxmlformats.org/officeDocument/2006/relationships/font" Target="fonts/font1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7.fntdata"/><Relationship Id="rId87" Type="http://schemas.openxmlformats.org/officeDocument/2006/relationships/viewProps" Target="viewProps.xml"/><Relationship Id="rId61" Type="http://schemas.openxmlformats.org/officeDocument/2006/relationships/font" Target="fonts/font2.fntdata"/><Relationship Id="rId82" Type="http://schemas.openxmlformats.org/officeDocument/2006/relationships/font" Target="fonts/font23.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1"/>
        <p:cNvGrpSpPr/>
        <p:nvPr/>
      </p:nvGrpSpPr>
      <p:grpSpPr>
        <a:xfrm>
          <a:off x="0" y="0"/>
          <a:ext cx="0" cy="0"/>
          <a:chOff x="0" y="0"/>
          <a:chExt cx="0" cy="0"/>
        </a:xfrm>
      </p:grpSpPr>
      <p:sp>
        <p:nvSpPr>
          <p:cNvPr id="432" name="Google Shape;432;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3" name="Google Shape;433;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1"/>
        <p:cNvGrpSpPr/>
        <p:nvPr/>
      </p:nvGrpSpPr>
      <p:grpSpPr>
        <a:xfrm>
          <a:off x="0" y="0"/>
          <a:ext cx="0" cy="0"/>
          <a:chOff x="0" y="0"/>
          <a:chExt cx="0" cy="0"/>
        </a:xfrm>
      </p:grpSpPr>
      <p:sp>
        <p:nvSpPr>
          <p:cNvPr id="992" name="Google Shape;992;g1e52b8f997a_0_12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3" name="Google Shape;993;g1e52b8f997a_0_12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
        <p:cNvGrpSpPr/>
        <p:nvPr/>
      </p:nvGrpSpPr>
      <p:grpSpPr>
        <a:xfrm>
          <a:off x="0" y="0"/>
          <a:ext cx="0" cy="0"/>
          <a:chOff x="0" y="0"/>
          <a:chExt cx="0" cy="0"/>
        </a:xfrm>
      </p:grpSpPr>
      <p:sp>
        <p:nvSpPr>
          <p:cNvPr id="685" name="Google Shape;685;g1e52b8f997a_0_2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6" name="Google Shape;686;g1e52b8f997a_0_2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
        <p:cNvGrpSpPr/>
        <p:nvPr/>
      </p:nvGrpSpPr>
      <p:grpSpPr>
        <a:xfrm>
          <a:off x="0" y="0"/>
          <a:ext cx="0" cy="0"/>
          <a:chOff x="0" y="0"/>
          <a:chExt cx="0" cy="0"/>
        </a:xfrm>
      </p:grpSpPr>
      <p:sp>
        <p:nvSpPr>
          <p:cNvPr id="534" name="Google Shape;534;g1e52b8f997a_0_1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5" name="Google Shape;535;g1e52b8f997a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
        <p:cNvGrpSpPr/>
        <p:nvPr/>
      </p:nvGrpSpPr>
      <p:grpSpPr>
        <a:xfrm>
          <a:off x="0" y="0"/>
          <a:ext cx="0" cy="0"/>
          <a:chOff x="0" y="0"/>
          <a:chExt cx="0" cy="0"/>
        </a:xfrm>
      </p:grpSpPr>
      <p:sp>
        <p:nvSpPr>
          <p:cNvPr id="869" name="Google Shape;869;g1e52b8f997a_0_12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0" name="Google Shape;870;g1e52b8f997a_0_12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76313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7"/>
        <p:cNvGrpSpPr/>
        <p:nvPr/>
      </p:nvGrpSpPr>
      <p:grpSpPr>
        <a:xfrm>
          <a:off x="0" y="0"/>
          <a:ext cx="0" cy="0"/>
          <a:chOff x="0" y="0"/>
          <a:chExt cx="0" cy="0"/>
        </a:xfrm>
      </p:grpSpPr>
      <p:sp>
        <p:nvSpPr>
          <p:cNvPr id="1018" name="Google Shape;1018;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9" name="Google Shape;1019;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
        <p:cNvGrpSpPr/>
        <p:nvPr/>
      </p:nvGrpSpPr>
      <p:grpSpPr>
        <a:xfrm>
          <a:off x="0" y="0"/>
          <a:ext cx="0" cy="0"/>
          <a:chOff x="0" y="0"/>
          <a:chExt cx="0" cy="0"/>
        </a:xfrm>
      </p:grpSpPr>
      <p:sp>
        <p:nvSpPr>
          <p:cNvPr id="444" name="Google Shape;444;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5" name="Google Shape;445;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
        <p:cNvGrpSpPr/>
        <p:nvPr/>
      </p:nvGrpSpPr>
      <p:grpSpPr>
        <a:xfrm>
          <a:off x="0" y="0"/>
          <a:ext cx="0" cy="0"/>
          <a:chOff x="0" y="0"/>
          <a:chExt cx="0" cy="0"/>
        </a:xfrm>
      </p:grpSpPr>
      <p:sp>
        <p:nvSpPr>
          <p:cNvPr id="453" name="Google Shape;453;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 name="Google Shape;454;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0"/>
        <p:cNvGrpSpPr/>
        <p:nvPr/>
      </p:nvGrpSpPr>
      <p:grpSpPr>
        <a:xfrm>
          <a:off x="0" y="0"/>
          <a:ext cx="0" cy="0"/>
          <a:chOff x="0" y="0"/>
          <a:chExt cx="0" cy="0"/>
        </a:xfrm>
      </p:grpSpPr>
      <p:sp>
        <p:nvSpPr>
          <p:cNvPr id="471" name="Google Shape;471;g1e52b8f997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2" name="Google Shape;472;g1e52b8f997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
        <p:cNvGrpSpPr/>
        <p:nvPr/>
      </p:nvGrpSpPr>
      <p:grpSpPr>
        <a:xfrm>
          <a:off x="0" y="0"/>
          <a:ext cx="0" cy="0"/>
          <a:chOff x="0" y="0"/>
          <a:chExt cx="0" cy="0"/>
        </a:xfrm>
      </p:grpSpPr>
      <p:sp>
        <p:nvSpPr>
          <p:cNvPr id="483" name="Google Shape;483;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4" name="Google Shape;484;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
        <p:cNvGrpSpPr/>
        <p:nvPr/>
      </p:nvGrpSpPr>
      <p:grpSpPr>
        <a:xfrm>
          <a:off x="0" y="0"/>
          <a:ext cx="0" cy="0"/>
          <a:chOff x="0" y="0"/>
          <a:chExt cx="0" cy="0"/>
        </a:xfrm>
      </p:grpSpPr>
      <p:sp>
        <p:nvSpPr>
          <p:cNvPr id="494" name="Google Shape;494;g14072739ea5_1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5" name="Google Shape;495;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
        <p:cNvGrpSpPr/>
        <p:nvPr/>
      </p:nvGrpSpPr>
      <p:grpSpPr>
        <a:xfrm>
          <a:off x="0" y="0"/>
          <a:ext cx="0" cy="0"/>
          <a:chOff x="0" y="0"/>
          <a:chExt cx="0" cy="0"/>
        </a:xfrm>
      </p:grpSpPr>
      <p:sp>
        <p:nvSpPr>
          <p:cNvPr id="501" name="Google Shape;501;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2" name="Google Shape;502;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
        <p:cNvGrpSpPr/>
        <p:nvPr/>
      </p:nvGrpSpPr>
      <p:grpSpPr>
        <a:xfrm>
          <a:off x="0" y="0"/>
          <a:ext cx="0" cy="0"/>
          <a:chOff x="0" y="0"/>
          <a:chExt cx="0" cy="0"/>
        </a:xfrm>
      </p:grpSpPr>
      <p:sp>
        <p:nvSpPr>
          <p:cNvPr id="511" name="Google Shape;511;g1e52b8f997a_0_1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2" name="Google Shape;512;g1e52b8f997a_0_1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8"/>
        <p:cNvGrpSpPr/>
        <p:nvPr/>
      </p:nvGrpSpPr>
      <p:grpSpPr>
        <a:xfrm>
          <a:off x="0" y="0"/>
          <a:ext cx="0" cy="0"/>
          <a:chOff x="0" y="0"/>
          <a:chExt cx="0" cy="0"/>
        </a:xfrm>
      </p:grpSpPr>
      <p:sp>
        <p:nvSpPr>
          <p:cNvPr id="559" name="Google Shape;559;g1e52b8f997a_0_1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0" name="Google Shape;560;g1e52b8f997a_0_1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
        <p:cNvGrpSpPr/>
        <p:nvPr/>
      </p:nvGrpSpPr>
      <p:grpSpPr>
        <a:xfrm>
          <a:off x="0" y="0"/>
          <a:ext cx="0" cy="0"/>
          <a:chOff x="0" y="0"/>
          <a:chExt cx="0" cy="0"/>
        </a:xfrm>
      </p:grpSpPr>
      <p:sp>
        <p:nvSpPr>
          <p:cNvPr id="572" name="Google Shape;572;g1e52b8f997a_0_1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 name="Google Shape;573;g1e52b8f997a_0_1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8"/>
        <p:cNvGrpSpPr/>
        <p:nvPr/>
      </p:nvGrpSpPr>
      <p:grpSpPr>
        <a:xfrm>
          <a:off x="0" y="0"/>
          <a:ext cx="0" cy="0"/>
          <a:chOff x="0" y="0"/>
          <a:chExt cx="0" cy="0"/>
        </a:xfrm>
      </p:grpSpPr>
      <p:sp>
        <p:nvSpPr>
          <p:cNvPr id="589" name="Google Shape;589;g1e52b8f997a_0_1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0" name="Google Shape;590;g1e52b8f997a_0_1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9"/>
        <p:cNvGrpSpPr/>
        <p:nvPr/>
      </p:nvGrpSpPr>
      <p:grpSpPr>
        <a:xfrm>
          <a:off x="0" y="0"/>
          <a:ext cx="0" cy="0"/>
          <a:chOff x="0" y="0"/>
          <a:chExt cx="0" cy="0"/>
        </a:xfrm>
      </p:grpSpPr>
      <p:sp>
        <p:nvSpPr>
          <p:cNvPr id="600" name="Google Shape;600;g1e52b8f997a_0_1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1" name="Google Shape;601;g1e52b8f997a_0_1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5"/>
        <p:cNvGrpSpPr/>
        <p:nvPr/>
      </p:nvGrpSpPr>
      <p:grpSpPr>
        <a:xfrm>
          <a:off x="0" y="0"/>
          <a:ext cx="0" cy="0"/>
          <a:chOff x="0" y="0"/>
          <a:chExt cx="0" cy="0"/>
        </a:xfrm>
      </p:grpSpPr>
      <p:sp>
        <p:nvSpPr>
          <p:cNvPr id="606" name="Google Shape;606;g1e52b8f997a_0_1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7" name="Google Shape;607;g1e52b8f997a_0_1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5"/>
        <p:cNvGrpSpPr/>
        <p:nvPr/>
      </p:nvGrpSpPr>
      <p:grpSpPr>
        <a:xfrm>
          <a:off x="0" y="0"/>
          <a:ext cx="0" cy="0"/>
          <a:chOff x="0" y="0"/>
          <a:chExt cx="0" cy="0"/>
        </a:xfrm>
      </p:grpSpPr>
      <p:sp>
        <p:nvSpPr>
          <p:cNvPr id="616" name="Google Shape;616;g1e52b8f997a_0_1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7" name="Google Shape;617;g1e52b8f997a_0_1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1e52b8f997a_0_1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1e52b8f997a_0_1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
        <p:cNvGrpSpPr/>
        <p:nvPr/>
      </p:nvGrpSpPr>
      <p:grpSpPr>
        <a:xfrm>
          <a:off x="0" y="0"/>
          <a:ext cx="0" cy="0"/>
          <a:chOff x="0" y="0"/>
          <a:chExt cx="0" cy="0"/>
        </a:xfrm>
      </p:grpSpPr>
      <p:sp>
        <p:nvSpPr>
          <p:cNvPr id="638" name="Google Shape;638;g1e52b8f997a_0_2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9" name="Google Shape;639;g1e52b8f997a_0_2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
        <p:cNvGrpSpPr/>
        <p:nvPr/>
      </p:nvGrpSpPr>
      <p:grpSpPr>
        <a:xfrm>
          <a:off x="0" y="0"/>
          <a:ext cx="0" cy="0"/>
          <a:chOff x="0" y="0"/>
          <a:chExt cx="0" cy="0"/>
        </a:xfrm>
      </p:grpSpPr>
      <p:sp>
        <p:nvSpPr>
          <p:cNvPr id="650" name="Google Shape;650;g1e52b8f997a_0_2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1" name="Google Shape;651;g1e52b8f997a_0_2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3"/>
        <p:cNvGrpSpPr/>
        <p:nvPr/>
      </p:nvGrpSpPr>
      <p:grpSpPr>
        <a:xfrm>
          <a:off x="0" y="0"/>
          <a:ext cx="0" cy="0"/>
          <a:chOff x="0" y="0"/>
          <a:chExt cx="0" cy="0"/>
        </a:xfrm>
      </p:grpSpPr>
      <p:sp>
        <p:nvSpPr>
          <p:cNvPr id="664" name="Google Shape;664;g1e52b8f997a_0_2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5" name="Google Shape;665;g1e52b8f997a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6"/>
        <p:cNvGrpSpPr/>
        <p:nvPr/>
      </p:nvGrpSpPr>
      <p:grpSpPr>
        <a:xfrm>
          <a:off x="0" y="0"/>
          <a:ext cx="0" cy="0"/>
          <a:chOff x="0" y="0"/>
          <a:chExt cx="0" cy="0"/>
        </a:xfrm>
      </p:grpSpPr>
      <p:sp>
        <p:nvSpPr>
          <p:cNvPr id="697" name="Google Shape;697;g1e52b8f997a_0_2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8" name="Google Shape;698;g1e52b8f997a_0_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6"/>
        <p:cNvGrpSpPr/>
        <p:nvPr/>
      </p:nvGrpSpPr>
      <p:grpSpPr>
        <a:xfrm>
          <a:off x="0" y="0"/>
          <a:ext cx="0" cy="0"/>
          <a:chOff x="0" y="0"/>
          <a:chExt cx="0" cy="0"/>
        </a:xfrm>
      </p:grpSpPr>
      <p:sp>
        <p:nvSpPr>
          <p:cNvPr id="707" name="Google Shape;707;g1e52b8f997a_0_2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8" name="Google Shape;708;g1e52b8f997a_0_2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9"/>
        <p:cNvGrpSpPr/>
        <p:nvPr/>
      </p:nvGrpSpPr>
      <p:grpSpPr>
        <a:xfrm>
          <a:off x="0" y="0"/>
          <a:ext cx="0" cy="0"/>
          <a:chOff x="0" y="0"/>
          <a:chExt cx="0" cy="0"/>
        </a:xfrm>
      </p:grpSpPr>
      <p:sp>
        <p:nvSpPr>
          <p:cNvPr id="720" name="Google Shape;720;g1e52b8f997a_0_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1" name="Google Shape;721;g1e52b8f997a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9"/>
        <p:cNvGrpSpPr/>
        <p:nvPr/>
      </p:nvGrpSpPr>
      <p:grpSpPr>
        <a:xfrm>
          <a:off x="0" y="0"/>
          <a:ext cx="0" cy="0"/>
          <a:chOff x="0" y="0"/>
          <a:chExt cx="0" cy="0"/>
        </a:xfrm>
      </p:grpSpPr>
      <p:sp>
        <p:nvSpPr>
          <p:cNvPr id="740" name="Google Shape;740;g1e52b8f997a_0_2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1" name="Google Shape;741;g1e52b8f997a_0_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0"/>
        <p:cNvGrpSpPr/>
        <p:nvPr/>
      </p:nvGrpSpPr>
      <p:grpSpPr>
        <a:xfrm>
          <a:off x="0" y="0"/>
          <a:ext cx="0" cy="0"/>
          <a:chOff x="0" y="0"/>
          <a:chExt cx="0" cy="0"/>
        </a:xfrm>
      </p:grpSpPr>
      <p:sp>
        <p:nvSpPr>
          <p:cNvPr id="781" name="Google Shape;781;g1e52b8f997a_0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2" name="Google Shape;782;g1e52b8f997a_0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0"/>
        <p:cNvGrpSpPr/>
        <p:nvPr/>
      </p:nvGrpSpPr>
      <p:grpSpPr>
        <a:xfrm>
          <a:off x="0" y="0"/>
          <a:ext cx="0" cy="0"/>
          <a:chOff x="0" y="0"/>
          <a:chExt cx="0" cy="0"/>
        </a:xfrm>
      </p:grpSpPr>
      <p:sp>
        <p:nvSpPr>
          <p:cNvPr id="811" name="Google Shape;811;g1e52b8f997a_0_3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2" name="Google Shape;812;g1e52b8f997a_0_3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
        <p:cNvGrpSpPr/>
        <p:nvPr/>
      </p:nvGrpSpPr>
      <p:grpSpPr>
        <a:xfrm>
          <a:off x="0" y="0"/>
          <a:ext cx="0" cy="0"/>
          <a:chOff x="0" y="0"/>
          <a:chExt cx="0" cy="0"/>
        </a:xfrm>
      </p:grpSpPr>
      <p:sp>
        <p:nvSpPr>
          <p:cNvPr id="817" name="Google Shape;817;g1e52b8f997a_0_12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8" name="Google Shape;818;g1e52b8f997a_0_12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7"/>
        <p:cNvGrpSpPr/>
        <p:nvPr/>
      </p:nvGrpSpPr>
      <p:grpSpPr>
        <a:xfrm>
          <a:off x="0" y="0"/>
          <a:ext cx="0" cy="0"/>
          <a:chOff x="0" y="0"/>
          <a:chExt cx="0" cy="0"/>
        </a:xfrm>
      </p:grpSpPr>
      <p:sp>
        <p:nvSpPr>
          <p:cNvPr id="828" name="Google Shape;828;g1e52b8f997a_0_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9" name="Google Shape;829;g1e52b8f997a_0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2"/>
        <p:cNvGrpSpPr/>
        <p:nvPr/>
      </p:nvGrpSpPr>
      <p:grpSpPr>
        <a:xfrm>
          <a:off x="0" y="0"/>
          <a:ext cx="0" cy="0"/>
          <a:chOff x="0" y="0"/>
          <a:chExt cx="0" cy="0"/>
        </a:xfrm>
      </p:grpSpPr>
      <p:sp>
        <p:nvSpPr>
          <p:cNvPr id="843" name="Google Shape;843;g1e52b8f997a_0_3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4" name="Google Shape;844;g1e52b8f997a_0_3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7"/>
        <p:cNvGrpSpPr/>
        <p:nvPr/>
      </p:nvGrpSpPr>
      <p:grpSpPr>
        <a:xfrm>
          <a:off x="0" y="0"/>
          <a:ext cx="0" cy="0"/>
          <a:chOff x="0" y="0"/>
          <a:chExt cx="0" cy="0"/>
        </a:xfrm>
      </p:grpSpPr>
      <p:sp>
        <p:nvSpPr>
          <p:cNvPr id="858" name="Google Shape;858;g1e52b8f997a_0_149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9" name="Google Shape;859;g1e52b8f997a_0_14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
        <p:cNvGrpSpPr/>
        <p:nvPr/>
      </p:nvGrpSpPr>
      <p:grpSpPr>
        <a:xfrm>
          <a:off x="0" y="0"/>
          <a:ext cx="0" cy="0"/>
          <a:chOff x="0" y="0"/>
          <a:chExt cx="0" cy="0"/>
        </a:xfrm>
      </p:grpSpPr>
      <p:sp>
        <p:nvSpPr>
          <p:cNvPr id="869" name="Google Shape;869;g1e52b8f997a_0_12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0" name="Google Shape;870;g1e52b8f997a_0_12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9"/>
        <p:cNvGrpSpPr/>
        <p:nvPr/>
      </p:nvGrpSpPr>
      <p:grpSpPr>
        <a:xfrm>
          <a:off x="0" y="0"/>
          <a:ext cx="0" cy="0"/>
          <a:chOff x="0" y="0"/>
          <a:chExt cx="0" cy="0"/>
        </a:xfrm>
      </p:grpSpPr>
      <p:sp>
        <p:nvSpPr>
          <p:cNvPr id="900" name="Google Shape;900;g1e52b8f997a_0_12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1" name="Google Shape;901;g1e52b8f997a_0_12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1"/>
        <p:cNvGrpSpPr/>
        <p:nvPr/>
      </p:nvGrpSpPr>
      <p:grpSpPr>
        <a:xfrm>
          <a:off x="0" y="0"/>
          <a:ext cx="0" cy="0"/>
          <a:chOff x="0" y="0"/>
          <a:chExt cx="0" cy="0"/>
        </a:xfrm>
      </p:grpSpPr>
      <p:sp>
        <p:nvSpPr>
          <p:cNvPr id="932" name="Google Shape;932;g1e52b8f997a_0_12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3" name="Google Shape;933;g1e52b8f997a_0_1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2"/>
        <p:cNvGrpSpPr/>
        <p:nvPr/>
      </p:nvGrpSpPr>
      <p:grpSpPr>
        <a:xfrm>
          <a:off x="0" y="0"/>
          <a:ext cx="0" cy="0"/>
          <a:chOff x="0" y="0"/>
          <a:chExt cx="0" cy="0"/>
        </a:xfrm>
      </p:grpSpPr>
      <p:sp>
        <p:nvSpPr>
          <p:cNvPr id="1043" name="Google Shape;1043;gd44c0c1fca_0_1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4" name="Google Shape;1044;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7"/>
        <p:cNvGrpSpPr/>
        <p:nvPr/>
      </p:nvGrpSpPr>
      <p:grpSpPr>
        <a:xfrm>
          <a:off x="0" y="0"/>
          <a:ext cx="0" cy="0"/>
          <a:chOff x="0" y="0"/>
          <a:chExt cx="0" cy="0"/>
        </a:xfrm>
      </p:grpSpPr>
      <p:sp>
        <p:nvSpPr>
          <p:cNvPr id="1058" name="Google Shape;1058;g51b1a71d38_3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9" name="Google Shape;1059;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3"/>
        <p:cNvGrpSpPr/>
        <p:nvPr/>
      </p:nvGrpSpPr>
      <p:grpSpPr>
        <a:xfrm>
          <a:off x="0" y="0"/>
          <a:ext cx="0" cy="0"/>
          <a:chOff x="0" y="0"/>
          <a:chExt cx="0" cy="0"/>
        </a:xfrm>
      </p:grpSpPr>
      <p:sp>
        <p:nvSpPr>
          <p:cNvPr id="1064" name="Google Shape;1064;g1e52b8f997a_0_11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5" name="Google Shape;1065;g1e52b8f997a_0_11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9"/>
        <p:cNvGrpSpPr/>
        <p:nvPr/>
      </p:nvGrpSpPr>
      <p:grpSpPr>
        <a:xfrm>
          <a:off x="0" y="0"/>
          <a:ext cx="0" cy="0"/>
          <a:chOff x="0" y="0"/>
          <a:chExt cx="0" cy="0"/>
        </a:xfrm>
      </p:grpSpPr>
      <p:sp>
        <p:nvSpPr>
          <p:cNvPr id="1070" name="Google Shape;1070;g1e52b8f997a_0_11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1" name="Google Shape;1071;g1e52b8f997a_0_1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
        <p:cNvGrpSpPr/>
        <p:nvPr/>
      </p:nvGrpSpPr>
      <p:grpSpPr>
        <a:xfrm>
          <a:off x="0" y="0"/>
          <a:ext cx="0" cy="0"/>
          <a:chOff x="0" y="0"/>
          <a:chExt cx="0" cy="0"/>
        </a:xfrm>
      </p:grpSpPr>
      <p:sp>
        <p:nvSpPr>
          <p:cNvPr id="1076" name="Google Shape;1076;g1e52b8f997a_0_11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 name="Google Shape;1077;g1e52b8f997a_0_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1"/>
        <p:cNvGrpSpPr/>
        <p:nvPr/>
      </p:nvGrpSpPr>
      <p:grpSpPr>
        <a:xfrm>
          <a:off x="0" y="0"/>
          <a:ext cx="0" cy="0"/>
          <a:chOff x="0" y="0"/>
          <a:chExt cx="0" cy="0"/>
        </a:xfrm>
      </p:grpSpPr>
      <p:sp>
        <p:nvSpPr>
          <p:cNvPr id="1092" name="Google Shape;1092;g1e52b8f997a_0_12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3" name="Google Shape;1093;g1e52b8f997a_0_12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7"/>
        <p:cNvGrpSpPr/>
        <p:nvPr/>
      </p:nvGrpSpPr>
      <p:grpSpPr>
        <a:xfrm>
          <a:off x="0" y="0"/>
          <a:ext cx="0" cy="0"/>
          <a:chOff x="0" y="0"/>
          <a:chExt cx="0" cy="0"/>
        </a:xfrm>
      </p:grpSpPr>
      <p:sp>
        <p:nvSpPr>
          <p:cNvPr id="1108" name="Google Shape;1108;g1e52b8f997a_0_13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9" name="Google Shape;1109;g1e52b8f997a_0_1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4"/>
        <p:cNvGrpSpPr/>
        <p:nvPr/>
      </p:nvGrpSpPr>
      <p:grpSpPr>
        <a:xfrm>
          <a:off x="0" y="0"/>
          <a:ext cx="0" cy="0"/>
          <a:chOff x="0" y="0"/>
          <a:chExt cx="0" cy="0"/>
        </a:xfrm>
      </p:grpSpPr>
      <p:sp>
        <p:nvSpPr>
          <p:cNvPr id="1445" name="Google Shape;1445;g1e52b8f997a_0_16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6" name="Google Shape;1446;g1e52b8f997a_0_16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8"/>
        <p:cNvGrpSpPr/>
        <p:nvPr/>
      </p:nvGrpSpPr>
      <p:grpSpPr>
        <a:xfrm>
          <a:off x="0" y="0"/>
          <a:ext cx="0" cy="0"/>
          <a:chOff x="0" y="0"/>
          <a:chExt cx="0" cy="0"/>
        </a:xfrm>
      </p:grpSpPr>
      <p:sp>
        <p:nvSpPr>
          <p:cNvPr id="7359" name="Google Shape;7359;g1e52b8f997a_0_75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60" name="Google Shape;7360;g1e52b8f997a_0_75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5"/>
        <p:cNvGrpSpPr/>
        <p:nvPr/>
      </p:nvGrpSpPr>
      <p:grpSpPr>
        <a:xfrm>
          <a:off x="0" y="0"/>
          <a:ext cx="0" cy="0"/>
          <a:chOff x="0" y="0"/>
          <a:chExt cx="0" cy="0"/>
        </a:xfrm>
      </p:grpSpPr>
      <p:sp>
        <p:nvSpPr>
          <p:cNvPr id="7786" name="Google Shape;7786;g1e52b8f997a_0_79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7" name="Google Shape;7787;g1e52b8f997a_0_79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48"/>
        <p:cNvGrpSpPr/>
        <p:nvPr/>
      </p:nvGrpSpPr>
      <p:grpSpPr>
        <a:xfrm>
          <a:off x="0" y="0"/>
          <a:ext cx="0" cy="0"/>
          <a:chOff x="0" y="0"/>
          <a:chExt cx="0" cy="0"/>
        </a:xfrm>
      </p:grpSpPr>
      <p:sp>
        <p:nvSpPr>
          <p:cNvPr id="7949" name="Google Shape;7949;g1e52b8f997a_0_81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50" name="Google Shape;7950;g1e52b8f997a_0_81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50"/>
        <p:cNvGrpSpPr/>
        <p:nvPr/>
      </p:nvGrpSpPr>
      <p:grpSpPr>
        <a:xfrm>
          <a:off x="0" y="0"/>
          <a:ext cx="0" cy="0"/>
          <a:chOff x="0" y="0"/>
          <a:chExt cx="0" cy="0"/>
        </a:xfrm>
      </p:grpSpPr>
      <p:sp>
        <p:nvSpPr>
          <p:cNvPr id="8351" name="Google Shape;8351;g1e52b8f997a_0_85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2" name="Google Shape;8352;g1e52b8f997a_0_85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21"/>
        <p:cNvGrpSpPr/>
        <p:nvPr/>
      </p:nvGrpSpPr>
      <p:grpSpPr>
        <a:xfrm>
          <a:off x="0" y="0"/>
          <a:ext cx="0" cy="0"/>
          <a:chOff x="0" y="0"/>
          <a:chExt cx="0" cy="0"/>
        </a:xfrm>
      </p:grpSpPr>
      <p:sp>
        <p:nvSpPr>
          <p:cNvPr id="8722" name="Google Shape;8722;g1e52b8f997a_0_89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23" name="Google Shape;8723;g1e52b8f997a_0_89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10"/>
        <p:cNvGrpSpPr/>
        <p:nvPr/>
      </p:nvGrpSpPr>
      <p:grpSpPr>
        <a:xfrm>
          <a:off x="0" y="0"/>
          <a:ext cx="0" cy="0"/>
          <a:chOff x="0" y="0"/>
          <a:chExt cx="0" cy="0"/>
        </a:xfrm>
      </p:grpSpPr>
      <p:sp>
        <p:nvSpPr>
          <p:cNvPr id="9111" name="Google Shape;9111;g1e52b8f997a_0_93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12" name="Google Shape;9112;g1e52b8f997a_0_9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1e52b8f997a_0_97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1e52b8f997a_0_97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4"/>
        <p:cNvGrpSpPr/>
        <p:nvPr/>
      </p:nvGrpSpPr>
      <p:grpSpPr>
        <a:xfrm>
          <a:off x="0" y="0"/>
          <a:ext cx="0" cy="0"/>
          <a:chOff x="0" y="0"/>
          <a:chExt cx="0" cy="0"/>
        </a:xfrm>
      </p:grpSpPr>
      <p:sp>
        <p:nvSpPr>
          <p:cNvPr id="10335" name="Google Shape;10335;g1e52b8f997a_0_105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36" name="Google Shape;10336;g1e52b8f997a_0_10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75"/>
        <p:cNvGrpSpPr/>
        <p:nvPr/>
      </p:nvGrpSpPr>
      <p:grpSpPr>
        <a:xfrm>
          <a:off x="0" y="0"/>
          <a:ext cx="0" cy="0"/>
          <a:chOff x="0" y="0"/>
          <a:chExt cx="0" cy="0"/>
        </a:xfrm>
      </p:grpSpPr>
      <p:sp>
        <p:nvSpPr>
          <p:cNvPr id="11076" name="Google Shape;11076;g1e52b8f997a_0_112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77" name="Google Shape;11077;g1e52b8f997a_0_11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68"/>
        <p:cNvGrpSpPr/>
        <p:nvPr/>
      </p:nvGrpSpPr>
      <p:grpSpPr>
        <a:xfrm>
          <a:off x="0" y="0"/>
          <a:ext cx="0" cy="0"/>
          <a:chOff x="0" y="0"/>
          <a:chExt cx="0" cy="0"/>
        </a:xfrm>
      </p:grpSpPr>
      <p:sp>
        <p:nvSpPr>
          <p:cNvPr id="11769" name="Google Shape;11769;g1e52b8f997a_0_119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70" name="Google Shape;11770;g1e52b8f997a_0_119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70"/>
        <p:cNvGrpSpPr/>
        <p:nvPr/>
      </p:nvGrpSpPr>
      <p:grpSpPr>
        <a:xfrm>
          <a:off x="0" y="0"/>
          <a:ext cx="0" cy="0"/>
          <a:chOff x="0" y="0"/>
          <a:chExt cx="0" cy="0"/>
        </a:xfrm>
      </p:grpSpPr>
      <p:sp>
        <p:nvSpPr>
          <p:cNvPr id="12071" name="Google Shape;12071;g1e52b8f997a_0_122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72" name="Google Shape;12072;g1e52b8f997a_0_122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10"/>
        <p:cNvGrpSpPr/>
        <p:nvPr/>
      </p:nvGrpSpPr>
      <p:grpSpPr>
        <a:xfrm>
          <a:off x="0" y="0"/>
          <a:ext cx="0" cy="0"/>
          <a:chOff x="0" y="0"/>
          <a:chExt cx="0" cy="0"/>
        </a:xfrm>
      </p:grpSpPr>
      <p:sp>
        <p:nvSpPr>
          <p:cNvPr id="12711" name="Google Shape;12711;g1e52b8f997a_0_149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12" name="Google Shape;12712;g1e52b8f997a_0_14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3.jp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4157250" y="0"/>
            <a:ext cx="4986750" cy="3919025"/>
            <a:chOff x="4157250" y="0"/>
            <a:chExt cx="4986750" cy="3919025"/>
          </a:xfrm>
        </p:grpSpPr>
        <p:pic>
          <p:nvPicPr>
            <p:cNvPr id="10" name="Google Shape;10;p2"/>
            <p:cNvPicPr preferRelativeResize="0"/>
            <p:nvPr/>
          </p:nvPicPr>
          <p:blipFill rotWithShape="1">
            <a:blip r:embed="rId2">
              <a:alphaModFix/>
            </a:blip>
            <a:srcRect l="1389" t="26409" r="75094" b="13678"/>
            <a:stretch/>
          </p:blipFill>
          <p:spPr>
            <a:xfrm>
              <a:off x="6204675" y="0"/>
              <a:ext cx="2939325" cy="3919025"/>
            </a:xfrm>
            <a:prstGeom prst="rect">
              <a:avLst/>
            </a:prstGeom>
            <a:noFill/>
            <a:ln>
              <a:noFill/>
            </a:ln>
          </p:spPr>
        </p:pic>
        <p:pic>
          <p:nvPicPr>
            <p:cNvPr id="11" name="Google Shape;11;p2"/>
            <p:cNvPicPr preferRelativeResize="0"/>
            <p:nvPr/>
          </p:nvPicPr>
          <p:blipFill rotWithShape="1">
            <a:blip r:embed="rId3">
              <a:alphaModFix/>
            </a:blip>
            <a:srcRect l="21162" t="55240" r="32620" b="4308"/>
            <a:stretch/>
          </p:blipFill>
          <p:spPr>
            <a:xfrm>
              <a:off x="4157250" y="0"/>
              <a:ext cx="4986750" cy="2284300"/>
            </a:xfrm>
            <a:prstGeom prst="rect">
              <a:avLst/>
            </a:prstGeom>
            <a:noFill/>
            <a:ln>
              <a:noFill/>
            </a:ln>
          </p:spPr>
        </p:pic>
      </p:grpSp>
      <p:grpSp>
        <p:nvGrpSpPr>
          <p:cNvPr id="12" name="Google Shape;12;p2"/>
          <p:cNvGrpSpPr/>
          <p:nvPr/>
        </p:nvGrpSpPr>
        <p:grpSpPr>
          <a:xfrm>
            <a:off x="0" y="1017726"/>
            <a:ext cx="4438149" cy="4166224"/>
            <a:chOff x="0" y="1017726"/>
            <a:chExt cx="4438149" cy="4166224"/>
          </a:xfrm>
        </p:grpSpPr>
        <p:pic>
          <p:nvPicPr>
            <p:cNvPr id="13" name="Google Shape;13;p2"/>
            <p:cNvPicPr preferRelativeResize="0"/>
            <p:nvPr/>
          </p:nvPicPr>
          <p:blipFill rotWithShape="1">
            <a:blip r:embed="rId3">
              <a:alphaModFix/>
            </a:blip>
            <a:srcRect l="35374" t="5165" r="21354" b="51352"/>
            <a:stretch/>
          </p:blipFill>
          <p:spPr>
            <a:xfrm>
              <a:off x="0" y="2809500"/>
              <a:ext cx="4438149" cy="2334000"/>
            </a:xfrm>
            <a:prstGeom prst="rect">
              <a:avLst/>
            </a:prstGeom>
            <a:noFill/>
            <a:ln>
              <a:noFill/>
            </a:ln>
          </p:spPr>
        </p:pic>
        <p:pic>
          <p:nvPicPr>
            <p:cNvPr id="14" name="Google Shape;14;p2"/>
            <p:cNvPicPr preferRelativeResize="0"/>
            <p:nvPr/>
          </p:nvPicPr>
          <p:blipFill rotWithShape="1">
            <a:blip r:embed="rId2">
              <a:alphaModFix/>
            </a:blip>
            <a:srcRect t="21590" r="76126" b="13747"/>
            <a:stretch/>
          </p:blipFill>
          <p:spPr>
            <a:xfrm rot="10800000">
              <a:off x="0" y="1017726"/>
              <a:ext cx="2939325" cy="4166224"/>
            </a:xfrm>
            <a:prstGeom prst="rect">
              <a:avLst/>
            </a:prstGeom>
            <a:noFill/>
            <a:ln>
              <a:noFill/>
            </a:ln>
          </p:spPr>
        </p:pic>
      </p:grpSp>
      <p:sp>
        <p:nvSpPr>
          <p:cNvPr id="15" name="Google Shape;15;p2"/>
          <p:cNvSpPr txBox="1">
            <a:spLocks noGrp="1"/>
          </p:cNvSpPr>
          <p:nvPr>
            <p:ph type="ctrTitle"/>
          </p:nvPr>
        </p:nvSpPr>
        <p:spPr>
          <a:xfrm>
            <a:off x="828750" y="1017725"/>
            <a:ext cx="7486500" cy="2019300"/>
          </a:xfrm>
          <a:prstGeom prst="rect">
            <a:avLst/>
          </a:prstGeom>
        </p:spPr>
        <p:txBody>
          <a:bodyPr spcFirstLastPara="1" wrap="square" lIns="91425" tIns="91425" rIns="91425" bIns="91425" anchor="b" anchorCtr="0">
            <a:noAutofit/>
          </a:bodyPr>
          <a:lstStyle>
            <a:lvl1pPr lvl="0" algn="ctr">
              <a:spcBef>
                <a:spcPts val="0"/>
              </a:spcBef>
              <a:spcAft>
                <a:spcPts val="0"/>
              </a:spcAft>
              <a:buClr>
                <a:srgbClr val="191919"/>
              </a:buClr>
              <a:buSzPts val="5200"/>
              <a:buNone/>
              <a:defRPr sz="5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6" name="Google Shape;16;p2"/>
          <p:cNvSpPr txBox="1">
            <a:spLocks noGrp="1"/>
          </p:cNvSpPr>
          <p:nvPr>
            <p:ph type="subTitle" idx="1"/>
          </p:nvPr>
        </p:nvSpPr>
        <p:spPr>
          <a:xfrm>
            <a:off x="2307600" y="3189425"/>
            <a:ext cx="4528800" cy="475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latin typeface="Actor"/>
                <a:ea typeface="Actor"/>
                <a:cs typeface="Actor"/>
                <a:sym typeface="Actor"/>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7" name="Google Shape;17;p2"/>
          <p:cNvGrpSpPr/>
          <p:nvPr/>
        </p:nvGrpSpPr>
        <p:grpSpPr>
          <a:xfrm>
            <a:off x="340025" y="-478950"/>
            <a:ext cx="7726051" cy="5976025"/>
            <a:chOff x="340025" y="-478950"/>
            <a:chExt cx="7726051" cy="5976025"/>
          </a:xfrm>
        </p:grpSpPr>
        <p:sp>
          <p:nvSpPr>
            <p:cNvPr id="18" name="Google Shape;18;p2"/>
            <p:cNvSpPr/>
            <p:nvPr/>
          </p:nvSpPr>
          <p:spPr>
            <a:xfrm>
              <a:off x="340025" y="419087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7044475" y="-478950"/>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0"/>
        <p:cNvGrpSpPr/>
        <p:nvPr/>
      </p:nvGrpSpPr>
      <p:grpSpPr>
        <a:xfrm>
          <a:off x="0" y="0"/>
          <a:ext cx="0" cy="0"/>
          <a:chOff x="0" y="0"/>
          <a:chExt cx="0" cy="0"/>
        </a:xfrm>
      </p:grpSpPr>
      <p:grpSp>
        <p:nvGrpSpPr>
          <p:cNvPr id="21" name="Google Shape;21;p3"/>
          <p:cNvGrpSpPr/>
          <p:nvPr/>
        </p:nvGrpSpPr>
        <p:grpSpPr>
          <a:xfrm>
            <a:off x="0" y="0"/>
            <a:ext cx="9144000" cy="5183950"/>
            <a:chOff x="0" y="0"/>
            <a:chExt cx="9144000" cy="5183950"/>
          </a:xfrm>
        </p:grpSpPr>
        <p:grpSp>
          <p:nvGrpSpPr>
            <p:cNvPr id="22" name="Google Shape;22;p3"/>
            <p:cNvGrpSpPr/>
            <p:nvPr/>
          </p:nvGrpSpPr>
          <p:grpSpPr>
            <a:xfrm flipH="1">
              <a:off x="0" y="0"/>
              <a:ext cx="4986750" cy="3919025"/>
              <a:chOff x="4157250" y="0"/>
              <a:chExt cx="4986750" cy="3919025"/>
            </a:xfrm>
          </p:grpSpPr>
          <p:pic>
            <p:nvPicPr>
              <p:cNvPr id="23" name="Google Shape;23;p3"/>
              <p:cNvPicPr preferRelativeResize="0"/>
              <p:nvPr/>
            </p:nvPicPr>
            <p:blipFill rotWithShape="1">
              <a:blip r:embed="rId2">
                <a:alphaModFix/>
              </a:blip>
              <a:srcRect l="1389" t="26409" r="75094" b="13678"/>
              <a:stretch/>
            </p:blipFill>
            <p:spPr>
              <a:xfrm>
                <a:off x="6204675" y="0"/>
                <a:ext cx="2939325" cy="3919025"/>
              </a:xfrm>
              <a:prstGeom prst="rect">
                <a:avLst/>
              </a:prstGeom>
              <a:noFill/>
              <a:ln>
                <a:noFill/>
              </a:ln>
            </p:spPr>
          </p:pic>
          <p:pic>
            <p:nvPicPr>
              <p:cNvPr id="24" name="Google Shape;24;p3"/>
              <p:cNvPicPr preferRelativeResize="0"/>
              <p:nvPr/>
            </p:nvPicPr>
            <p:blipFill rotWithShape="1">
              <a:blip r:embed="rId3">
                <a:alphaModFix/>
              </a:blip>
              <a:srcRect l="21162" t="55240" r="32620" b="4308"/>
              <a:stretch/>
            </p:blipFill>
            <p:spPr>
              <a:xfrm>
                <a:off x="4157250" y="0"/>
                <a:ext cx="4986750" cy="2284300"/>
              </a:xfrm>
              <a:prstGeom prst="rect">
                <a:avLst/>
              </a:prstGeom>
              <a:noFill/>
              <a:ln>
                <a:noFill/>
              </a:ln>
            </p:spPr>
          </p:pic>
        </p:grpSp>
        <p:grpSp>
          <p:nvGrpSpPr>
            <p:cNvPr id="25" name="Google Shape;25;p3"/>
            <p:cNvGrpSpPr/>
            <p:nvPr/>
          </p:nvGrpSpPr>
          <p:grpSpPr>
            <a:xfrm flipH="1">
              <a:off x="4705851" y="1017726"/>
              <a:ext cx="4438149" cy="4166224"/>
              <a:chOff x="0" y="1017726"/>
              <a:chExt cx="4438149" cy="4166224"/>
            </a:xfrm>
          </p:grpSpPr>
          <p:pic>
            <p:nvPicPr>
              <p:cNvPr id="26" name="Google Shape;26;p3"/>
              <p:cNvPicPr preferRelativeResize="0"/>
              <p:nvPr/>
            </p:nvPicPr>
            <p:blipFill rotWithShape="1">
              <a:blip r:embed="rId3">
                <a:alphaModFix/>
              </a:blip>
              <a:srcRect l="35374" t="5165" r="21354" b="51352"/>
              <a:stretch/>
            </p:blipFill>
            <p:spPr>
              <a:xfrm>
                <a:off x="0" y="2809500"/>
                <a:ext cx="4438149" cy="2334000"/>
              </a:xfrm>
              <a:prstGeom prst="rect">
                <a:avLst/>
              </a:prstGeom>
              <a:noFill/>
              <a:ln>
                <a:noFill/>
              </a:ln>
            </p:spPr>
          </p:pic>
          <p:pic>
            <p:nvPicPr>
              <p:cNvPr id="27" name="Google Shape;27;p3"/>
              <p:cNvPicPr preferRelativeResize="0"/>
              <p:nvPr/>
            </p:nvPicPr>
            <p:blipFill rotWithShape="1">
              <a:blip r:embed="rId2">
                <a:alphaModFix/>
              </a:blip>
              <a:srcRect t="21590" r="76126" b="13747"/>
              <a:stretch/>
            </p:blipFill>
            <p:spPr>
              <a:xfrm rot="10800000">
                <a:off x="0" y="1017726"/>
                <a:ext cx="2939325" cy="4166224"/>
              </a:xfrm>
              <a:prstGeom prst="rect">
                <a:avLst/>
              </a:prstGeom>
              <a:noFill/>
              <a:ln>
                <a:noFill/>
              </a:ln>
            </p:spPr>
          </p:pic>
        </p:grpSp>
      </p:grpSp>
      <p:sp>
        <p:nvSpPr>
          <p:cNvPr id="28" name="Google Shape;28;p3"/>
          <p:cNvSpPr txBox="1">
            <a:spLocks noGrp="1"/>
          </p:cNvSpPr>
          <p:nvPr>
            <p:ph type="title"/>
          </p:nvPr>
        </p:nvSpPr>
        <p:spPr>
          <a:xfrm>
            <a:off x="1426950" y="2357700"/>
            <a:ext cx="6290100" cy="13827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9" name="Google Shape;29;p3"/>
          <p:cNvSpPr txBox="1">
            <a:spLocks noGrp="1"/>
          </p:cNvSpPr>
          <p:nvPr>
            <p:ph type="title" idx="2" hasCustomPrompt="1"/>
          </p:nvPr>
        </p:nvSpPr>
        <p:spPr>
          <a:xfrm>
            <a:off x="3734400" y="776150"/>
            <a:ext cx="1675200" cy="13827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 name="Google Shape;30;p3"/>
          <p:cNvSpPr txBox="1">
            <a:spLocks noGrp="1"/>
          </p:cNvSpPr>
          <p:nvPr>
            <p:ph type="subTitle" idx="1"/>
          </p:nvPr>
        </p:nvSpPr>
        <p:spPr>
          <a:xfrm>
            <a:off x="2567250" y="3857300"/>
            <a:ext cx="4009500" cy="375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31" name="Google Shape;31;p3"/>
          <p:cNvGrpSpPr/>
          <p:nvPr/>
        </p:nvGrpSpPr>
        <p:grpSpPr>
          <a:xfrm>
            <a:off x="961015" y="-478950"/>
            <a:ext cx="7745176" cy="5234706"/>
            <a:chOff x="961015" y="-478950"/>
            <a:chExt cx="7745176" cy="5234706"/>
          </a:xfrm>
        </p:grpSpPr>
        <p:sp>
          <p:nvSpPr>
            <p:cNvPr id="32" name="Google Shape;32;p3"/>
            <p:cNvSpPr/>
            <p:nvPr/>
          </p:nvSpPr>
          <p:spPr>
            <a:xfrm flipH="1">
              <a:off x="7906891" y="-32097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3"/>
            <p:cNvSpPr/>
            <p:nvPr/>
          </p:nvSpPr>
          <p:spPr>
            <a:xfrm flipH="1">
              <a:off x="961015" y="-478950"/>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3"/>
            <p:cNvSpPr/>
            <p:nvPr/>
          </p:nvSpPr>
          <p:spPr>
            <a:xfrm flipH="1">
              <a:off x="8155357" y="4190875"/>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5"/>
        <p:cNvGrpSpPr/>
        <p:nvPr/>
      </p:nvGrpSpPr>
      <p:grpSpPr>
        <a:xfrm>
          <a:off x="0" y="0"/>
          <a:ext cx="0" cy="0"/>
          <a:chOff x="0" y="0"/>
          <a:chExt cx="0" cy="0"/>
        </a:xfrm>
      </p:grpSpPr>
      <p:grpSp>
        <p:nvGrpSpPr>
          <p:cNvPr id="36" name="Google Shape;36;p4"/>
          <p:cNvGrpSpPr/>
          <p:nvPr/>
        </p:nvGrpSpPr>
        <p:grpSpPr>
          <a:xfrm>
            <a:off x="0" y="-101799"/>
            <a:ext cx="9144001" cy="5285749"/>
            <a:chOff x="0" y="-101799"/>
            <a:chExt cx="9144001" cy="5285749"/>
          </a:xfrm>
        </p:grpSpPr>
        <p:grpSp>
          <p:nvGrpSpPr>
            <p:cNvPr id="37" name="Google Shape;37;p4"/>
            <p:cNvGrpSpPr/>
            <p:nvPr/>
          </p:nvGrpSpPr>
          <p:grpSpPr>
            <a:xfrm>
              <a:off x="5399875" y="0"/>
              <a:ext cx="3744126" cy="5183950"/>
              <a:chOff x="5399875" y="0"/>
              <a:chExt cx="3744126" cy="5183950"/>
            </a:xfrm>
          </p:grpSpPr>
          <p:pic>
            <p:nvPicPr>
              <p:cNvPr id="38" name="Google Shape;38;p4"/>
              <p:cNvPicPr preferRelativeResize="0"/>
              <p:nvPr/>
            </p:nvPicPr>
            <p:blipFill rotWithShape="1">
              <a:blip r:embed="rId2">
                <a:alphaModFix/>
              </a:blip>
              <a:srcRect t="28158" r="83019" b="11928"/>
              <a:stretch/>
            </p:blipFill>
            <p:spPr>
              <a:xfrm>
                <a:off x="7021525" y="0"/>
                <a:ext cx="2122476" cy="3919025"/>
              </a:xfrm>
              <a:prstGeom prst="rect">
                <a:avLst/>
              </a:prstGeom>
              <a:noFill/>
              <a:ln>
                <a:noFill/>
              </a:ln>
            </p:spPr>
          </p:pic>
          <p:pic>
            <p:nvPicPr>
              <p:cNvPr id="39" name="Google Shape;39;p4"/>
              <p:cNvPicPr preferRelativeResize="0"/>
              <p:nvPr/>
            </p:nvPicPr>
            <p:blipFill rotWithShape="1">
              <a:blip r:embed="rId3">
                <a:alphaModFix/>
              </a:blip>
              <a:srcRect l="13259" t="4639" r="52040" b="54908"/>
              <a:stretch/>
            </p:blipFill>
            <p:spPr>
              <a:xfrm>
                <a:off x="5399875" y="2899650"/>
                <a:ext cx="3744126" cy="2284300"/>
              </a:xfrm>
              <a:prstGeom prst="rect">
                <a:avLst/>
              </a:prstGeom>
              <a:noFill/>
              <a:ln>
                <a:noFill/>
              </a:ln>
            </p:spPr>
          </p:pic>
        </p:grpSp>
        <p:grpSp>
          <p:nvGrpSpPr>
            <p:cNvPr id="40" name="Google Shape;40;p4"/>
            <p:cNvGrpSpPr/>
            <p:nvPr/>
          </p:nvGrpSpPr>
          <p:grpSpPr>
            <a:xfrm>
              <a:off x="0" y="-101799"/>
              <a:ext cx="4438149" cy="4762499"/>
              <a:chOff x="0" y="-101799"/>
              <a:chExt cx="4438149" cy="4762499"/>
            </a:xfrm>
          </p:grpSpPr>
          <p:pic>
            <p:nvPicPr>
              <p:cNvPr id="41" name="Google Shape;41;p4"/>
              <p:cNvPicPr preferRelativeResize="0"/>
              <p:nvPr/>
            </p:nvPicPr>
            <p:blipFill rotWithShape="1">
              <a:blip r:embed="rId3">
                <a:alphaModFix/>
              </a:blip>
              <a:srcRect l="31151" t="56453" r="25577" b="4985"/>
              <a:stretch/>
            </p:blipFill>
            <p:spPr>
              <a:xfrm>
                <a:off x="0" y="0"/>
                <a:ext cx="4438149" cy="2069901"/>
              </a:xfrm>
              <a:prstGeom prst="rect">
                <a:avLst/>
              </a:prstGeom>
              <a:noFill/>
              <a:ln>
                <a:noFill/>
              </a:ln>
            </p:spPr>
          </p:pic>
          <p:pic>
            <p:nvPicPr>
              <p:cNvPr id="42" name="Google Shape;42;p4"/>
              <p:cNvPicPr preferRelativeResize="0"/>
              <p:nvPr/>
            </p:nvPicPr>
            <p:blipFill rotWithShape="1">
              <a:blip r:embed="rId2">
                <a:alphaModFix/>
              </a:blip>
              <a:srcRect l="4616" t="2365" r="79221" b="23719"/>
              <a:stretch/>
            </p:blipFill>
            <p:spPr>
              <a:xfrm rot="10800000">
                <a:off x="1" y="-101799"/>
                <a:ext cx="1989924" cy="4762499"/>
              </a:xfrm>
              <a:prstGeom prst="rect">
                <a:avLst/>
              </a:prstGeom>
              <a:noFill/>
              <a:ln>
                <a:noFill/>
              </a:ln>
            </p:spPr>
          </p:pic>
        </p:grpSp>
      </p:grpSp>
      <p:sp>
        <p:nvSpPr>
          <p:cNvPr id="43" name="Google Shape;43;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44" name="Google Shape;44;p4"/>
          <p:cNvSpPr txBox="1">
            <a:spLocks noGrp="1"/>
          </p:cNvSpPr>
          <p:nvPr>
            <p:ph type="body" idx="1"/>
          </p:nvPr>
        </p:nvSpPr>
        <p:spPr>
          <a:xfrm>
            <a:off x="720000" y="1136951"/>
            <a:ext cx="7704000" cy="3537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sz="1200"/>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grpSp>
        <p:nvGrpSpPr>
          <p:cNvPr id="45" name="Google Shape;45;p4"/>
          <p:cNvGrpSpPr/>
          <p:nvPr/>
        </p:nvGrpSpPr>
        <p:grpSpPr>
          <a:xfrm>
            <a:off x="-1946600" y="-570275"/>
            <a:ext cx="10978984" cy="5713775"/>
            <a:chOff x="-1946600" y="-570275"/>
            <a:chExt cx="10978984" cy="5713775"/>
          </a:xfrm>
        </p:grpSpPr>
        <p:sp>
          <p:nvSpPr>
            <p:cNvPr id="46" name="Google Shape;46;p4"/>
            <p:cNvSpPr/>
            <p:nvPr/>
          </p:nvSpPr>
          <p:spPr>
            <a:xfrm rot="5400000">
              <a:off x="-1946925" y="2714025"/>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4"/>
            <p:cNvSpPr/>
            <p:nvPr/>
          </p:nvSpPr>
          <p:spPr>
            <a:xfrm>
              <a:off x="8285975" y="-57027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4"/>
            <p:cNvSpPr/>
            <p:nvPr/>
          </p:nvSpPr>
          <p:spPr>
            <a:xfrm>
              <a:off x="8481550" y="43215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9"/>
        <p:cNvGrpSpPr/>
        <p:nvPr/>
      </p:nvGrpSpPr>
      <p:grpSpPr>
        <a:xfrm>
          <a:off x="0" y="0"/>
          <a:ext cx="0" cy="0"/>
          <a:chOff x="0" y="0"/>
          <a:chExt cx="0" cy="0"/>
        </a:xfrm>
      </p:grpSpPr>
      <p:grpSp>
        <p:nvGrpSpPr>
          <p:cNvPr id="50" name="Google Shape;50;p5"/>
          <p:cNvGrpSpPr/>
          <p:nvPr/>
        </p:nvGrpSpPr>
        <p:grpSpPr>
          <a:xfrm>
            <a:off x="0" y="0"/>
            <a:ext cx="9144000" cy="5183950"/>
            <a:chOff x="0" y="0"/>
            <a:chExt cx="9144000" cy="5183950"/>
          </a:xfrm>
        </p:grpSpPr>
        <p:grpSp>
          <p:nvGrpSpPr>
            <p:cNvPr id="51" name="Google Shape;51;p5"/>
            <p:cNvGrpSpPr/>
            <p:nvPr/>
          </p:nvGrpSpPr>
          <p:grpSpPr>
            <a:xfrm rot="10800000" flipH="1">
              <a:off x="6412875" y="0"/>
              <a:ext cx="2731125" cy="5143500"/>
              <a:chOff x="6412875" y="0"/>
              <a:chExt cx="2731125" cy="5143500"/>
            </a:xfrm>
          </p:grpSpPr>
          <p:pic>
            <p:nvPicPr>
              <p:cNvPr id="52" name="Google Shape;52;p5"/>
              <p:cNvPicPr preferRelativeResize="0"/>
              <p:nvPr/>
            </p:nvPicPr>
            <p:blipFill rotWithShape="1">
              <a:blip r:embed="rId2">
                <a:alphaModFix/>
              </a:blip>
              <a:srcRect t="24401" r="79404" b="13382"/>
              <a:stretch/>
            </p:blipFill>
            <p:spPr>
              <a:xfrm>
                <a:off x="6569750" y="1074000"/>
                <a:ext cx="2574249" cy="4069500"/>
              </a:xfrm>
              <a:prstGeom prst="rect">
                <a:avLst/>
              </a:prstGeom>
              <a:noFill/>
              <a:ln>
                <a:noFill/>
              </a:ln>
            </p:spPr>
          </p:pic>
          <p:pic>
            <p:nvPicPr>
              <p:cNvPr id="53" name="Google Shape;53;p5"/>
              <p:cNvPicPr preferRelativeResize="0"/>
              <p:nvPr/>
            </p:nvPicPr>
            <p:blipFill rotWithShape="1">
              <a:blip r:embed="rId3">
                <a:alphaModFix/>
              </a:blip>
              <a:srcRect l="18444" t="35665" r="56243" b="-7732"/>
              <a:stretch/>
            </p:blipFill>
            <p:spPr>
              <a:xfrm>
                <a:off x="6412875" y="0"/>
                <a:ext cx="2731125" cy="4069500"/>
              </a:xfrm>
              <a:prstGeom prst="rect">
                <a:avLst/>
              </a:prstGeom>
              <a:noFill/>
              <a:ln>
                <a:noFill/>
              </a:ln>
            </p:spPr>
          </p:pic>
        </p:grpSp>
        <p:grpSp>
          <p:nvGrpSpPr>
            <p:cNvPr id="54" name="Google Shape;54;p5"/>
            <p:cNvGrpSpPr/>
            <p:nvPr/>
          </p:nvGrpSpPr>
          <p:grpSpPr>
            <a:xfrm>
              <a:off x="0" y="1017726"/>
              <a:ext cx="6412874" cy="4166224"/>
              <a:chOff x="0" y="1017726"/>
              <a:chExt cx="6412874" cy="4166224"/>
            </a:xfrm>
          </p:grpSpPr>
          <p:pic>
            <p:nvPicPr>
              <p:cNvPr id="55" name="Google Shape;55;p5"/>
              <p:cNvPicPr preferRelativeResize="0"/>
              <p:nvPr/>
            </p:nvPicPr>
            <p:blipFill rotWithShape="1">
              <a:blip r:embed="rId3">
                <a:alphaModFix/>
              </a:blip>
              <a:srcRect l="23954" t="-9166" r="32773" b="65683"/>
              <a:stretch/>
            </p:blipFill>
            <p:spPr>
              <a:xfrm>
                <a:off x="1974725" y="2837650"/>
                <a:ext cx="4438149" cy="2334000"/>
              </a:xfrm>
              <a:prstGeom prst="rect">
                <a:avLst/>
              </a:prstGeom>
              <a:noFill/>
              <a:ln>
                <a:noFill/>
              </a:ln>
            </p:spPr>
          </p:pic>
          <p:pic>
            <p:nvPicPr>
              <p:cNvPr id="56" name="Google Shape;56;p5"/>
              <p:cNvPicPr preferRelativeResize="0"/>
              <p:nvPr/>
            </p:nvPicPr>
            <p:blipFill rotWithShape="1">
              <a:blip r:embed="rId2">
                <a:alphaModFix/>
              </a:blip>
              <a:srcRect l="-7178" t="31031" r="83305" b="4306"/>
              <a:stretch/>
            </p:blipFill>
            <p:spPr>
              <a:xfrm rot="10800000">
                <a:off x="0" y="1017726"/>
                <a:ext cx="2939325" cy="4166224"/>
              </a:xfrm>
              <a:prstGeom prst="rect">
                <a:avLst/>
              </a:prstGeom>
              <a:noFill/>
              <a:ln>
                <a:noFill/>
              </a:ln>
            </p:spPr>
          </p:pic>
        </p:grpSp>
      </p:grpSp>
      <p:grpSp>
        <p:nvGrpSpPr>
          <p:cNvPr id="57" name="Google Shape;57;p5"/>
          <p:cNvGrpSpPr/>
          <p:nvPr/>
        </p:nvGrpSpPr>
        <p:grpSpPr>
          <a:xfrm>
            <a:off x="-1811603" y="113994"/>
            <a:ext cx="7156253" cy="4944056"/>
            <a:chOff x="-1811603" y="113994"/>
            <a:chExt cx="7156253" cy="4944056"/>
          </a:xfrm>
        </p:grpSpPr>
        <p:sp>
          <p:nvSpPr>
            <p:cNvPr id="58" name="Google Shape;58;p5"/>
            <p:cNvSpPr/>
            <p:nvPr/>
          </p:nvSpPr>
          <p:spPr>
            <a:xfrm>
              <a:off x="3799350" y="470740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5"/>
            <p:cNvSpPr/>
            <p:nvPr/>
          </p:nvSpPr>
          <p:spPr>
            <a:xfrm rot="5400000">
              <a:off x="-1811928" y="114319"/>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 name="Google Shape;6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61" name="Google Shape;61;p5"/>
          <p:cNvSpPr txBox="1">
            <a:spLocks noGrp="1"/>
          </p:cNvSpPr>
          <p:nvPr>
            <p:ph type="subTitle" idx="1"/>
          </p:nvPr>
        </p:nvSpPr>
        <p:spPr>
          <a:xfrm>
            <a:off x="5055284" y="3608749"/>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62" name="Google Shape;62;p5"/>
          <p:cNvSpPr txBox="1">
            <a:spLocks noGrp="1"/>
          </p:cNvSpPr>
          <p:nvPr>
            <p:ph type="subTitle" idx="2"/>
          </p:nvPr>
        </p:nvSpPr>
        <p:spPr>
          <a:xfrm>
            <a:off x="1583300" y="3608749"/>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63" name="Google Shape;63;p5"/>
          <p:cNvSpPr txBox="1">
            <a:spLocks noGrp="1"/>
          </p:cNvSpPr>
          <p:nvPr>
            <p:ph type="subTitle" idx="3"/>
          </p:nvPr>
        </p:nvSpPr>
        <p:spPr>
          <a:xfrm>
            <a:off x="5055275" y="3300725"/>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4" name="Google Shape;64;p5"/>
          <p:cNvSpPr txBox="1">
            <a:spLocks noGrp="1"/>
          </p:cNvSpPr>
          <p:nvPr>
            <p:ph type="subTitle" idx="4"/>
          </p:nvPr>
        </p:nvSpPr>
        <p:spPr>
          <a:xfrm>
            <a:off x="1583300" y="3300725"/>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5"/>
        <p:cNvGrpSpPr/>
        <p:nvPr/>
      </p:nvGrpSpPr>
      <p:grpSpPr>
        <a:xfrm>
          <a:off x="0" y="0"/>
          <a:ext cx="0" cy="0"/>
          <a:chOff x="0" y="0"/>
          <a:chExt cx="0" cy="0"/>
        </a:xfrm>
      </p:grpSpPr>
      <p:grpSp>
        <p:nvGrpSpPr>
          <p:cNvPr id="66" name="Google Shape;66;p6"/>
          <p:cNvGrpSpPr/>
          <p:nvPr/>
        </p:nvGrpSpPr>
        <p:grpSpPr>
          <a:xfrm>
            <a:off x="0" y="0"/>
            <a:ext cx="9144000" cy="5183950"/>
            <a:chOff x="0" y="0"/>
            <a:chExt cx="9144000" cy="5183950"/>
          </a:xfrm>
        </p:grpSpPr>
        <p:grpSp>
          <p:nvGrpSpPr>
            <p:cNvPr id="67" name="Google Shape;67;p6"/>
            <p:cNvGrpSpPr/>
            <p:nvPr/>
          </p:nvGrpSpPr>
          <p:grpSpPr>
            <a:xfrm>
              <a:off x="2674025" y="0"/>
              <a:ext cx="6469975" cy="2172250"/>
              <a:chOff x="2674025" y="0"/>
              <a:chExt cx="6469975" cy="2172250"/>
            </a:xfrm>
          </p:grpSpPr>
          <p:pic>
            <p:nvPicPr>
              <p:cNvPr id="68" name="Google Shape;68;p6"/>
              <p:cNvPicPr preferRelativeResize="0"/>
              <p:nvPr/>
            </p:nvPicPr>
            <p:blipFill rotWithShape="1">
              <a:blip r:embed="rId2">
                <a:alphaModFix/>
              </a:blip>
              <a:srcRect l="7151" t="55786" r="54604" b="11005"/>
              <a:stretch/>
            </p:blipFill>
            <p:spPr>
              <a:xfrm>
                <a:off x="2674025" y="0"/>
                <a:ext cx="4780299" cy="2172250"/>
              </a:xfrm>
              <a:prstGeom prst="rect">
                <a:avLst/>
              </a:prstGeom>
              <a:noFill/>
              <a:ln>
                <a:noFill/>
              </a:ln>
            </p:spPr>
          </p:pic>
          <p:pic>
            <p:nvPicPr>
              <p:cNvPr id="69" name="Google Shape;69;p6"/>
              <p:cNvPicPr preferRelativeResize="0"/>
              <p:nvPr/>
            </p:nvPicPr>
            <p:blipFill rotWithShape="1">
              <a:blip r:embed="rId3">
                <a:alphaModFix/>
              </a:blip>
              <a:srcRect l="22794" t="61047" r="30988" b="7332"/>
              <a:stretch/>
            </p:blipFill>
            <p:spPr>
              <a:xfrm>
                <a:off x="4157250" y="0"/>
                <a:ext cx="4986750" cy="1785600"/>
              </a:xfrm>
              <a:prstGeom prst="rect">
                <a:avLst/>
              </a:prstGeom>
              <a:noFill/>
              <a:ln>
                <a:noFill/>
              </a:ln>
            </p:spPr>
          </p:pic>
        </p:grpSp>
        <p:grpSp>
          <p:nvGrpSpPr>
            <p:cNvPr id="70" name="Google Shape;70;p6"/>
            <p:cNvGrpSpPr/>
            <p:nvPr/>
          </p:nvGrpSpPr>
          <p:grpSpPr>
            <a:xfrm>
              <a:off x="0" y="1017726"/>
              <a:ext cx="4438149" cy="4166224"/>
              <a:chOff x="0" y="1017726"/>
              <a:chExt cx="4438149" cy="4166224"/>
            </a:xfrm>
          </p:grpSpPr>
          <p:pic>
            <p:nvPicPr>
              <p:cNvPr id="71" name="Google Shape;71;p6"/>
              <p:cNvPicPr preferRelativeResize="0"/>
              <p:nvPr/>
            </p:nvPicPr>
            <p:blipFill rotWithShape="1">
              <a:blip r:embed="rId3">
                <a:alphaModFix/>
              </a:blip>
              <a:srcRect l="36975" t="-1817" r="19753" b="58335"/>
              <a:stretch/>
            </p:blipFill>
            <p:spPr>
              <a:xfrm>
                <a:off x="0" y="2809500"/>
                <a:ext cx="4438149" cy="2334000"/>
              </a:xfrm>
              <a:prstGeom prst="rect">
                <a:avLst/>
              </a:prstGeom>
              <a:noFill/>
              <a:ln>
                <a:noFill/>
              </a:ln>
            </p:spPr>
          </p:pic>
          <p:pic>
            <p:nvPicPr>
              <p:cNvPr id="72" name="Google Shape;72;p6"/>
              <p:cNvPicPr preferRelativeResize="0"/>
              <p:nvPr/>
            </p:nvPicPr>
            <p:blipFill rotWithShape="1">
              <a:blip r:embed="rId2">
                <a:alphaModFix/>
              </a:blip>
              <a:srcRect l="-2473" t="21409" r="78599" b="13928"/>
              <a:stretch/>
            </p:blipFill>
            <p:spPr>
              <a:xfrm rot="10800000">
                <a:off x="0" y="1017726"/>
                <a:ext cx="2939325" cy="4166224"/>
              </a:xfrm>
              <a:prstGeom prst="rect">
                <a:avLst/>
              </a:prstGeom>
              <a:noFill/>
              <a:ln>
                <a:noFill/>
              </a:ln>
            </p:spPr>
          </p:pic>
        </p:grpSp>
      </p:grpSp>
      <p:sp>
        <p:nvSpPr>
          <p:cNvPr id="73" name="Google Shape;73;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grpSp>
        <p:nvGrpSpPr>
          <p:cNvPr id="74" name="Google Shape;74;p6"/>
          <p:cNvGrpSpPr/>
          <p:nvPr/>
        </p:nvGrpSpPr>
        <p:grpSpPr>
          <a:xfrm>
            <a:off x="-279950" y="257063"/>
            <a:ext cx="9815576" cy="4780763"/>
            <a:chOff x="-279950" y="257063"/>
            <a:chExt cx="9815576" cy="4780763"/>
          </a:xfrm>
        </p:grpSpPr>
        <p:sp>
          <p:nvSpPr>
            <p:cNvPr id="75" name="Google Shape;75;p6"/>
            <p:cNvSpPr/>
            <p:nvPr/>
          </p:nvSpPr>
          <p:spPr>
            <a:xfrm>
              <a:off x="-279950" y="373162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6"/>
            <p:cNvSpPr/>
            <p:nvPr/>
          </p:nvSpPr>
          <p:spPr>
            <a:xfrm>
              <a:off x="8514025" y="3875450"/>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6"/>
            <p:cNvSpPr/>
            <p:nvPr/>
          </p:nvSpPr>
          <p:spPr>
            <a:xfrm>
              <a:off x="8291650" y="2570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8"/>
        <p:cNvGrpSpPr/>
        <p:nvPr/>
      </p:nvGrpSpPr>
      <p:grpSpPr>
        <a:xfrm>
          <a:off x="0" y="0"/>
          <a:ext cx="0" cy="0"/>
          <a:chOff x="0" y="0"/>
          <a:chExt cx="0" cy="0"/>
        </a:xfrm>
      </p:grpSpPr>
      <p:grpSp>
        <p:nvGrpSpPr>
          <p:cNvPr id="79" name="Google Shape;79;p7"/>
          <p:cNvGrpSpPr/>
          <p:nvPr/>
        </p:nvGrpSpPr>
        <p:grpSpPr>
          <a:xfrm>
            <a:off x="0" y="0"/>
            <a:ext cx="9144076" cy="5143500"/>
            <a:chOff x="0" y="0"/>
            <a:chExt cx="9144076" cy="5143500"/>
          </a:xfrm>
        </p:grpSpPr>
        <p:grpSp>
          <p:nvGrpSpPr>
            <p:cNvPr id="80" name="Google Shape;80;p7"/>
            <p:cNvGrpSpPr/>
            <p:nvPr/>
          </p:nvGrpSpPr>
          <p:grpSpPr>
            <a:xfrm>
              <a:off x="5048725" y="0"/>
              <a:ext cx="4095351" cy="5143500"/>
              <a:chOff x="5048725" y="0"/>
              <a:chExt cx="4095351" cy="5143500"/>
            </a:xfrm>
          </p:grpSpPr>
          <p:pic>
            <p:nvPicPr>
              <p:cNvPr id="81" name="Google Shape;81;p7"/>
              <p:cNvPicPr preferRelativeResize="0"/>
              <p:nvPr/>
            </p:nvPicPr>
            <p:blipFill rotWithShape="1">
              <a:blip r:embed="rId2">
                <a:alphaModFix/>
              </a:blip>
              <a:srcRect l="5249" t="15711" r="79664" b="36605"/>
              <a:stretch/>
            </p:blipFill>
            <p:spPr>
              <a:xfrm>
                <a:off x="7258525" y="2024450"/>
                <a:ext cx="1885551" cy="3119050"/>
              </a:xfrm>
              <a:prstGeom prst="rect">
                <a:avLst/>
              </a:prstGeom>
              <a:noFill/>
              <a:ln>
                <a:noFill/>
              </a:ln>
            </p:spPr>
          </p:pic>
          <p:pic>
            <p:nvPicPr>
              <p:cNvPr id="82" name="Google Shape;82;p7"/>
              <p:cNvPicPr preferRelativeResize="0"/>
              <p:nvPr/>
            </p:nvPicPr>
            <p:blipFill rotWithShape="1">
              <a:blip r:embed="rId3">
                <a:alphaModFix/>
              </a:blip>
              <a:srcRect l="20772" t="56249" r="41272" b="11611"/>
              <a:stretch/>
            </p:blipFill>
            <p:spPr>
              <a:xfrm>
                <a:off x="5048725" y="0"/>
                <a:ext cx="4095276" cy="1814900"/>
              </a:xfrm>
              <a:prstGeom prst="rect">
                <a:avLst/>
              </a:prstGeom>
              <a:noFill/>
              <a:ln>
                <a:noFill/>
              </a:ln>
            </p:spPr>
          </p:pic>
        </p:grpSp>
        <p:grpSp>
          <p:nvGrpSpPr>
            <p:cNvPr id="83" name="Google Shape;83;p7"/>
            <p:cNvGrpSpPr/>
            <p:nvPr/>
          </p:nvGrpSpPr>
          <p:grpSpPr>
            <a:xfrm>
              <a:off x="0" y="767150"/>
              <a:ext cx="2939325" cy="4376350"/>
              <a:chOff x="0" y="767150"/>
              <a:chExt cx="2939325" cy="4376350"/>
            </a:xfrm>
          </p:grpSpPr>
          <p:pic>
            <p:nvPicPr>
              <p:cNvPr id="84" name="Google Shape;84;p7"/>
              <p:cNvPicPr preferRelativeResize="0"/>
              <p:nvPr/>
            </p:nvPicPr>
            <p:blipFill rotWithShape="1">
              <a:blip r:embed="rId3">
                <a:alphaModFix/>
              </a:blip>
              <a:srcRect l="54318" t="9229" r="30047" b="9237"/>
              <a:stretch/>
            </p:blipFill>
            <p:spPr>
              <a:xfrm>
                <a:off x="0" y="767150"/>
                <a:ext cx="1603524" cy="4376350"/>
              </a:xfrm>
              <a:prstGeom prst="rect">
                <a:avLst/>
              </a:prstGeom>
              <a:noFill/>
              <a:ln>
                <a:noFill/>
              </a:ln>
            </p:spPr>
          </p:pic>
          <p:pic>
            <p:nvPicPr>
              <p:cNvPr id="85" name="Google Shape;85;p7"/>
              <p:cNvPicPr preferRelativeResize="0"/>
              <p:nvPr/>
            </p:nvPicPr>
            <p:blipFill rotWithShape="1">
              <a:blip r:embed="rId2">
                <a:alphaModFix/>
              </a:blip>
              <a:srcRect l="5068" t="61132" r="71057" b="-9577"/>
              <a:stretch/>
            </p:blipFill>
            <p:spPr>
              <a:xfrm rot="10800000">
                <a:off x="0" y="2022100"/>
                <a:ext cx="2939325" cy="3121400"/>
              </a:xfrm>
              <a:prstGeom prst="rect">
                <a:avLst/>
              </a:prstGeom>
              <a:noFill/>
              <a:ln>
                <a:noFill/>
              </a:ln>
            </p:spPr>
          </p:pic>
        </p:grpSp>
      </p:grpSp>
      <p:sp>
        <p:nvSpPr>
          <p:cNvPr id="86" name="Google Shape;86;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87" name="Google Shape;87;p7"/>
          <p:cNvSpPr txBox="1">
            <a:spLocks noGrp="1"/>
          </p:cNvSpPr>
          <p:nvPr>
            <p:ph type="subTitle" idx="1"/>
          </p:nvPr>
        </p:nvSpPr>
        <p:spPr>
          <a:xfrm>
            <a:off x="2426250" y="1654500"/>
            <a:ext cx="4291500" cy="229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2"/>
              </a:buClr>
              <a:buSzPts val="1600"/>
              <a:buFont typeface="Nunito Light"/>
              <a:buChar char="●"/>
              <a:defRPr sz="1600"/>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a:endParaRPr/>
          </a:p>
        </p:txBody>
      </p:sp>
      <p:grpSp>
        <p:nvGrpSpPr>
          <p:cNvPr id="88" name="Google Shape;88;p7"/>
          <p:cNvGrpSpPr/>
          <p:nvPr/>
        </p:nvGrpSpPr>
        <p:grpSpPr>
          <a:xfrm>
            <a:off x="169175" y="-573525"/>
            <a:ext cx="8842326" cy="6138125"/>
            <a:chOff x="169175" y="-573525"/>
            <a:chExt cx="8842326" cy="6138125"/>
          </a:xfrm>
        </p:grpSpPr>
        <p:sp>
          <p:nvSpPr>
            <p:cNvPr id="89" name="Google Shape;89;p7"/>
            <p:cNvSpPr/>
            <p:nvPr/>
          </p:nvSpPr>
          <p:spPr>
            <a:xfrm>
              <a:off x="8057575" y="425840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7"/>
            <p:cNvSpPr/>
            <p:nvPr/>
          </p:nvSpPr>
          <p:spPr>
            <a:xfrm>
              <a:off x="7989900" y="-573525"/>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7"/>
            <p:cNvSpPr/>
            <p:nvPr/>
          </p:nvSpPr>
          <p:spPr>
            <a:xfrm>
              <a:off x="169175" y="132625"/>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92"/>
        <p:cNvGrpSpPr/>
        <p:nvPr/>
      </p:nvGrpSpPr>
      <p:grpSpPr>
        <a:xfrm>
          <a:off x="0" y="0"/>
          <a:ext cx="0" cy="0"/>
          <a:chOff x="0" y="0"/>
          <a:chExt cx="0" cy="0"/>
        </a:xfrm>
      </p:grpSpPr>
      <p:sp>
        <p:nvSpPr>
          <p:cNvPr id="93" name="Google Shape;93;p8"/>
          <p:cNvSpPr txBox="1">
            <a:spLocks noGrp="1"/>
          </p:cNvSpPr>
          <p:nvPr>
            <p:ph type="title"/>
          </p:nvPr>
        </p:nvSpPr>
        <p:spPr>
          <a:xfrm>
            <a:off x="1969350" y="1685100"/>
            <a:ext cx="5205300" cy="20781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94" name="Google Shape;94;p8"/>
          <p:cNvGrpSpPr/>
          <p:nvPr/>
        </p:nvGrpSpPr>
        <p:grpSpPr>
          <a:xfrm>
            <a:off x="0" y="0"/>
            <a:ext cx="9144000" cy="5183950"/>
            <a:chOff x="0" y="0"/>
            <a:chExt cx="9144000" cy="5183950"/>
          </a:xfrm>
        </p:grpSpPr>
        <p:grpSp>
          <p:nvGrpSpPr>
            <p:cNvPr id="95" name="Google Shape;95;p8"/>
            <p:cNvGrpSpPr/>
            <p:nvPr/>
          </p:nvGrpSpPr>
          <p:grpSpPr>
            <a:xfrm>
              <a:off x="0" y="0"/>
              <a:ext cx="9144000" cy="3919025"/>
              <a:chOff x="0" y="0"/>
              <a:chExt cx="9144000" cy="3919025"/>
            </a:xfrm>
          </p:grpSpPr>
          <p:pic>
            <p:nvPicPr>
              <p:cNvPr id="96" name="Google Shape;96;p8"/>
              <p:cNvPicPr preferRelativeResize="0"/>
              <p:nvPr/>
            </p:nvPicPr>
            <p:blipFill rotWithShape="1">
              <a:blip r:embed="rId2">
                <a:alphaModFix/>
              </a:blip>
              <a:srcRect l="-1032" t="37319" r="79201" b="16861"/>
              <a:stretch/>
            </p:blipFill>
            <p:spPr>
              <a:xfrm>
                <a:off x="6204675" y="0"/>
                <a:ext cx="2939325" cy="3919025"/>
              </a:xfrm>
              <a:prstGeom prst="rect">
                <a:avLst/>
              </a:prstGeom>
              <a:noFill/>
              <a:ln>
                <a:noFill/>
              </a:ln>
            </p:spPr>
          </p:pic>
          <p:pic>
            <p:nvPicPr>
              <p:cNvPr id="97" name="Google Shape;97;p8"/>
              <p:cNvPicPr preferRelativeResize="0"/>
              <p:nvPr/>
            </p:nvPicPr>
            <p:blipFill rotWithShape="1">
              <a:blip r:embed="rId3">
                <a:alphaModFix/>
              </a:blip>
              <a:srcRect l="32809" t="59548" r="33982"/>
              <a:stretch/>
            </p:blipFill>
            <p:spPr>
              <a:xfrm>
                <a:off x="0" y="0"/>
                <a:ext cx="4896600" cy="2284300"/>
              </a:xfrm>
              <a:prstGeom prst="rect">
                <a:avLst/>
              </a:prstGeom>
              <a:noFill/>
              <a:ln>
                <a:noFill/>
              </a:ln>
            </p:spPr>
          </p:pic>
        </p:grpSp>
        <p:grpSp>
          <p:nvGrpSpPr>
            <p:cNvPr id="98" name="Google Shape;98;p8"/>
            <p:cNvGrpSpPr/>
            <p:nvPr/>
          </p:nvGrpSpPr>
          <p:grpSpPr>
            <a:xfrm>
              <a:off x="0" y="1017726"/>
              <a:ext cx="4438149" cy="4166224"/>
              <a:chOff x="0" y="1017726"/>
              <a:chExt cx="4438149" cy="4166224"/>
            </a:xfrm>
          </p:grpSpPr>
          <p:pic>
            <p:nvPicPr>
              <p:cNvPr id="99" name="Google Shape;99;p8"/>
              <p:cNvPicPr preferRelativeResize="0"/>
              <p:nvPr/>
            </p:nvPicPr>
            <p:blipFill rotWithShape="1">
              <a:blip r:embed="rId3">
                <a:alphaModFix/>
              </a:blip>
              <a:srcRect l="35374" t="5165" r="21354" b="51352"/>
              <a:stretch/>
            </p:blipFill>
            <p:spPr>
              <a:xfrm>
                <a:off x="0" y="2809500"/>
                <a:ext cx="4438149" cy="2334000"/>
              </a:xfrm>
              <a:prstGeom prst="rect">
                <a:avLst/>
              </a:prstGeom>
              <a:noFill/>
              <a:ln>
                <a:noFill/>
              </a:ln>
            </p:spPr>
          </p:pic>
          <p:pic>
            <p:nvPicPr>
              <p:cNvPr id="100" name="Google Shape;100;p8"/>
              <p:cNvPicPr preferRelativeResize="0"/>
              <p:nvPr/>
            </p:nvPicPr>
            <p:blipFill rotWithShape="1">
              <a:blip r:embed="rId2">
                <a:alphaModFix/>
              </a:blip>
              <a:srcRect t="21590" r="76126" b="13747"/>
              <a:stretch/>
            </p:blipFill>
            <p:spPr>
              <a:xfrm rot="10800000">
                <a:off x="0" y="1017726"/>
                <a:ext cx="2939325" cy="4166224"/>
              </a:xfrm>
              <a:prstGeom prst="rect">
                <a:avLst/>
              </a:prstGeom>
              <a:noFill/>
              <a:ln>
                <a:noFill/>
              </a:ln>
            </p:spPr>
          </p:pic>
        </p:grpSp>
      </p:grpSp>
      <p:grpSp>
        <p:nvGrpSpPr>
          <p:cNvPr id="101" name="Google Shape;101;p8"/>
          <p:cNvGrpSpPr/>
          <p:nvPr/>
        </p:nvGrpSpPr>
        <p:grpSpPr>
          <a:xfrm>
            <a:off x="437800" y="-302825"/>
            <a:ext cx="1949176" cy="4906831"/>
            <a:chOff x="437800" y="-302825"/>
            <a:chExt cx="1949176" cy="4906831"/>
          </a:xfrm>
        </p:grpSpPr>
        <p:sp>
          <p:nvSpPr>
            <p:cNvPr id="102" name="Google Shape;102;p8"/>
            <p:cNvSpPr/>
            <p:nvPr/>
          </p:nvSpPr>
          <p:spPr>
            <a:xfrm>
              <a:off x="1365375" y="-302825"/>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8"/>
            <p:cNvSpPr/>
            <p:nvPr/>
          </p:nvSpPr>
          <p:spPr>
            <a:xfrm>
              <a:off x="437800" y="4039125"/>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04"/>
        <p:cNvGrpSpPr/>
        <p:nvPr/>
      </p:nvGrpSpPr>
      <p:grpSpPr>
        <a:xfrm>
          <a:off x="0" y="0"/>
          <a:ext cx="0" cy="0"/>
          <a:chOff x="0" y="0"/>
          <a:chExt cx="0" cy="0"/>
        </a:xfrm>
      </p:grpSpPr>
      <p:sp>
        <p:nvSpPr>
          <p:cNvPr id="105" name="Google Shape;105;p9"/>
          <p:cNvSpPr txBox="1">
            <a:spLocks noGrp="1"/>
          </p:cNvSpPr>
          <p:nvPr>
            <p:ph type="title"/>
          </p:nvPr>
        </p:nvSpPr>
        <p:spPr>
          <a:xfrm>
            <a:off x="1176150" y="1089600"/>
            <a:ext cx="6791700" cy="1460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900"/>
              <a:buNone/>
              <a:defRPr sz="5000"/>
            </a:lvl1pPr>
            <a:lvl2pPr lvl="1" algn="ctr" rtl="0">
              <a:spcBef>
                <a:spcPts val="0"/>
              </a:spcBef>
              <a:spcAft>
                <a:spcPts val="0"/>
              </a:spcAft>
              <a:buSzPts val="2900"/>
              <a:buNone/>
              <a:defRPr/>
            </a:lvl2pPr>
            <a:lvl3pPr lvl="2" algn="ctr" rtl="0">
              <a:spcBef>
                <a:spcPts val="0"/>
              </a:spcBef>
              <a:spcAft>
                <a:spcPts val="0"/>
              </a:spcAft>
              <a:buSzPts val="2900"/>
              <a:buNone/>
              <a:defRPr/>
            </a:lvl3pPr>
            <a:lvl4pPr lvl="3" algn="ctr" rtl="0">
              <a:spcBef>
                <a:spcPts val="0"/>
              </a:spcBef>
              <a:spcAft>
                <a:spcPts val="0"/>
              </a:spcAft>
              <a:buSzPts val="2900"/>
              <a:buNone/>
              <a:defRPr/>
            </a:lvl4pPr>
            <a:lvl5pPr lvl="4" algn="ctr" rtl="0">
              <a:spcBef>
                <a:spcPts val="0"/>
              </a:spcBef>
              <a:spcAft>
                <a:spcPts val="0"/>
              </a:spcAft>
              <a:buSzPts val="2900"/>
              <a:buNone/>
              <a:defRPr/>
            </a:lvl5pPr>
            <a:lvl6pPr lvl="5" algn="ctr" rtl="0">
              <a:spcBef>
                <a:spcPts val="0"/>
              </a:spcBef>
              <a:spcAft>
                <a:spcPts val="0"/>
              </a:spcAft>
              <a:buSzPts val="2900"/>
              <a:buNone/>
              <a:defRPr/>
            </a:lvl6pPr>
            <a:lvl7pPr lvl="6" algn="ctr" rtl="0">
              <a:spcBef>
                <a:spcPts val="0"/>
              </a:spcBef>
              <a:spcAft>
                <a:spcPts val="0"/>
              </a:spcAft>
              <a:buSzPts val="2900"/>
              <a:buNone/>
              <a:defRPr/>
            </a:lvl7pPr>
            <a:lvl8pPr lvl="7" algn="ctr" rtl="0">
              <a:spcBef>
                <a:spcPts val="0"/>
              </a:spcBef>
              <a:spcAft>
                <a:spcPts val="0"/>
              </a:spcAft>
              <a:buSzPts val="2900"/>
              <a:buNone/>
              <a:defRPr/>
            </a:lvl8pPr>
            <a:lvl9pPr lvl="8" algn="ctr" rtl="0">
              <a:spcBef>
                <a:spcPts val="0"/>
              </a:spcBef>
              <a:spcAft>
                <a:spcPts val="0"/>
              </a:spcAft>
              <a:buSzPts val="2900"/>
              <a:buNone/>
              <a:defRPr/>
            </a:lvl9pPr>
          </a:lstStyle>
          <a:p>
            <a:endParaRPr/>
          </a:p>
        </p:txBody>
      </p:sp>
      <p:sp>
        <p:nvSpPr>
          <p:cNvPr id="106" name="Google Shape;106;p9"/>
          <p:cNvSpPr txBox="1">
            <a:spLocks noGrp="1"/>
          </p:cNvSpPr>
          <p:nvPr>
            <p:ph type="subTitle" idx="1"/>
          </p:nvPr>
        </p:nvSpPr>
        <p:spPr>
          <a:xfrm>
            <a:off x="1176150" y="2474000"/>
            <a:ext cx="6791700" cy="1014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107" name="Google Shape;107;p9"/>
          <p:cNvGrpSpPr/>
          <p:nvPr/>
        </p:nvGrpSpPr>
        <p:grpSpPr>
          <a:xfrm>
            <a:off x="4911175" y="18549"/>
            <a:ext cx="4232826" cy="5143501"/>
            <a:chOff x="4911175" y="18549"/>
            <a:chExt cx="4232826" cy="5143501"/>
          </a:xfrm>
        </p:grpSpPr>
        <p:pic>
          <p:nvPicPr>
            <p:cNvPr id="108" name="Google Shape;108;p9"/>
            <p:cNvPicPr preferRelativeResize="0"/>
            <p:nvPr/>
          </p:nvPicPr>
          <p:blipFill rotWithShape="1">
            <a:blip r:embed="rId2">
              <a:alphaModFix/>
            </a:blip>
            <a:srcRect l="4411" t="12981" r="74488" b="16466"/>
            <a:stretch/>
          </p:blipFill>
          <p:spPr>
            <a:xfrm rot="10800000" flipH="1">
              <a:off x="6204675" y="18549"/>
              <a:ext cx="2939325" cy="5143501"/>
            </a:xfrm>
            <a:prstGeom prst="rect">
              <a:avLst/>
            </a:prstGeom>
            <a:noFill/>
            <a:ln>
              <a:noFill/>
            </a:ln>
          </p:spPr>
        </p:pic>
        <p:pic>
          <p:nvPicPr>
            <p:cNvPr id="109" name="Google Shape;109;p9"/>
            <p:cNvPicPr preferRelativeResize="0"/>
            <p:nvPr/>
          </p:nvPicPr>
          <p:blipFill rotWithShape="1">
            <a:blip r:embed="rId3">
              <a:alphaModFix/>
            </a:blip>
            <a:srcRect l="25298" t="54968" r="42214" b="4803"/>
            <a:stretch/>
          </p:blipFill>
          <p:spPr>
            <a:xfrm rot="10800000" flipH="1">
              <a:off x="4911175" y="2418850"/>
              <a:ext cx="4232826" cy="2743200"/>
            </a:xfrm>
            <a:prstGeom prst="rect">
              <a:avLst/>
            </a:prstGeom>
            <a:noFill/>
            <a:ln>
              <a:noFill/>
            </a:ln>
          </p:spPr>
        </p:pic>
      </p:grpSp>
      <p:grpSp>
        <p:nvGrpSpPr>
          <p:cNvPr id="110" name="Google Shape;110;p9"/>
          <p:cNvGrpSpPr/>
          <p:nvPr/>
        </p:nvGrpSpPr>
        <p:grpSpPr>
          <a:xfrm>
            <a:off x="0" y="0"/>
            <a:ext cx="4438149" cy="4144324"/>
            <a:chOff x="0" y="0"/>
            <a:chExt cx="4438149" cy="4144324"/>
          </a:xfrm>
        </p:grpSpPr>
        <p:pic>
          <p:nvPicPr>
            <p:cNvPr id="111" name="Google Shape;111;p9"/>
            <p:cNvPicPr preferRelativeResize="0"/>
            <p:nvPr/>
          </p:nvPicPr>
          <p:blipFill rotWithShape="1">
            <a:blip r:embed="rId3">
              <a:alphaModFix/>
            </a:blip>
            <a:srcRect l="27572" t="-5678" r="29156" b="62196"/>
            <a:stretch/>
          </p:blipFill>
          <p:spPr>
            <a:xfrm rot="10800000" flipH="1">
              <a:off x="0" y="18550"/>
              <a:ext cx="4438149" cy="2334000"/>
            </a:xfrm>
            <a:prstGeom prst="rect">
              <a:avLst/>
            </a:prstGeom>
            <a:noFill/>
            <a:ln>
              <a:noFill/>
            </a:ln>
          </p:spPr>
        </p:pic>
        <p:pic>
          <p:nvPicPr>
            <p:cNvPr id="112" name="Google Shape;112;p9"/>
            <p:cNvPicPr preferRelativeResize="0"/>
            <p:nvPr/>
          </p:nvPicPr>
          <p:blipFill rotWithShape="1">
            <a:blip r:embed="rId2">
              <a:alphaModFix/>
            </a:blip>
            <a:srcRect l="-2630" t="23406" r="78757" b="12272"/>
            <a:stretch/>
          </p:blipFill>
          <p:spPr>
            <a:xfrm flipH="1">
              <a:off x="0" y="0"/>
              <a:ext cx="2939325" cy="4144324"/>
            </a:xfrm>
            <a:prstGeom prst="rect">
              <a:avLst/>
            </a:prstGeom>
            <a:noFill/>
            <a:ln>
              <a:noFill/>
            </a:ln>
          </p:spPr>
        </p:pic>
      </p:grpSp>
      <p:grpSp>
        <p:nvGrpSpPr>
          <p:cNvPr id="113" name="Google Shape;113;p9"/>
          <p:cNvGrpSpPr/>
          <p:nvPr/>
        </p:nvGrpSpPr>
        <p:grpSpPr>
          <a:xfrm>
            <a:off x="-1623775" y="-288475"/>
            <a:ext cx="10294625" cy="5254500"/>
            <a:chOff x="-1623775" y="-288475"/>
            <a:chExt cx="10294625" cy="5254500"/>
          </a:xfrm>
        </p:grpSpPr>
        <p:sp>
          <p:nvSpPr>
            <p:cNvPr id="114" name="Google Shape;114;p9"/>
            <p:cNvSpPr/>
            <p:nvPr/>
          </p:nvSpPr>
          <p:spPr>
            <a:xfrm>
              <a:off x="-1623775" y="2536875"/>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9"/>
            <p:cNvSpPr/>
            <p:nvPr/>
          </p:nvSpPr>
          <p:spPr>
            <a:xfrm>
              <a:off x="7924450" y="-28847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16"/>
        <p:cNvGrpSpPr/>
        <p:nvPr/>
      </p:nvGrpSpPr>
      <p:grpSpPr>
        <a:xfrm>
          <a:off x="0" y="0"/>
          <a:ext cx="0" cy="0"/>
          <a:chOff x="0" y="0"/>
          <a:chExt cx="0" cy="0"/>
        </a:xfrm>
      </p:grpSpPr>
      <p:sp>
        <p:nvSpPr>
          <p:cNvPr id="117" name="Google Shape;117;p10"/>
          <p:cNvSpPr>
            <a:spLocks noGrp="1"/>
          </p:cNvSpPr>
          <p:nvPr>
            <p:ph type="pic" idx="2"/>
          </p:nvPr>
        </p:nvSpPr>
        <p:spPr>
          <a:xfrm>
            <a:off x="0" y="0"/>
            <a:ext cx="9144000" cy="5143500"/>
          </a:xfrm>
          <a:prstGeom prst="rect">
            <a:avLst/>
          </a:prstGeom>
          <a:noFill/>
          <a:ln>
            <a:noFill/>
          </a:ln>
        </p:spPr>
      </p:sp>
      <p:sp>
        <p:nvSpPr>
          <p:cNvPr id="118" name="Google Shape;118;p10"/>
          <p:cNvSpPr txBox="1">
            <a:spLocks noGrp="1"/>
          </p:cNvSpPr>
          <p:nvPr>
            <p:ph type="title"/>
          </p:nvPr>
        </p:nvSpPr>
        <p:spPr>
          <a:xfrm>
            <a:off x="713225" y="539500"/>
            <a:ext cx="3365100" cy="1360200"/>
          </a:xfrm>
          <a:prstGeom prst="rect">
            <a:avLst/>
          </a:prstGeom>
          <a:solidFill>
            <a:schemeClr val="dk1"/>
          </a:solidFill>
        </p:spPr>
        <p:txBody>
          <a:bodyPr spcFirstLastPara="1" wrap="square" lIns="91425" tIns="91425" rIns="91425" bIns="91425" anchor="t" anchorCtr="0">
            <a:noAutofit/>
          </a:bodyPr>
          <a:lstStyle>
            <a:lvl1pPr lvl="0" algn="l" rtl="0">
              <a:spcBef>
                <a:spcPts val="0"/>
              </a:spcBef>
              <a:spcAft>
                <a:spcPts val="0"/>
              </a:spcAft>
              <a:buSzPts val="2900"/>
              <a:buNone/>
              <a:defRPr sz="2400"/>
            </a:lvl1pPr>
            <a:lvl2pPr lvl="1" algn="ctr" rtl="0">
              <a:spcBef>
                <a:spcPts val="0"/>
              </a:spcBef>
              <a:spcAft>
                <a:spcPts val="0"/>
              </a:spcAft>
              <a:buSzPts val="2900"/>
              <a:buNone/>
              <a:defRPr/>
            </a:lvl2pPr>
            <a:lvl3pPr lvl="2" algn="ctr" rtl="0">
              <a:spcBef>
                <a:spcPts val="0"/>
              </a:spcBef>
              <a:spcAft>
                <a:spcPts val="0"/>
              </a:spcAft>
              <a:buSzPts val="2900"/>
              <a:buNone/>
              <a:defRPr/>
            </a:lvl3pPr>
            <a:lvl4pPr lvl="3" algn="ctr" rtl="0">
              <a:spcBef>
                <a:spcPts val="0"/>
              </a:spcBef>
              <a:spcAft>
                <a:spcPts val="0"/>
              </a:spcAft>
              <a:buSzPts val="2900"/>
              <a:buNone/>
              <a:defRPr/>
            </a:lvl4pPr>
            <a:lvl5pPr lvl="4" algn="ctr" rtl="0">
              <a:spcBef>
                <a:spcPts val="0"/>
              </a:spcBef>
              <a:spcAft>
                <a:spcPts val="0"/>
              </a:spcAft>
              <a:buSzPts val="2900"/>
              <a:buNone/>
              <a:defRPr/>
            </a:lvl5pPr>
            <a:lvl6pPr lvl="5" algn="ctr" rtl="0">
              <a:spcBef>
                <a:spcPts val="0"/>
              </a:spcBef>
              <a:spcAft>
                <a:spcPts val="0"/>
              </a:spcAft>
              <a:buSzPts val="2900"/>
              <a:buNone/>
              <a:defRPr/>
            </a:lvl6pPr>
            <a:lvl7pPr lvl="6" algn="ctr" rtl="0">
              <a:spcBef>
                <a:spcPts val="0"/>
              </a:spcBef>
              <a:spcAft>
                <a:spcPts val="0"/>
              </a:spcAft>
              <a:buSzPts val="2900"/>
              <a:buNone/>
              <a:defRPr/>
            </a:lvl7pPr>
            <a:lvl8pPr lvl="7" algn="ctr" rtl="0">
              <a:spcBef>
                <a:spcPts val="0"/>
              </a:spcBef>
              <a:spcAft>
                <a:spcPts val="0"/>
              </a:spcAft>
              <a:buSzPts val="2900"/>
              <a:buNone/>
              <a:defRPr/>
            </a:lvl8pPr>
            <a:lvl9pPr lvl="8" algn="ctr" rtl="0">
              <a:spcBef>
                <a:spcPts val="0"/>
              </a:spcBef>
              <a:spcAft>
                <a:spcPts val="0"/>
              </a:spcAft>
              <a:buSzPts val="29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19"/>
        <p:cNvGrpSpPr/>
        <p:nvPr/>
      </p:nvGrpSpPr>
      <p:grpSpPr>
        <a:xfrm>
          <a:off x="0" y="0"/>
          <a:ext cx="0" cy="0"/>
          <a:chOff x="0" y="0"/>
          <a:chExt cx="0" cy="0"/>
        </a:xfrm>
      </p:grpSpPr>
      <p:sp>
        <p:nvSpPr>
          <p:cNvPr id="120" name="Google Shape;120;p11"/>
          <p:cNvSpPr txBox="1">
            <a:spLocks noGrp="1"/>
          </p:cNvSpPr>
          <p:nvPr>
            <p:ph type="title" hasCustomPrompt="1"/>
          </p:nvPr>
        </p:nvSpPr>
        <p:spPr>
          <a:xfrm>
            <a:off x="1284000" y="1723825"/>
            <a:ext cx="6576000" cy="11985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4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1" name="Google Shape;121;p11"/>
          <p:cNvSpPr txBox="1">
            <a:spLocks noGrp="1"/>
          </p:cNvSpPr>
          <p:nvPr>
            <p:ph type="subTitle" idx="1"/>
          </p:nvPr>
        </p:nvSpPr>
        <p:spPr>
          <a:xfrm>
            <a:off x="1284000" y="2922575"/>
            <a:ext cx="6576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grpSp>
        <p:nvGrpSpPr>
          <p:cNvPr id="122" name="Google Shape;122;p11"/>
          <p:cNvGrpSpPr/>
          <p:nvPr/>
        </p:nvGrpSpPr>
        <p:grpSpPr>
          <a:xfrm flipH="1">
            <a:off x="3029601" y="471801"/>
            <a:ext cx="6114398" cy="4712149"/>
            <a:chOff x="1" y="471801"/>
            <a:chExt cx="6114398" cy="4712149"/>
          </a:xfrm>
        </p:grpSpPr>
        <p:pic>
          <p:nvPicPr>
            <p:cNvPr id="123" name="Google Shape;123;p11"/>
            <p:cNvPicPr preferRelativeResize="0"/>
            <p:nvPr/>
          </p:nvPicPr>
          <p:blipFill rotWithShape="1">
            <a:blip r:embed="rId2">
              <a:alphaModFix/>
            </a:blip>
            <a:srcRect l="28364" r="28364" b="56517"/>
            <a:stretch/>
          </p:blipFill>
          <p:spPr>
            <a:xfrm>
              <a:off x="1676250" y="2837650"/>
              <a:ext cx="4438149" cy="2334000"/>
            </a:xfrm>
            <a:prstGeom prst="rect">
              <a:avLst/>
            </a:prstGeom>
            <a:noFill/>
            <a:ln>
              <a:noFill/>
            </a:ln>
          </p:spPr>
        </p:pic>
        <p:pic>
          <p:nvPicPr>
            <p:cNvPr id="124" name="Google Shape;124;p11"/>
            <p:cNvPicPr preferRelativeResize="0"/>
            <p:nvPr/>
          </p:nvPicPr>
          <p:blipFill rotWithShape="1">
            <a:blip r:embed="rId3">
              <a:alphaModFix/>
            </a:blip>
            <a:srcRect l="2611" t="15569" r="78810" b="11298"/>
            <a:stretch/>
          </p:blipFill>
          <p:spPr>
            <a:xfrm rot="10800000">
              <a:off x="1" y="471801"/>
              <a:ext cx="2287224" cy="4712149"/>
            </a:xfrm>
            <a:prstGeom prst="rect">
              <a:avLst/>
            </a:prstGeom>
            <a:noFill/>
            <a:ln>
              <a:noFill/>
            </a:ln>
          </p:spPr>
        </p:pic>
      </p:grpSp>
      <p:grpSp>
        <p:nvGrpSpPr>
          <p:cNvPr id="125" name="Google Shape;125;p11"/>
          <p:cNvGrpSpPr/>
          <p:nvPr/>
        </p:nvGrpSpPr>
        <p:grpSpPr>
          <a:xfrm>
            <a:off x="5429224" y="-479038"/>
            <a:ext cx="2777751" cy="6045013"/>
            <a:chOff x="5429224" y="-479038"/>
            <a:chExt cx="2777751" cy="6045013"/>
          </a:xfrm>
        </p:grpSpPr>
        <p:sp>
          <p:nvSpPr>
            <p:cNvPr id="126" name="Google Shape;126;p11"/>
            <p:cNvSpPr/>
            <p:nvPr/>
          </p:nvSpPr>
          <p:spPr>
            <a:xfrm flipH="1">
              <a:off x="5429224" y="-479038"/>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1"/>
            <p:cNvSpPr/>
            <p:nvPr/>
          </p:nvSpPr>
          <p:spPr>
            <a:xfrm flipH="1">
              <a:off x="7460575" y="425977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 name="Google Shape;128;p11"/>
          <p:cNvGrpSpPr/>
          <p:nvPr/>
        </p:nvGrpSpPr>
        <p:grpSpPr>
          <a:xfrm flipH="1">
            <a:off x="0" y="0"/>
            <a:ext cx="4986750" cy="3919025"/>
            <a:chOff x="4157250" y="0"/>
            <a:chExt cx="4986750" cy="3919025"/>
          </a:xfrm>
        </p:grpSpPr>
        <p:pic>
          <p:nvPicPr>
            <p:cNvPr id="129" name="Google Shape;129;p11"/>
            <p:cNvPicPr preferRelativeResize="0"/>
            <p:nvPr/>
          </p:nvPicPr>
          <p:blipFill rotWithShape="1">
            <a:blip r:embed="rId3">
              <a:alphaModFix/>
            </a:blip>
            <a:srcRect l="-3478" t="28518" r="79961" b="11569"/>
            <a:stretch/>
          </p:blipFill>
          <p:spPr>
            <a:xfrm>
              <a:off x="6204675" y="0"/>
              <a:ext cx="2939325" cy="3919025"/>
            </a:xfrm>
            <a:prstGeom prst="rect">
              <a:avLst/>
            </a:prstGeom>
            <a:noFill/>
            <a:ln>
              <a:noFill/>
            </a:ln>
          </p:spPr>
        </p:pic>
        <p:pic>
          <p:nvPicPr>
            <p:cNvPr id="130" name="Google Shape;130;p11"/>
            <p:cNvPicPr preferRelativeResize="0"/>
            <p:nvPr/>
          </p:nvPicPr>
          <p:blipFill rotWithShape="1">
            <a:blip r:embed="rId2">
              <a:alphaModFix/>
            </a:blip>
            <a:srcRect l="14461" t="59548" r="39321"/>
            <a:stretch/>
          </p:blipFill>
          <p:spPr>
            <a:xfrm>
              <a:off x="4157250" y="0"/>
              <a:ext cx="4986750" cy="2284300"/>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3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32"/>
        <p:cNvGrpSpPr/>
        <p:nvPr/>
      </p:nvGrpSpPr>
      <p:grpSpPr>
        <a:xfrm>
          <a:off x="0" y="0"/>
          <a:ext cx="0" cy="0"/>
          <a:chOff x="0" y="0"/>
          <a:chExt cx="0" cy="0"/>
        </a:xfrm>
      </p:grpSpPr>
      <p:grpSp>
        <p:nvGrpSpPr>
          <p:cNvPr id="133" name="Google Shape;133;p13"/>
          <p:cNvGrpSpPr/>
          <p:nvPr/>
        </p:nvGrpSpPr>
        <p:grpSpPr>
          <a:xfrm>
            <a:off x="2311325" y="2939300"/>
            <a:ext cx="6506251" cy="2204200"/>
            <a:chOff x="2311325" y="2939300"/>
            <a:chExt cx="6506251" cy="2204200"/>
          </a:xfrm>
        </p:grpSpPr>
        <p:pic>
          <p:nvPicPr>
            <p:cNvPr id="134" name="Google Shape;134;p13"/>
            <p:cNvPicPr preferRelativeResize="0"/>
            <p:nvPr/>
          </p:nvPicPr>
          <p:blipFill rotWithShape="1">
            <a:blip r:embed="rId2">
              <a:alphaModFix/>
            </a:blip>
            <a:srcRect l="11668" t="2625" r="57873" b="63676"/>
            <a:stretch/>
          </p:blipFill>
          <p:spPr>
            <a:xfrm>
              <a:off x="5010600" y="2939300"/>
              <a:ext cx="3806976" cy="2204200"/>
            </a:xfrm>
            <a:prstGeom prst="rect">
              <a:avLst/>
            </a:prstGeom>
            <a:noFill/>
            <a:ln>
              <a:noFill/>
            </a:ln>
          </p:spPr>
        </p:pic>
        <p:pic>
          <p:nvPicPr>
            <p:cNvPr id="135" name="Google Shape;135;p13"/>
            <p:cNvPicPr preferRelativeResize="0"/>
            <p:nvPr/>
          </p:nvPicPr>
          <p:blipFill rotWithShape="1">
            <a:blip r:embed="rId3">
              <a:alphaModFix/>
            </a:blip>
            <a:srcRect l="26893" t="6006" r="26889" b="64358"/>
            <a:stretch/>
          </p:blipFill>
          <p:spPr>
            <a:xfrm>
              <a:off x="2311325" y="3470025"/>
              <a:ext cx="4986750" cy="1673476"/>
            </a:xfrm>
            <a:prstGeom prst="rect">
              <a:avLst/>
            </a:prstGeom>
            <a:noFill/>
            <a:ln>
              <a:noFill/>
            </a:ln>
          </p:spPr>
        </p:pic>
      </p:grpSp>
      <p:grpSp>
        <p:nvGrpSpPr>
          <p:cNvPr id="136" name="Google Shape;136;p13"/>
          <p:cNvGrpSpPr/>
          <p:nvPr/>
        </p:nvGrpSpPr>
        <p:grpSpPr>
          <a:xfrm>
            <a:off x="0" y="-13449"/>
            <a:ext cx="4251175" cy="2400300"/>
            <a:chOff x="0" y="-13449"/>
            <a:chExt cx="4251175" cy="2400300"/>
          </a:xfrm>
        </p:grpSpPr>
        <p:pic>
          <p:nvPicPr>
            <p:cNvPr id="137" name="Google Shape;137;p13"/>
            <p:cNvPicPr preferRelativeResize="0"/>
            <p:nvPr/>
          </p:nvPicPr>
          <p:blipFill rotWithShape="1">
            <a:blip r:embed="rId3">
              <a:alphaModFix/>
            </a:blip>
            <a:srcRect l="48616" t="43141" r="25722" b="12392"/>
            <a:stretch/>
          </p:blipFill>
          <p:spPr>
            <a:xfrm>
              <a:off x="0" y="0"/>
              <a:ext cx="2631924" cy="2386851"/>
            </a:xfrm>
            <a:prstGeom prst="rect">
              <a:avLst/>
            </a:prstGeom>
            <a:noFill/>
            <a:ln>
              <a:noFill/>
            </a:ln>
          </p:spPr>
        </p:pic>
        <p:pic>
          <p:nvPicPr>
            <p:cNvPr id="138" name="Google Shape;138;p13"/>
            <p:cNvPicPr preferRelativeResize="0"/>
            <p:nvPr/>
          </p:nvPicPr>
          <p:blipFill rotWithShape="1">
            <a:blip r:embed="rId2">
              <a:alphaModFix/>
            </a:blip>
            <a:srcRect l="5590" t="19466" r="59880" b="55401"/>
            <a:stretch/>
          </p:blipFill>
          <p:spPr>
            <a:xfrm rot="10800000">
              <a:off x="1" y="-13449"/>
              <a:ext cx="4251174" cy="1619249"/>
            </a:xfrm>
            <a:prstGeom prst="rect">
              <a:avLst/>
            </a:prstGeom>
            <a:noFill/>
            <a:ln>
              <a:noFill/>
            </a:ln>
          </p:spPr>
        </p:pic>
      </p:grpSp>
      <p:sp>
        <p:nvSpPr>
          <p:cNvPr id="139" name="Google Shape;139;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140" name="Google Shape;140;p13"/>
          <p:cNvSpPr txBox="1">
            <a:spLocks noGrp="1"/>
          </p:cNvSpPr>
          <p:nvPr>
            <p:ph type="subTitle" idx="1"/>
          </p:nvPr>
        </p:nvSpPr>
        <p:spPr>
          <a:xfrm>
            <a:off x="719975" y="3440725"/>
            <a:ext cx="2305500" cy="62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1" name="Google Shape;141;p13"/>
          <p:cNvSpPr txBox="1">
            <a:spLocks noGrp="1"/>
          </p:cNvSpPr>
          <p:nvPr>
            <p:ph type="subTitle" idx="2"/>
          </p:nvPr>
        </p:nvSpPr>
        <p:spPr>
          <a:xfrm>
            <a:off x="3419250" y="3440725"/>
            <a:ext cx="2305500" cy="62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2" name="Google Shape;142;p13"/>
          <p:cNvSpPr txBox="1">
            <a:spLocks noGrp="1"/>
          </p:cNvSpPr>
          <p:nvPr>
            <p:ph type="subTitle" idx="3"/>
          </p:nvPr>
        </p:nvSpPr>
        <p:spPr>
          <a:xfrm>
            <a:off x="6118524" y="3440725"/>
            <a:ext cx="2305500" cy="620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3" name="Google Shape;143;p13"/>
          <p:cNvSpPr txBox="1">
            <a:spLocks noGrp="1"/>
          </p:cNvSpPr>
          <p:nvPr>
            <p:ph type="title" idx="4" hasCustomPrompt="1"/>
          </p:nvPr>
        </p:nvSpPr>
        <p:spPr>
          <a:xfrm>
            <a:off x="1434126" y="1702025"/>
            <a:ext cx="877200" cy="849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4" name="Google Shape;144;p13"/>
          <p:cNvSpPr txBox="1">
            <a:spLocks noGrp="1"/>
          </p:cNvSpPr>
          <p:nvPr>
            <p:ph type="title" idx="5" hasCustomPrompt="1"/>
          </p:nvPr>
        </p:nvSpPr>
        <p:spPr>
          <a:xfrm>
            <a:off x="4133400" y="1702025"/>
            <a:ext cx="877200" cy="849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5" name="Google Shape;145;p13"/>
          <p:cNvSpPr txBox="1">
            <a:spLocks noGrp="1"/>
          </p:cNvSpPr>
          <p:nvPr>
            <p:ph type="title" idx="6" hasCustomPrompt="1"/>
          </p:nvPr>
        </p:nvSpPr>
        <p:spPr>
          <a:xfrm>
            <a:off x="6832674" y="1702025"/>
            <a:ext cx="877200" cy="849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6" name="Google Shape;146;p13"/>
          <p:cNvSpPr txBox="1">
            <a:spLocks noGrp="1"/>
          </p:cNvSpPr>
          <p:nvPr>
            <p:ph type="subTitle" idx="7"/>
          </p:nvPr>
        </p:nvSpPr>
        <p:spPr>
          <a:xfrm>
            <a:off x="719976" y="2715825"/>
            <a:ext cx="2305500" cy="754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7" name="Google Shape;147;p13"/>
          <p:cNvSpPr txBox="1">
            <a:spLocks noGrp="1"/>
          </p:cNvSpPr>
          <p:nvPr>
            <p:ph type="subTitle" idx="8"/>
          </p:nvPr>
        </p:nvSpPr>
        <p:spPr>
          <a:xfrm>
            <a:off x="3419250" y="2715825"/>
            <a:ext cx="2305500" cy="754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 name="Google Shape;148;p13"/>
          <p:cNvSpPr txBox="1">
            <a:spLocks noGrp="1"/>
          </p:cNvSpPr>
          <p:nvPr>
            <p:ph type="subTitle" idx="9"/>
          </p:nvPr>
        </p:nvSpPr>
        <p:spPr>
          <a:xfrm>
            <a:off x="6118524" y="2715825"/>
            <a:ext cx="2305500" cy="754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49" name="Google Shape;149;p13"/>
          <p:cNvGrpSpPr/>
          <p:nvPr/>
        </p:nvGrpSpPr>
        <p:grpSpPr>
          <a:xfrm>
            <a:off x="-518850" y="297625"/>
            <a:ext cx="9494975" cy="5458325"/>
            <a:chOff x="-518850" y="297625"/>
            <a:chExt cx="9494975" cy="5458325"/>
          </a:xfrm>
        </p:grpSpPr>
        <p:sp>
          <p:nvSpPr>
            <p:cNvPr id="150" name="Google Shape;150;p13"/>
            <p:cNvSpPr/>
            <p:nvPr/>
          </p:nvSpPr>
          <p:spPr>
            <a:xfrm>
              <a:off x="220275" y="465055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3"/>
            <p:cNvSpPr/>
            <p:nvPr/>
          </p:nvSpPr>
          <p:spPr>
            <a:xfrm>
              <a:off x="8229725" y="44497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3"/>
            <p:cNvSpPr/>
            <p:nvPr/>
          </p:nvSpPr>
          <p:spPr>
            <a:xfrm>
              <a:off x="-518850" y="297625"/>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1">
  <p:cSld name="CUSTOM_12">
    <p:spTree>
      <p:nvGrpSpPr>
        <p:cNvPr id="1" name="Shape 153"/>
        <p:cNvGrpSpPr/>
        <p:nvPr/>
      </p:nvGrpSpPr>
      <p:grpSpPr>
        <a:xfrm>
          <a:off x="0" y="0"/>
          <a:ext cx="0" cy="0"/>
          <a:chOff x="0" y="0"/>
          <a:chExt cx="0" cy="0"/>
        </a:xfrm>
      </p:grpSpPr>
      <p:sp>
        <p:nvSpPr>
          <p:cNvPr id="154" name="Google Shape;154;p14"/>
          <p:cNvSpPr txBox="1">
            <a:spLocks noGrp="1"/>
          </p:cNvSpPr>
          <p:nvPr>
            <p:ph type="title"/>
          </p:nvPr>
        </p:nvSpPr>
        <p:spPr>
          <a:xfrm>
            <a:off x="2567250" y="2357700"/>
            <a:ext cx="4009500" cy="138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55" name="Google Shape;155;p14"/>
          <p:cNvSpPr txBox="1">
            <a:spLocks noGrp="1"/>
          </p:cNvSpPr>
          <p:nvPr>
            <p:ph type="title" idx="2" hasCustomPrompt="1"/>
          </p:nvPr>
        </p:nvSpPr>
        <p:spPr>
          <a:xfrm>
            <a:off x="3745800" y="776150"/>
            <a:ext cx="1652400" cy="13827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6" name="Google Shape;156;p14"/>
          <p:cNvSpPr txBox="1">
            <a:spLocks noGrp="1"/>
          </p:cNvSpPr>
          <p:nvPr>
            <p:ph type="subTitle" idx="1"/>
          </p:nvPr>
        </p:nvSpPr>
        <p:spPr>
          <a:xfrm>
            <a:off x="2567250" y="3857300"/>
            <a:ext cx="4009500" cy="375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157" name="Google Shape;157;p14"/>
          <p:cNvGrpSpPr/>
          <p:nvPr/>
        </p:nvGrpSpPr>
        <p:grpSpPr>
          <a:xfrm>
            <a:off x="5048725" y="0"/>
            <a:ext cx="4095351" cy="5143500"/>
            <a:chOff x="5048725" y="0"/>
            <a:chExt cx="4095351" cy="5143500"/>
          </a:xfrm>
        </p:grpSpPr>
        <p:pic>
          <p:nvPicPr>
            <p:cNvPr id="158" name="Google Shape;158;p14"/>
            <p:cNvPicPr preferRelativeResize="0"/>
            <p:nvPr/>
          </p:nvPicPr>
          <p:blipFill rotWithShape="1">
            <a:blip r:embed="rId2">
              <a:alphaModFix/>
            </a:blip>
            <a:srcRect l="5249" t="15711" r="79664" b="36605"/>
            <a:stretch/>
          </p:blipFill>
          <p:spPr>
            <a:xfrm>
              <a:off x="7258525" y="2024450"/>
              <a:ext cx="1885551" cy="3119050"/>
            </a:xfrm>
            <a:prstGeom prst="rect">
              <a:avLst/>
            </a:prstGeom>
            <a:noFill/>
            <a:ln>
              <a:noFill/>
            </a:ln>
          </p:spPr>
        </p:pic>
        <p:pic>
          <p:nvPicPr>
            <p:cNvPr id="159" name="Google Shape;159;p14"/>
            <p:cNvPicPr preferRelativeResize="0"/>
            <p:nvPr/>
          </p:nvPicPr>
          <p:blipFill rotWithShape="1">
            <a:blip r:embed="rId3">
              <a:alphaModFix/>
            </a:blip>
            <a:srcRect l="27263" t="65601" r="34781" b="2259"/>
            <a:stretch/>
          </p:blipFill>
          <p:spPr>
            <a:xfrm>
              <a:off x="5048725" y="0"/>
              <a:ext cx="4095276" cy="1814900"/>
            </a:xfrm>
            <a:prstGeom prst="rect">
              <a:avLst/>
            </a:prstGeom>
            <a:noFill/>
            <a:ln>
              <a:noFill/>
            </a:ln>
          </p:spPr>
        </p:pic>
      </p:grpSp>
      <p:grpSp>
        <p:nvGrpSpPr>
          <p:cNvPr id="160" name="Google Shape;160;p14"/>
          <p:cNvGrpSpPr/>
          <p:nvPr/>
        </p:nvGrpSpPr>
        <p:grpSpPr>
          <a:xfrm>
            <a:off x="0" y="767150"/>
            <a:ext cx="2939325" cy="4376350"/>
            <a:chOff x="0" y="767150"/>
            <a:chExt cx="2939325" cy="4376350"/>
          </a:xfrm>
        </p:grpSpPr>
        <p:pic>
          <p:nvPicPr>
            <p:cNvPr id="161" name="Google Shape;161;p14"/>
            <p:cNvPicPr preferRelativeResize="0"/>
            <p:nvPr/>
          </p:nvPicPr>
          <p:blipFill rotWithShape="1">
            <a:blip r:embed="rId3">
              <a:alphaModFix/>
            </a:blip>
            <a:srcRect l="54318" t="9229" r="30047" b="9237"/>
            <a:stretch/>
          </p:blipFill>
          <p:spPr>
            <a:xfrm>
              <a:off x="0" y="767150"/>
              <a:ext cx="1603524" cy="4376350"/>
            </a:xfrm>
            <a:prstGeom prst="rect">
              <a:avLst/>
            </a:prstGeom>
            <a:noFill/>
            <a:ln>
              <a:noFill/>
            </a:ln>
          </p:spPr>
        </p:pic>
        <p:pic>
          <p:nvPicPr>
            <p:cNvPr id="162" name="Google Shape;162;p14"/>
            <p:cNvPicPr preferRelativeResize="0"/>
            <p:nvPr/>
          </p:nvPicPr>
          <p:blipFill rotWithShape="1">
            <a:blip r:embed="rId2">
              <a:alphaModFix/>
            </a:blip>
            <a:srcRect l="5068" t="54360" r="71057" b="-2804"/>
            <a:stretch/>
          </p:blipFill>
          <p:spPr>
            <a:xfrm rot="10800000">
              <a:off x="0" y="2022100"/>
              <a:ext cx="2939325" cy="3121400"/>
            </a:xfrm>
            <a:prstGeom prst="rect">
              <a:avLst/>
            </a:prstGeom>
            <a:noFill/>
            <a:ln>
              <a:noFill/>
            </a:ln>
          </p:spPr>
        </p:pic>
      </p:grpSp>
      <p:grpSp>
        <p:nvGrpSpPr>
          <p:cNvPr id="163" name="Google Shape;163;p14"/>
          <p:cNvGrpSpPr/>
          <p:nvPr/>
        </p:nvGrpSpPr>
        <p:grpSpPr>
          <a:xfrm>
            <a:off x="500750" y="257063"/>
            <a:ext cx="8324859" cy="6776088"/>
            <a:chOff x="500750" y="257063"/>
            <a:chExt cx="8324859" cy="6776088"/>
          </a:xfrm>
        </p:grpSpPr>
        <p:sp>
          <p:nvSpPr>
            <p:cNvPr id="164" name="Google Shape;164;p14"/>
            <p:cNvSpPr/>
            <p:nvPr/>
          </p:nvSpPr>
          <p:spPr>
            <a:xfrm>
              <a:off x="500750" y="40830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14"/>
            <p:cNvSpPr/>
            <p:nvPr/>
          </p:nvSpPr>
          <p:spPr>
            <a:xfrm>
              <a:off x="8274775" y="2570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4"/>
            <p:cNvSpPr/>
            <p:nvPr/>
          </p:nvSpPr>
          <p:spPr>
            <a:xfrm>
              <a:off x="5133300" y="4604000"/>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67"/>
        <p:cNvGrpSpPr/>
        <p:nvPr/>
      </p:nvGrpSpPr>
      <p:grpSpPr>
        <a:xfrm>
          <a:off x="0" y="0"/>
          <a:ext cx="0" cy="0"/>
          <a:chOff x="0" y="0"/>
          <a:chExt cx="0" cy="0"/>
        </a:xfrm>
      </p:grpSpPr>
      <p:grpSp>
        <p:nvGrpSpPr>
          <p:cNvPr id="168" name="Google Shape;168;p15"/>
          <p:cNvGrpSpPr/>
          <p:nvPr/>
        </p:nvGrpSpPr>
        <p:grpSpPr>
          <a:xfrm rot="10800000" flipH="1">
            <a:off x="4157250" y="896051"/>
            <a:ext cx="4986750" cy="4287899"/>
            <a:chOff x="4157250" y="0"/>
            <a:chExt cx="4986750" cy="4287899"/>
          </a:xfrm>
        </p:grpSpPr>
        <p:pic>
          <p:nvPicPr>
            <p:cNvPr id="169" name="Google Shape;169;p15"/>
            <p:cNvPicPr preferRelativeResize="0"/>
            <p:nvPr/>
          </p:nvPicPr>
          <p:blipFill rotWithShape="1">
            <a:blip r:embed="rId2">
              <a:alphaModFix/>
            </a:blip>
            <a:srcRect t="25173" r="78569" b="15089"/>
            <a:stretch/>
          </p:blipFill>
          <p:spPr>
            <a:xfrm>
              <a:off x="6204675" y="0"/>
              <a:ext cx="2939325" cy="4287899"/>
            </a:xfrm>
            <a:prstGeom prst="rect">
              <a:avLst/>
            </a:prstGeom>
            <a:noFill/>
            <a:ln>
              <a:noFill/>
            </a:ln>
          </p:spPr>
        </p:pic>
        <p:pic>
          <p:nvPicPr>
            <p:cNvPr id="170" name="Google Shape;170;p15"/>
            <p:cNvPicPr preferRelativeResize="0"/>
            <p:nvPr/>
          </p:nvPicPr>
          <p:blipFill rotWithShape="1">
            <a:blip r:embed="rId3">
              <a:alphaModFix/>
            </a:blip>
            <a:srcRect l="15334" t="49844" r="38448" b="2224"/>
            <a:stretch/>
          </p:blipFill>
          <p:spPr>
            <a:xfrm>
              <a:off x="4157250" y="0"/>
              <a:ext cx="4986750" cy="2706751"/>
            </a:xfrm>
            <a:prstGeom prst="rect">
              <a:avLst/>
            </a:prstGeom>
            <a:noFill/>
            <a:ln>
              <a:noFill/>
            </a:ln>
          </p:spPr>
        </p:pic>
      </p:grpSp>
      <p:grpSp>
        <p:nvGrpSpPr>
          <p:cNvPr id="171" name="Google Shape;171;p15"/>
          <p:cNvGrpSpPr/>
          <p:nvPr/>
        </p:nvGrpSpPr>
        <p:grpSpPr>
          <a:xfrm rot="10800000" flipH="1">
            <a:off x="0" y="-58796"/>
            <a:ext cx="4438149" cy="4166224"/>
            <a:chOff x="0" y="1076522"/>
            <a:chExt cx="4438149" cy="4166224"/>
          </a:xfrm>
        </p:grpSpPr>
        <p:pic>
          <p:nvPicPr>
            <p:cNvPr id="172" name="Google Shape;172;p15"/>
            <p:cNvPicPr preferRelativeResize="0"/>
            <p:nvPr/>
          </p:nvPicPr>
          <p:blipFill rotWithShape="1">
            <a:blip r:embed="rId3">
              <a:alphaModFix/>
            </a:blip>
            <a:srcRect l="44292" t="1775" r="12436" b="54282"/>
            <a:stretch/>
          </p:blipFill>
          <p:spPr>
            <a:xfrm>
              <a:off x="0" y="2809500"/>
              <a:ext cx="4438149" cy="2358751"/>
            </a:xfrm>
            <a:prstGeom prst="rect">
              <a:avLst/>
            </a:prstGeom>
            <a:noFill/>
            <a:ln>
              <a:noFill/>
            </a:ln>
          </p:spPr>
        </p:pic>
        <p:pic>
          <p:nvPicPr>
            <p:cNvPr id="173" name="Google Shape;173;p15"/>
            <p:cNvPicPr preferRelativeResize="0"/>
            <p:nvPr/>
          </p:nvPicPr>
          <p:blipFill rotWithShape="1">
            <a:blip r:embed="rId2">
              <a:alphaModFix/>
            </a:blip>
            <a:srcRect l="-5665" t="7604" r="81791" b="27733"/>
            <a:stretch/>
          </p:blipFill>
          <p:spPr>
            <a:xfrm rot="10800000">
              <a:off x="0" y="1076522"/>
              <a:ext cx="2939325" cy="4166224"/>
            </a:xfrm>
            <a:prstGeom prst="rect">
              <a:avLst/>
            </a:prstGeom>
            <a:noFill/>
            <a:ln>
              <a:noFill/>
            </a:ln>
          </p:spPr>
        </p:pic>
      </p:grpSp>
      <p:grpSp>
        <p:nvGrpSpPr>
          <p:cNvPr id="174" name="Google Shape;174;p15"/>
          <p:cNvGrpSpPr/>
          <p:nvPr/>
        </p:nvGrpSpPr>
        <p:grpSpPr>
          <a:xfrm>
            <a:off x="0" y="133225"/>
            <a:ext cx="8837450" cy="6678300"/>
            <a:chOff x="0" y="133225"/>
            <a:chExt cx="8837450" cy="6678300"/>
          </a:xfrm>
        </p:grpSpPr>
        <p:sp>
          <p:nvSpPr>
            <p:cNvPr id="175" name="Google Shape;175;p15"/>
            <p:cNvSpPr/>
            <p:nvPr/>
          </p:nvSpPr>
          <p:spPr>
            <a:xfrm>
              <a:off x="0" y="4382375"/>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5"/>
            <p:cNvSpPr/>
            <p:nvPr/>
          </p:nvSpPr>
          <p:spPr>
            <a:xfrm>
              <a:off x="7292150" y="364175"/>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5"/>
            <p:cNvSpPr/>
            <p:nvPr/>
          </p:nvSpPr>
          <p:spPr>
            <a:xfrm>
              <a:off x="340025" y="13322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 name="Google Shape;178;p15"/>
          <p:cNvSpPr txBox="1">
            <a:spLocks noGrp="1"/>
          </p:cNvSpPr>
          <p:nvPr>
            <p:ph type="title"/>
          </p:nvPr>
        </p:nvSpPr>
        <p:spPr>
          <a:xfrm>
            <a:off x="1145775" y="3216525"/>
            <a:ext cx="6852300" cy="5319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79" name="Google Shape;179;p15"/>
          <p:cNvSpPr txBox="1">
            <a:spLocks noGrp="1"/>
          </p:cNvSpPr>
          <p:nvPr>
            <p:ph type="subTitle" idx="1"/>
          </p:nvPr>
        </p:nvSpPr>
        <p:spPr>
          <a:xfrm>
            <a:off x="1145925" y="1242650"/>
            <a:ext cx="6852300" cy="1863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180"/>
        <p:cNvGrpSpPr/>
        <p:nvPr/>
      </p:nvGrpSpPr>
      <p:grpSpPr>
        <a:xfrm>
          <a:off x="0" y="0"/>
          <a:ext cx="0" cy="0"/>
          <a:chOff x="0" y="0"/>
          <a:chExt cx="0" cy="0"/>
        </a:xfrm>
      </p:grpSpPr>
      <p:grpSp>
        <p:nvGrpSpPr>
          <p:cNvPr id="181" name="Google Shape;181;p16"/>
          <p:cNvGrpSpPr/>
          <p:nvPr/>
        </p:nvGrpSpPr>
        <p:grpSpPr>
          <a:xfrm>
            <a:off x="5399875" y="0"/>
            <a:ext cx="3744126" cy="5183950"/>
            <a:chOff x="5399875" y="0"/>
            <a:chExt cx="3744126" cy="5183950"/>
          </a:xfrm>
        </p:grpSpPr>
        <p:pic>
          <p:nvPicPr>
            <p:cNvPr id="182" name="Google Shape;182;p16"/>
            <p:cNvPicPr preferRelativeResize="0"/>
            <p:nvPr/>
          </p:nvPicPr>
          <p:blipFill rotWithShape="1">
            <a:blip r:embed="rId2">
              <a:alphaModFix/>
            </a:blip>
            <a:srcRect t="28158" r="83019" b="11928"/>
            <a:stretch/>
          </p:blipFill>
          <p:spPr>
            <a:xfrm>
              <a:off x="7021525" y="0"/>
              <a:ext cx="2122476" cy="3919025"/>
            </a:xfrm>
            <a:prstGeom prst="rect">
              <a:avLst/>
            </a:prstGeom>
            <a:noFill/>
            <a:ln>
              <a:noFill/>
            </a:ln>
          </p:spPr>
        </p:pic>
        <p:pic>
          <p:nvPicPr>
            <p:cNvPr id="183" name="Google Shape;183;p16"/>
            <p:cNvPicPr preferRelativeResize="0"/>
            <p:nvPr/>
          </p:nvPicPr>
          <p:blipFill rotWithShape="1">
            <a:blip r:embed="rId3">
              <a:alphaModFix/>
            </a:blip>
            <a:srcRect l="13259" t="4639" r="52040" b="54908"/>
            <a:stretch/>
          </p:blipFill>
          <p:spPr>
            <a:xfrm>
              <a:off x="5399875" y="2899650"/>
              <a:ext cx="3744126" cy="2284300"/>
            </a:xfrm>
            <a:prstGeom prst="rect">
              <a:avLst/>
            </a:prstGeom>
            <a:noFill/>
            <a:ln>
              <a:noFill/>
            </a:ln>
          </p:spPr>
        </p:pic>
      </p:grpSp>
      <p:grpSp>
        <p:nvGrpSpPr>
          <p:cNvPr id="184" name="Google Shape;184;p16"/>
          <p:cNvGrpSpPr/>
          <p:nvPr/>
        </p:nvGrpSpPr>
        <p:grpSpPr>
          <a:xfrm>
            <a:off x="0" y="-101799"/>
            <a:ext cx="4438149" cy="4762499"/>
            <a:chOff x="0" y="-101799"/>
            <a:chExt cx="4438149" cy="4762499"/>
          </a:xfrm>
        </p:grpSpPr>
        <p:pic>
          <p:nvPicPr>
            <p:cNvPr id="185" name="Google Shape;185;p16"/>
            <p:cNvPicPr preferRelativeResize="0"/>
            <p:nvPr/>
          </p:nvPicPr>
          <p:blipFill rotWithShape="1">
            <a:blip r:embed="rId3">
              <a:alphaModFix/>
            </a:blip>
            <a:srcRect l="31151" t="56453" r="25577" b="4985"/>
            <a:stretch/>
          </p:blipFill>
          <p:spPr>
            <a:xfrm>
              <a:off x="0" y="0"/>
              <a:ext cx="4438149" cy="2069901"/>
            </a:xfrm>
            <a:prstGeom prst="rect">
              <a:avLst/>
            </a:prstGeom>
            <a:noFill/>
            <a:ln>
              <a:noFill/>
            </a:ln>
          </p:spPr>
        </p:pic>
        <p:pic>
          <p:nvPicPr>
            <p:cNvPr id="186" name="Google Shape;186;p16"/>
            <p:cNvPicPr preferRelativeResize="0"/>
            <p:nvPr/>
          </p:nvPicPr>
          <p:blipFill rotWithShape="1">
            <a:blip r:embed="rId2">
              <a:alphaModFix/>
            </a:blip>
            <a:srcRect l="4616" t="2365" r="79221" b="23719"/>
            <a:stretch/>
          </p:blipFill>
          <p:spPr>
            <a:xfrm rot="10800000">
              <a:off x="1" y="-101799"/>
              <a:ext cx="1989924" cy="4762499"/>
            </a:xfrm>
            <a:prstGeom prst="rect">
              <a:avLst/>
            </a:prstGeom>
            <a:noFill/>
            <a:ln>
              <a:noFill/>
            </a:ln>
          </p:spPr>
        </p:pic>
      </p:grpSp>
      <p:sp>
        <p:nvSpPr>
          <p:cNvPr id="187" name="Google Shape;187;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grpSp>
        <p:nvGrpSpPr>
          <p:cNvPr id="188" name="Google Shape;188;p16"/>
          <p:cNvGrpSpPr/>
          <p:nvPr/>
        </p:nvGrpSpPr>
        <p:grpSpPr>
          <a:xfrm>
            <a:off x="-1946600" y="-570275"/>
            <a:ext cx="10978975" cy="5713775"/>
            <a:chOff x="-1946600" y="-570275"/>
            <a:chExt cx="10978975" cy="5713775"/>
          </a:xfrm>
        </p:grpSpPr>
        <p:grpSp>
          <p:nvGrpSpPr>
            <p:cNvPr id="189" name="Google Shape;189;p16"/>
            <p:cNvGrpSpPr/>
            <p:nvPr/>
          </p:nvGrpSpPr>
          <p:grpSpPr>
            <a:xfrm>
              <a:off x="-1946600" y="-570275"/>
              <a:ext cx="10978975" cy="5713775"/>
              <a:chOff x="-1946600" y="-570275"/>
              <a:chExt cx="10978975" cy="5713775"/>
            </a:xfrm>
          </p:grpSpPr>
          <p:sp>
            <p:nvSpPr>
              <p:cNvPr id="190" name="Google Shape;190;p16"/>
              <p:cNvSpPr/>
              <p:nvPr/>
            </p:nvSpPr>
            <p:spPr>
              <a:xfrm rot="5400000">
                <a:off x="-1946925" y="2714025"/>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6"/>
              <p:cNvSpPr/>
              <p:nvPr/>
            </p:nvSpPr>
            <p:spPr>
              <a:xfrm>
                <a:off x="8285975" y="-57027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 name="Google Shape;192;p16"/>
            <p:cNvSpPr/>
            <p:nvPr/>
          </p:nvSpPr>
          <p:spPr>
            <a:xfrm>
              <a:off x="7245563" y="460400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93"/>
        <p:cNvGrpSpPr/>
        <p:nvPr/>
      </p:nvGrpSpPr>
      <p:grpSpPr>
        <a:xfrm>
          <a:off x="0" y="0"/>
          <a:ext cx="0" cy="0"/>
          <a:chOff x="0" y="0"/>
          <a:chExt cx="0" cy="0"/>
        </a:xfrm>
      </p:grpSpPr>
      <p:grpSp>
        <p:nvGrpSpPr>
          <p:cNvPr id="194" name="Google Shape;194;p17"/>
          <p:cNvGrpSpPr/>
          <p:nvPr/>
        </p:nvGrpSpPr>
        <p:grpSpPr>
          <a:xfrm>
            <a:off x="4157250" y="0"/>
            <a:ext cx="4986750" cy="3919025"/>
            <a:chOff x="4157250" y="0"/>
            <a:chExt cx="4986750" cy="3919025"/>
          </a:xfrm>
        </p:grpSpPr>
        <p:pic>
          <p:nvPicPr>
            <p:cNvPr id="195" name="Google Shape;195;p17"/>
            <p:cNvPicPr preferRelativeResize="0"/>
            <p:nvPr/>
          </p:nvPicPr>
          <p:blipFill rotWithShape="1">
            <a:blip r:embed="rId2">
              <a:alphaModFix/>
            </a:blip>
            <a:srcRect l="1389" t="26409" r="75094" b="13678"/>
            <a:stretch/>
          </p:blipFill>
          <p:spPr>
            <a:xfrm>
              <a:off x="6204675" y="0"/>
              <a:ext cx="2939325" cy="3919025"/>
            </a:xfrm>
            <a:prstGeom prst="rect">
              <a:avLst/>
            </a:prstGeom>
            <a:noFill/>
            <a:ln>
              <a:noFill/>
            </a:ln>
          </p:spPr>
        </p:pic>
        <p:pic>
          <p:nvPicPr>
            <p:cNvPr id="196" name="Google Shape;196;p17"/>
            <p:cNvPicPr preferRelativeResize="0"/>
            <p:nvPr/>
          </p:nvPicPr>
          <p:blipFill rotWithShape="1">
            <a:blip r:embed="rId3">
              <a:alphaModFix/>
            </a:blip>
            <a:srcRect l="21162" t="55240" r="32620" b="4308"/>
            <a:stretch/>
          </p:blipFill>
          <p:spPr>
            <a:xfrm>
              <a:off x="4157250" y="0"/>
              <a:ext cx="4986750" cy="2284300"/>
            </a:xfrm>
            <a:prstGeom prst="rect">
              <a:avLst/>
            </a:prstGeom>
            <a:noFill/>
            <a:ln>
              <a:noFill/>
            </a:ln>
          </p:spPr>
        </p:pic>
      </p:grpSp>
      <p:grpSp>
        <p:nvGrpSpPr>
          <p:cNvPr id="197" name="Google Shape;197;p17"/>
          <p:cNvGrpSpPr/>
          <p:nvPr/>
        </p:nvGrpSpPr>
        <p:grpSpPr>
          <a:xfrm>
            <a:off x="0" y="1017726"/>
            <a:ext cx="4438149" cy="4166224"/>
            <a:chOff x="0" y="1017726"/>
            <a:chExt cx="4438149" cy="4166224"/>
          </a:xfrm>
        </p:grpSpPr>
        <p:pic>
          <p:nvPicPr>
            <p:cNvPr id="198" name="Google Shape;198;p17"/>
            <p:cNvPicPr preferRelativeResize="0"/>
            <p:nvPr/>
          </p:nvPicPr>
          <p:blipFill rotWithShape="1">
            <a:blip r:embed="rId3">
              <a:alphaModFix/>
            </a:blip>
            <a:srcRect l="36936" t="-9161" r="19792" b="65679"/>
            <a:stretch/>
          </p:blipFill>
          <p:spPr>
            <a:xfrm>
              <a:off x="0" y="2809500"/>
              <a:ext cx="4438149" cy="2334000"/>
            </a:xfrm>
            <a:prstGeom prst="rect">
              <a:avLst/>
            </a:prstGeom>
            <a:noFill/>
            <a:ln>
              <a:noFill/>
            </a:ln>
          </p:spPr>
        </p:pic>
        <p:pic>
          <p:nvPicPr>
            <p:cNvPr id="199" name="Google Shape;199;p17"/>
            <p:cNvPicPr preferRelativeResize="0"/>
            <p:nvPr/>
          </p:nvPicPr>
          <p:blipFill rotWithShape="1">
            <a:blip r:embed="rId2">
              <a:alphaModFix/>
            </a:blip>
            <a:srcRect l="-4383" t="29608" r="80509" b="5729"/>
            <a:stretch/>
          </p:blipFill>
          <p:spPr>
            <a:xfrm rot="10800000">
              <a:off x="0" y="1017726"/>
              <a:ext cx="2939325" cy="4166224"/>
            </a:xfrm>
            <a:prstGeom prst="rect">
              <a:avLst/>
            </a:prstGeom>
            <a:noFill/>
            <a:ln>
              <a:noFill/>
            </a:ln>
          </p:spPr>
        </p:pic>
      </p:grpSp>
      <p:sp>
        <p:nvSpPr>
          <p:cNvPr id="200" name="Google Shape;200;p17"/>
          <p:cNvSpPr/>
          <p:nvPr/>
        </p:nvSpPr>
        <p:spPr>
          <a:xfrm>
            <a:off x="810650" y="-1889650"/>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17"/>
          <p:cNvSpPr/>
          <p:nvPr/>
        </p:nvSpPr>
        <p:spPr>
          <a:xfrm>
            <a:off x="8360550" y="43215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7"/>
          <p:cNvSpPr txBox="1">
            <a:spLocks noGrp="1"/>
          </p:cNvSpPr>
          <p:nvPr>
            <p:ph type="title"/>
          </p:nvPr>
        </p:nvSpPr>
        <p:spPr>
          <a:xfrm>
            <a:off x="713225" y="886575"/>
            <a:ext cx="4158300" cy="1936500"/>
          </a:xfrm>
          <a:prstGeom prst="rect">
            <a:avLst/>
          </a:prstGeom>
        </p:spPr>
        <p:txBody>
          <a:bodyPr spcFirstLastPara="1" wrap="square" lIns="91425" tIns="91425" rIns="91425" bIns="91425" anchor="b" anchorCtr="0">
            <a:noAutofit/>
          </a:bodyPr>
          <a:lstStyle>
            <a:lvl1pPr lvl="0" algn="l"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203" name="Google Shape;203;p17"/>
          <p:cNvSpPr txBox="1">
            <a:spLocks noGrp="1"/>
          </p:cNvSpPr>
          <p:nvPr>
            <p:ph type="subTitle" idx="1"/>
          </p:nvPr>
        </p:nvSpPr>
        <p:spPr>
          <a:xfrm>
            <a:off x="713225" y="2822925"/>
            <a:ext cx="4158300" cy="112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4" name="Google Shape;204;p17"/>
          <p:cNvSpPr>
            <a:spLocks noGrp="1"/>
          </p:cNvSpPr>
          <p:nvPr>
            <p:ph type="pic" idx="2"/>
          </p:nvPr>
        </p:nvSpPr>
        <p:spPr>
          <a:xfrm>
            <a:off x="4944350" y="974550"/>
            <a:ext cx="3248100" cy="3194400"/>
          </a:xfrm>
          <a:prstGeom prst="rect">
            <a:avLst/>
          </a:prstGeom>
          <a:noFill/>
          <a:ln w="19050" cap="flat" cmpd="sng">
            <a:solidFill>
              <a:schemeClr val="lt1"/>
            </a:solidFill>
            <a:prstDash val="solid"/>
            <a:round/>
            <a:headEnd type="none" w="sm" len="sm"/>
            <a:tailEnd type="none" w="sm" len="sm"/>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205"/>
        <p:cNvGrpSpPr/>
        <p:nvPr/>
      </p:nvGrpSpPr>
      <p:grpSpPr>
        <a:xfrm>
          <a:off x="0" y="0"/>
          <a:ext cx="0" cy="0"/>
          <a:chOff x="0" y="0"/>
          <a:chExt cx="0" cy="0"/>
        </a:xfrm>
      </p:grpSpPr>
      <p:sp>
        <p:nvSpPr>
          <p:cNvPr id="206" name="Google Shape;206;p18"/>
          <p:cNvSpPr txBox="1">
            <a:spLocks noGrp="1"/>
          </p:cNvSpPr>
          <p:nvPr>
            <p:ph type="title"/>
          </p:nvPr>
        </p:nvSpPr>
        <p:spPr>
          <a:xfrm>
            <a:off x="885450" y="1466975"/>
            <a:ext cx="2749800" cy="1041600"/>
          </a:xfrm>
          <a:prstGeom prst="rect">
            <a:avLst/>
          </a:prstGeom>
        </p:spPr>
        <p:txBody>
          <a:bodyPr spcFirstLastPara="1" wrap="square" lIns="91425" tIns="91425" rIns="91425" bIns="91425" anchor="b" anchorCtr="0">
            <a:noAutofit/>
          </a:bodyPr>
          <a:lstStyle>
            <a:lvl1pPr lvl="0" algn="l"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207" name="Google Shape;207;p18"/>
          <p:cNvSpPr txBox="1">
            <a:spLocks noGrp="1"/>
          </p:cNvSpPr>
          <p:nvPr>
            <p:ph type="subTitle" idx="1"/>
          </p:nvPr>
        </p:nvSpPr>
        <p:spPr>
          <a:xfrm>
            <a:off x="885450" y="2508575"/>
            <a:ext cx="2749800" cy="104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208" name="Google Shape;208;p18"/>
          <p:cNvGrpSpPr/>
          <p:nvPr/>
        </p:nvGrpSpPr>
        <p:grpSpPr>
          <a:xfrm>
            <a:off x="5048725" y="0"/>
            <a:ext cx="4095351" cy="5143500"/>
            <a:chOff x="5048725" y="0"/>
            <a:chExt cx="4095351" cy="5143500"/>
          </a:xfrm>
        </p:grpSpPr>
        <p:pic>
          <p:nvPicPr>
            <p:cNvPr id="209" name="Google Shape;209;p18"/>
            <p:cNvPicPr preferRelativeResize="0"/>
            <p:nvPr/>
          </p:nvPicPr>
          <p:blipFill rotWithShape="1">
            <a:blip r:embed="rId2">
              <a:alphaModFix/>
            </a:blip>
            <a:srcRect l="5249" t="15711" r="79664" b="36605"/>
            <a:stretch/>
          </p:blipFill>
          <p:spPr>
            <a:xfrm>
              <a:off x="7258525" y="2024450"/>
              <a:ext cx="1885551" cy="3119050"/>
            </a:xfrm>
            <a:prstGeom prst="rect">
              <a:avLst/>
            </a:prstGeom>
            <a:noFill/>
            <a:ln>
              <a:noFill/>
            </a:ln>
          </p:spPr>
        </p:pic>
        <p:pic>
          <p:nvPicPr>
            <p:cNvPr id="210" name="Google Shape;210;p18"/>
            <p:cNvPicPr preferRelativeResize="0"/>
            <p:nvPr/>
          </p:nvPicPr>
          <p:blipFill rotWithShape="1">
            <a:blip r:embed="rId3">
              <a:alphaModFix/>
            </a:blip>
            <a:srcRect l="27263" t="65601" r="34781" b="2259"/>
            <a:stretch/>
          </p:blipFill>
          <p:spPr>
            <a:xfrm>
              <a:off x="5048725" y="0"/>
              <a:ext cx="4095276" cy="1814900"/>
            </a:xfrm>
            <a:prstGeom prst="rect">
              <a:avLst/>
            </a:prstGeom>
            <a:noFill/>
            <a:ln>
              <a:noFill/>
            </a:ln>
          </p:spPr>
        </p:pic>
      </p:grpSp>
      <p:grpSp>
        <p:nvGrpSpPr>
          <p:cNvPr id="211" name="Google Shape;211;p18"/>
          <p:cNvGrpSpPr/>
          <p:nvPr/>
        </p:nvGrpSpPr>
        <p:grpSpPr>
          <a:xfrm>
            <a:off x="0" y="767150"/>
            <a:ext cx="2939325" cy="4376350"/>
            <a:chOff x="0" y="767150"/>
            <a:chExt cx="2939325" cy="4376350"/>
          </a:xfrm>
        </p:grpSpPr>
        <p:pic>
          <p:nvPicPr>
            <p:cNvPr id="212" name="Google Shape;212;p18"/>
            <p:cNvPicPr preferRelativeResize="0"/>
            <p:nvPr/>
          </p:nvPicPr>
          <p:blipFill rotWithShape="1">
            <a:blip r:embed="rId3">
              <a:alphaModFix/>
            </a:blip>
            <a:srcRect l="54318" t="9229" r="30047" b="9237"/>
            <a:stretch/>
          </p:blipFill>
          <p:spPr>
            <a:xfrm>
              <a:off x="0" y="767150"/>
              <a:ext cx="1603524" cy="4376350"/>
            </a:xfrm>
            <a:prstGeom prst="rect">
              <a:avLst/>
            </a:prstGeom>
            <a:noFill/>
            <a:ln>
              <a:noFill/>
            </a:ln>
          </p:spPr>
        </p:pic>
        <p:pic>
          <p:nvPicPr>
            <p:cNvPr id="213" name="Google Shape;213;p18"/>
            <p:cNvPicPr preferRelativeResize="0"/>
            <p:nvPr/>
          </p:nvPicPr>
          <p:blipFill rotWithShape="1">
            <a:blip r:embed="rId2">
              <a:alphaModFix/>
            </a:blip>
            <a:srcRect l="5068" t="54360" r="71057" b="-2804"/>
            <a:stretch/>
          </p:blipFill>
          <p:spPr>
            <a:xfrm rot="10800000">
              <a:off x="0" y="2022100"/>
              <a:ext cx="2939325" cy="3121400"/>
            </a:xfrm>
            <a:prstGeom prst="rect">
              <a:avLst/>
            </a:prstGeom>
            <a:noFill/>
            <a:ln>
              <a:noFill/>
            </a:ln>
          </p:spPr>
        </p:pic>
      </p:grpSp>
      <p:grpSp>
        <p:nvGrpSpPr>
          <p:cNvPr id="214" name="Google Shape;214;p18"/>
          <p:cNvGrpSpPr/>
          <p:nvPr/>
        </p:nvGrpSpPr>
        <p:grpSpPr>
          <a:xfrm>
            <a:off x="340025" y="-539050"/>
            <a:ext cx="8485584" cy="7572200"/>
            <a:chOff x="340025" y="-539050"/>
            <a:chExt cx="8485584" cy="7572200"/>
          </a:xfrm>
        </p:grpSpPr>
        <p:sp>
          <p:nvSpPr>
            <p:cNvPr id="215" name="Google Shape;215;p18"/>
            <p:cNvSpPr/>
            <p:nvPr/>
          </p:nvSpPr>
          <p:spPr>
            <a:xfrm>
              <a:off x="340025" y="-5390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18"/>
            <p:cNvSpPr/>
            <p:nvPr/>
          </p:nvSpPr>
          <p:spPr>
            <a:xfrm>
              <a:off x="8274775" y="2570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18"/>
            <p:cNvSpPr/>
            <p:nvPr/>
          </p:nvSpPr>
          <p:spPr>
            <a:xfrm>
              <a:off x="3296325" y="4604000"/>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218"/>
        <p:cNvGrpSpPr/>
        <p:nvPr/>
      </p:nvGrpSpPr>
      <p:grpSpPr>
        <a:xfrm>
          <a:off x="0" y="0"/>
          <a:ext cx="0" cy="0"/>
          <a:chOff x="0" y="0"/>
          <a:chExt cx="0" cy="0"/>
        </a:xfrm>
      </p:grpSpPr>
      <p:grpSp>
        <p:nvGrpSpPr>
          <p:cNvPr id="219" name="Google Shape;219;p19"/>
          <p:cNvGrpSpPr/>
          <p:nvPr/>
        </p:nvGrpSpPr>
        <p:grpSpPr>
          <a:xfrm>
            <a:off x="4157250" y="0"/>
            <a:ext cx="4986750" cy="3919025"/>
            <a:chOff x="4157250" y="0"/>
            <a:chExt cx="4986750" cy="3919025"/>
          </a:xfrm>
        </p:grpSpPr>
        <p:pic>
          <p:nvPicPr>
            <p:cNvPr id="220" name="Google Shape;220;p19"/>
            <p:cNvPicPr preferRelativeResize="0"/>
            <p:nvPr/>
          </p:nvPicPr>
          <p:blipFill rotWithShape="1">
            <a:blip r:embed="rId2">
              <a:alphaModFix/>
            </a:blip>
            <a:srcRect l="-6509" t="19166" r="82993" b="20921"/>
            <a:stretch/>
          </p:blipFill>
          <p:spPr>
            <a:xfrm>
              <a:off x="6204675" y="0"/>
              <a:ext cx="2939325" cy="3919025"/>
            </a:xfrm>
            <a:prstGeom prst="rect">
              <a:avLst/>
            </a:prstGeom>
            <a:noFill/>
            <a:ln>
              <a:noFill/>
            </a:ln>
          </p:spPr>
        </p:pic>
        <p:pic>
          <p:nvPicPr>
            <p:cNvPr id="221" name="Google Shape;221;p19"/>
            <p:cNvPicPr preferRelativeResize="0"/>
            <p:nvPr/>
          </p:nvPicPr>
          <p:blipFill rotWithShape="1">
            <a:blip r:embed="rId3">
              <a:alphaModFix/>
            </a:blip>
            <a:srcRect l="21162" t="59548" r="32620"/>
            <a:stretch/>
          </p:blipFill>
          <p:spPr>
            <a:xfrm>
              <a:off x="4157250" y="0"/>
              <a:ext cx="4986750" cy="2284300"/>
            </a:xfrm>
            <a:prstGeom prst="rect">
              <a:avLst/>
            </a:prstGeom>
            <a:noFill/>
            <a:ln>
              <a:noFill/>
            </a:ln>
          </p:spPr>
        </p:pic>
      </p:grpSp>
      <p:grpSp>
        <p:nvGrpSpPr>
          <p:cNvPr id="222" name="Google Shape;222;p19"/>
          <p:cNvGrpSpPr/>
          <p:nvPr/>
        </p:nvGrpSpPr>
        <p:grpSpPr>
          <a:xfrm>
            <a:off x="0" y="1017726"/>
            <a:ext cx="4438149" cy="4166224"/>
            <a:chOff x="0" y="1017726"/>
            <a:chExt cx="4438149" cy="4166224"/>
          </a:xfrm>
        </p:grpSpPr>
        <p:pic>
          <p:nvPicPr>
            <p:cNvPr id="223" name="Google Shape;223;p19"/>
            <p:cNvPicPr preferRelativeResize="0"/>
            <p:nvPr/>
          </p:nvPicPr>
          <p:blipFill rotWithShape="1">
            <a:blip r:embed="rId3">
              <a:alphaModFix/>
            </a:blip>
            <a:srcRect l="40973" t="-3604" r="15755" b="60122"/>
            <a:stretch/>
          </p:blipFill>
          <p:spPr>
            <a:xfrm>
              <a:off x="0" y="2809500"/>
              <a:ext cx="4438149" cy="2334000"/>
            </a:xfrm>
            <a:prstGeom prst="rect">
              <a:avLst/>
            </a:prstGeom>
            <a:noFill/>
            <a:ln>
              <a:noFill/>
            </a:ln>
          </p:spPr>
        </p:pic>
        <p:pic>
          <p:nvPicPr>
            <p:cNvPr id="224" name="Google Shape;224;p19"/>
            <p:cNvPicPr preferRelativeResize="0"/>
            <p:nvPr/>
          </p:nvPicPr>
          <p:blipFill rotWithShape="1">
            <a:blip r:embed="rId2">
              <a:alphaModFix/>
            </a:blip>
            <a:srcRect l="-6061" t="19631" r="82187" b="15706"/>
            <a:stretch/>
          </p:blipFill>
          <p:spPr>
            <a:xfrm rot="10800000">
              <a:off x="0" y="1017726"/>
              <a:ext cx="2939325" cy="4166224"/>
            </a:xfrm>
            <a:prstGeom prst="rect">
              <a:avLst/>
            </a:prstGeom>
            <a:noFill/>
            <a:ln>
              <a:noFill/>
            </a:ln>
          </p:spPr>
        </p:pic>
      </p:grpSp>
      <p:grpSp>
        <p:nvGrpSpPr>
          <p:cNvPr id="225" name="Google Shape;225;p19"/>
          <p:cNvGrpSpPr/>
          <p:nvPr/>
        </p:nvGrpSpPr>
        <p:grpSpPr>
          <a:xfrm>
            <a:off x="-490675" y="364175"/>
            <a:ext cx="9231425" cy="5093375"/>
            <a:chOff x="-490675" y="364175"/>
            <a:chExt cx="9231425" cy="5093375"/>
          </a:xfrm>
        </p:grpSpPr>
        <p:sp>
          <p:nvSpPr>
            <p:cNvPr id="226" name="Google Shape;226;p19"/>
            <p:cNvSpPr/>
            <p:nvPr/>
          </p:nvSpPr>
          <p:spPr>
            <a:xfrm>
              <a:off x="530925" y="364175"/>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19"/>
            <p:cNvSpPr/>
            <p:nvPr/>
          </p:nvSpPr>
          <p:spPr>
            <a:xfrm>
              <a:off x="7994350" y="41513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19"/>
            <p:cNvSpPr/>
            <p:nvPr/>
          </p:nvSpPr>
          <p:spPr>
            <a:xfrm>
              <a:off x="-490675" y="4377425"/>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 name="Google Shape;229;p19"/>
          <p:cNvSpPr txBox="1">
            <a:spLocks noGrp="1"/>
          </p:cNvSpPr>
          <p:nvPr>
            <p:ph type="title"/>
          </p:nvPr>
        </p:nvSpPr>
        <p:spPr>
          <a:xfrm>
            <a:off x="5801325" y="1435500"/>
            <a:ext cx="2512500" cy="10803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230" name="Google Shape;230;p19"/>
          <p:cNvSpPr txBox="1">
            <a:spLocks noGrp="1"/>
          </p:cNvSpPr>
          <p:nvPr>
            <p:ph type="subTitle" idx="1"/>
          </p:nvPr>
        </p:nvSpPr>
        <p:spPr>
          <a:xfrm>
            <a:off x="5801444" y="2439600"/>
            <a:ext cx="2512500" cy="10803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3">
  <p:cSld name="CUSTOM_11">
    <p:spTree>
      <p:nvGrpSpPr>
        <p:cNvPr id="1" name="Shape 231"/>
        <p:cNvGrpSpPr/>
        <p:nvPr/>
      </p:nvGrpSpPr>
      <p:grpSpPr>
        <a:xfrm>
          <a:off x="0" y="0"/>
          <a:ext cx="0" cy="0"/>
          <a:chOff x="0" y="0"/>
          <a:chExt cx="0" cy="0"/>
        </a:xfrm>
      </p:grpSpPr>
      <p:grpSp>
        <p:nvGrpSpPr>
          <p:cNvPr id="232" name="Google Shape;232;p20"/>
          <p:cNvGrpSpPr/>
          <p:nvPr/>
        </p:nvGrpSpPr>
        <p:grpSpPr>
          <a:xfrm>
            <a:off x="2311325" y="2939300"/>
            <a:ext cx="6506251" cy="2204200"/>
            <a:chOff x="2311325" y="2939300"/>
            <a:chExt cx="6506251" cy="2204200"/>
          </a:xfrm>
        </p:grpSpPr>
        <p:pic>
          <p:nvPicPr>
            <p:cNvPr id="233" name="Google Shape;233;p20"/>
            <p:cNvPicPr preferRelativeResize="0"/>
            <p:nvPr/>
          </p:nvPicPr>
          <p:blipFill rotWithShape="1">
            <a:blip r:embed="rId2">
              <a:alphaModFix/>
            </a:blip>
            <a:srcRect l="11668" t="2625" r="57873" b="63676"/>
            <a:stretch/>
          </p:blipFill>
          <p:spPr>
            <a:xfrm>
              <a:off x="5010600" y="2939300"/>
              <a:ext cx="3806976" cy="2204200"/>
            </a:xfrm>
            <a:prstGeom prst="rect">
              <a:avLst/>
            </a:prstGeom>
            <a:noFill/>
            <a:ln>
              <a:noFill/>
            </a:ln>
          </p:spPr>
        </p:pic>
        <p:pic>
          <p:nvPicPr>
            <p:cNvPr id="234" name="Google Shape;234;p20"/>
            <p:cNvPicPr preferRelativeResize="0"/>
            <p:nvPr/>
          </p:nvPicPr>
          <p:blipFill rotWithShape="1">
            <a:blip r:embed="rId3">
              <a:alphaModFix/>
            </a:blip>
            <a:srcRect l="26893" t="6006" r="26889" b="64358"/>
            <a:stretch/>
          </p:blipFill>
          <p:spPr>
            <a:xfrm>
              <a:off x="2311325" y="3470025"/>
              <a:ext cx="4986750" cy="1673476"/>
            </a:xfrm>
            <a:prstGeom prst="rect">
              <a:avLst/>
            </a:prstGeom>
            <a:noFill/>
            <a:ln>
              <a:noFill/>
            </a:ln>
          </p:spPr>
        </p:pic>
      </p:grpSp>
      <p:grpSp>
        <p:nvGrpSpPr>
          <p:cNvPr id="235" name="Google Shape;235;p20"/>
          <p:cNvGrpSpPr/>
          <p:nvPr/>
        </p:nvGrpSpPr>
        <p:grpSpPr>
          <a:xfrm>
            <a:off x="0" y="-13449"/>
            <a:ext cx="4251175" cy="2400300"/>
            <a:chOff x="0" y="-13449"/>
            <a:chExt cx="4251175" cy="2400300"/>
          </a:xfrm>
        </p:grpSpPr>
        <p:pic>
          <p:nvPicPr>
            <p:cNvPr id="236" name="Google Shape;236;p20"/>
            <p:cNvPicPr preferRelativeResize="0"/>
            <p:nvPr/>
          </p:nvPicPr>
          <p:blipFill rotWithShape="1">
            <a:blip r:embed="rId3">
              <a:alphaModFix/>
            </a:blip>
            <a:srcRect l="48616" t="43141" r="25722" b="12392"/>
            <a:stretch/>
          </p:blipFill>
          <p:spPr>
            <a:xfrm>
              <a:off x="0" y="0"/>
              <a:ext cx="2631924" cy="2386851"/>
            </a:xfrm>
            <a:prstGeom prst="rect">
              <a:avLst/>
            </a:prstGeom>
            <a:noFill/>
            <a:ln>
              <a:noFill/>
            </a:ln>
          </p:spPr>
        </p:pic>
        <p:pic>
          <p:nvPicPr>
            <p:cNvPr id="237" name="Google Shape;237;p20"/>
            <p:cNvPicPr preferRelativeResize="0"/>
            <p:nvPr/>
          </p:nvPicPr>
          <p:blipFill rotWithShape="1">
            <a:blip r:embed="rId2">
              <a:alphaModFix/>
            </a:blip>
            <a:srcRect l="5590" t="19466" r="59880" b="55401"/>
            <a:stretch/>
          </p:blipFill>
          <p:spPr>
            <a:xfrm rot="10800000">
              <a:off x="1" y="-13449"/>
              <a:ext cx="4251174" cy="1619249"/>
            </a:xfrm>
            <a:prstGeom prst="rect">
              <a:avLst/>
            </a:prstGeom>
            <a:noFill/>
            <a:ln>
              <a:noFill/>
            </a:ln>
          </p:spPr>
        </p:pic>
      </p:grpSp>
      <p:sp>
        <p:nvSpPr>
          <p:cNvPr id="238" name="Google Shape;238;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grpSp>
        <p:nvGrpSpPr>
          <p:cNvPr id="239" name="Google Shape;239;p20"/>
          <p:cNvGrpSpPr/>
          <p:nvPr/>
        </p:nvGrpSpPr>
        <p:grpSpPr>
          <a:xfrm>
            <a:off x="-518850" y="297625"/>
            <a:ext cx="9494975" cy="5458325"/>
            <a:chOff x="-518850" y="297625"/>
            <a:chExt cx="9494975" cy="5458325"/>
          </a:xfrm>
        </p:grpSpPr>
        <p:sp>
          <p:nvSpPr>
            <p:cNvPr id="240" name="Google Shape;240;p20"/>
            <p:cNvSpPr/>
            <p:nvPr/>
          </p:nvSpPr>
          <p:spPr>
            <a:xfrm>
              <a:off x="220275" y="465055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0"/>
            <p:cNvSpPr/>
            <p:nvPr/>
          </p:nvSpPr>
          <p:spPr>
            <a:xfrm>
              <a:off x="8229725" y="44497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0"/>
            <p:cNvSpPr/>
            <p:nvPr/>
          </p:nvSpPr>
          <p:spPr>
            <a:xfrm>
              <a:off x="-518850" y="297625"/>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 name="Google Shape;243;p20"/>
          <p:cNvSpPr txBox="1">
            <a:spLocks noGrp="1"/>
          </p:cNvSpPr>
          <p:nvPr>
            <p:ph type="body" idx="1"/>
          </p:nvPr>
        </p:nvSpPr>
        <p:spPr>
          <a:xfrm>
            <a:off x="720000" y="1222225"/>
            <a:ext cx="7704000" cy="2467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sz="1200"/>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244"/>
        <p:cNvGrpSpPr/>
        <p:nvPr/>
      </p:nvGrpSpPr>
      <p:grpSpPr>
        <a:xfrm>
          <a:off x="0" y="0"/>
          <a:ext cx="0" cy="0"/>
          <a:chOff x="0" y="0"/>
          <a:chExt cx="0" cy="0"/>
        </a:xfrm>
      </p:grpSpPr>
      <p:sp>
        <p:nvSpPr>
          <p:cNvPr id="245" name="Google Shape;245;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246" name="Google Shape;246;p21"/>
          <p:cNvSpPr txBox="1">
            <a:spLocks noGrp="1"/>
          </p:cNvSpPr>
          <p:nvPr>
            <p:ph type="subTitle" idx="1"/>
          </p:nvPr>
        </p:nvSpPr>
        <p:spPr>
          <a:xfrm>
            <a:off x="4923151" y="2645775"/>
            <a:ext cx="2852100" cy="168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7" name="Google Shape;247;p21"/>
          <p:cNvSpPr txBox="1">
            <a:spLocks noGrp="1"/>
          </p:cNvSpPr>
          <p:nvPr>
            <p:ph type="subTitle" idx="2"/>
          </p:nvPr>
        </p:nvSpPr>
        <p:spPr>
          <a:xfrm>
            <a:off x="1368750" y="2645775"/>
            <a:ext cx="2852100" cy="168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8" name="Google Shape;248;p21"/>
          <p:cNvSpPr txBox="1">
            <a:spLocks noGrp="1"/>
          </p:cNvSpPr>
          <p:nvPr>
            <p:ph type="subTitle" idx="3"/>
          </p:nvPr>
        </p:nvSpPr>
        <p:spPr>
          <a:xfrm>
            <a:off x="1368750" y="2158150"/>
            <a:ext cx="28521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9" name="Google Shape;249;p21"/>
          <p:cNvSpPr txBox="1">
            <a:spLocks noGrp="1"/>
          </p:cNvSpPr>
          <p:nvPr>
            <p:ph type="subTitle" idx="4"/>
          </p:nvPr>
        </p:nvSpPr>
        <p:spPr>
          <a:xfrm>
            <a:off x="4923151" y="2158150"/>
            <a:ext cx="28521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250" name="Google Shape;250;p21"/>
          <p:cNvGrpSpPr/>
          <p:nvPr/>
        </p:nvGrpSpPr>
        <p:grpSpPr>
          <a:xfrm>
            <a:off x="4157250" y="0"/>
            <a:ext cx="4986750" cy="3919025"/>
            <a:chOff x="4157250" y="0"/>
            <a:chExt cx="4986750" cy="3919025"/>
          </a:xfrm>
        </p:grpSpPr>
        <p:pic>
          <p:nvPicPr>
            <p:cNvPr id="251" name="Google Shape;251;p21"/>
            <p:cNvPicPr preferRelativeResize="0"/>
            <p:nvPr/>
          </p:nvPicPr>
          <p:blipFill rotWithShape="1">
            <a:blip r:embed="rId2">
              <a:alphaModFix/>
            </a:blip>
            <a:srcRect l="-4856" t="19166" r="81339" b="20921"/>
            <a:stretch/>
          </p:blipFill>
          <p:spPr>
            <a:xfrm>
              <a:off x="6204675" y="0"/>
              <a:ext cx="2939325" cy="3919025"/>
            </a:xfrm>
            <a:prstGeom prst="rect">
              <a:avLst/>
            </a:prstGeom>
            <a:noFill/>
            <a:ln>
              <a:noFill/>
            </a:ln>
          </p:spPr>
        </p:pic>
        <p:pic>
          <p:nvPicPr>
            <p:cNvPr id="252" name="Google Shape;252;p21"/>
            <p:cNvPicPr preferRelativeResize="0"/>
            <p:nvPr/>
          </p:nvPicPr>
          <p:blipFill rotWithShape="1">
            <a:blip r:embed="rId3">
              <a:alphaModFix/>
            </a:blip>
            <a:srcRect l="21162" t="59548" r="32620"/>
            <a:stretch/>
          </p:blipFill>
          <p:spPr>
            <a:xfrm>
              <a:off x="4157250" y="0"/>
              <a:ext cx="4986750" cy="2284300"/>
            </a:xfrm>
            <a:prstGeom prst="rect">
              <a:avLst/>
            </a:prstGeom>
            <a:noFill/>
            <a:ln>
              <a:noFill/>
            </a:ln>
          </p:spPr>
        </p:pic>
      </p:grpSp>
      <p:grpSp>
        <p:nvGrpSpPr>
          <p:cNvPr id="253" name="Google Shape;253;p21"/>
          <p:cNvGrpSpPr/>
          <p:nvPr/>
        </p:nvGrpSpPr>
        <p:grpSpPr>
          <a:xfrm>
            <a:off x="0" y="1017726"/>
            <a:ext cx="4438149" cy="4166224"/>
            <a:chOff x="0" y="1017726"/>
            <a:chExt cx="4438149" cy="4166224"/>
          </a:xfrm>
        </p:grpSpPr>
        <p:pic>
          <p:nvPicPr>
            <p:cNvPr id="254" name="Google Shape;254;p21"/>
            <p:cNvPicPr preferRelativeResize="0"/>
            <p:nvPr/>
          </p:nvPicPr>
          <p:blipFill rotWithShape="1">
            <a:blip r:embed="rId3">
              <a:alphaModFix/>
            </a:blip>
            <a:srcRect l="40973" t="-3604" r="15755" b="60122"/>
            <a:stretch/>
          </p:blipFill>
          <p:spPr>
            <a:xfrm>
              <a:off x="0" y="2809500"/>
              <a:ext cx="4438149" cy="2334000"/>
            </a:xfrm>
            <a:prstGeom prst="rect">
              <a:avLst/>
            </a:prstGeom>
            <a:noFill/>
            <a:ln>
              <a:noFill/>
            </a:ln>
          </p:spPr>
        </p:pic>
        <p:pic>
          <p:nvPicPr>
            <p:cNvPr id="255" name="Google Shape;255;p21"/>
            <p:cNvPicPr preferRelativeResize="0"/>
            <p:nvPr/>
          </p:nvPicPr>
          <p:blipFill rotWithShape="1">
            <a:blip r:embed="rId2">
              <a:alphaModFix/>
            </a:blip>
            <a:srcRect l="-6061" t="19631" r="82187" b="15706"/>
            <a:stretch/>
          </p:blipFill>
          <p:spPr>
            <a:xfrm rot="10800000">
              <a:off x="0" y="1017726"/>
              <a:ext cx="2939325" cy="4166224"/>
            </a:xfrm>
            <a:prstGeom prst="rect">
              <a:avLst/>
            </a:prstGeom>
            <a:noFill/>
            <a:ln>
              <a:noFill/>
            </a:ln>
          </p:spPr>
        </p:pic>
      </p:grpSp>
      <p:grpSp>
        <p:nvGrpSpPr>
          <p:cNvPr id="256" name="Google Shape;256;p21"/>
          <p:cNvGrpSpPr/>
          <p:nvPr/>
        </p:nvGrpSpPr>
        <p:grpSpPr>
          <a:xfrm>
            <a:off x="186500" y="-619700"/>
            <a:ext cx="10798725" cy="5574350"/>
            <a:chOff x="186500" y="-619700"/>
            <a:chExt cx="10798725" cy="5574350"/>
          </a:xfrm>
        </p:grpSpPr>
        <p:sp>
          <p:nvSpPr>
            <p:cNvPr id="257" name="Google Shape;257;p21"/>
            <p:cNvSpPr/>
            <p:nvPr/>
          </p:nvSpPr>
          <p:spPr>
            <a:xfrm>
              <a:off x="8555425" y="1116150"/>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1"/>
            <p:cNvSpPr/>
            <p:nvPr/>
          </p:nvSpPr>
          <p:spPr>
            <a:xfrm>
              <a:off x="186500" y="460400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1"/>
            <p:cNvSpPr/>
            <p:nvPr/>
          </p:nvSpPr>
          <p:spPr>
            <a:xfrm>
              <a:off x="186500" y="-61970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260"/>
        <p:cNvGrpSpPr/>
        <p:nvPr/>
      </p:nvGrpSpPr>
      <p:grpSpPr>
        <a:xfrm>
          <a:off x="0" y="0"/>
          <a:ext cx="0" cy="0"/>
          <a:chOff x="0" y="0"/>
          <a:chExt cx="0" cy="0"/>
        </a:xfrm>
      </p:grpSpPr>
      <p:grpSp>
        <p:nvGrpSpPr>
          <p:cNvPr id="261" name="Google Shape;261;p22"/>
          <p:cNvGrpSpPr/>
          <p:nvPr/>
        </p:nvGrpSpPr>
        <p:grpSpPr>
          <a:xfrm>
            <a:off x="1" y="2809500"/>
            <a:ext cx="6656573" cy="2374450"/>
            <a:chOff x="1" y="2809500"/>
            <a:chExt cx="6656573" cy="2374450"/>
          </a:xfrm>
        </p:grpSpPr>
        <p:pic>
          <p:nvPicPr>
            <p:cNvPr id="262" name="Google Shape;262;p22"/>
            <p:cNvPicPr preferRelativeResize="0"/>
            <p:nvPr/>
          </p:nvPicPr>
          <p:blipFill rotWithShape="1">
            <a:blip r:embed="rId2">
              <a:alphaModFix/>
            </a:blip>
            <a:srcRect l="32453" t="-4417" r="24275" b="60935"/>
            <a:stretch/>
          </p:blipFill>
          <p:spPr>
            <a:xfrm>
              <a:off x="2218425" y="2809500"/>
              <a:ext cx="4438149" cy="2334000"/>
            </a:xfrm>
            <a:prstGeom prst="rect">
              <a:avLst/>
            </a:prstGeom>
            <a:noFill/>
            <a:ln>
              <a:noFill/>
            </a:ln>
          </p:spPr>
        </p:pic>
        <p:pic>
          <p:nvPicPr>
            <p:cNvPr id="263" name="Google Shape;263;p22"/>
            <p:cNvPicPr preferRelativeResize="0"/>
            <p:nvPr/>
          </p:nvPicPr>
          <p:blipFill rotWithShape="1">
            <a:blip r:embed="rId3">
              <a:alphaModFix/>
            </a:blip>
            <a:srcRect l="4228" t="58248" r="61887" b="13983"/>
            <a:stretch/>
          </p:blipFill>
          <p:spPr>
            <a:xfrm rot="10800000">
              <a:off x="1" y="3394850"/>
              <a:ext cx="4171674" cy="1789100"/>
            </a:xfrm>
            <a:prstGeom prst="rect">
              <a:avLst/>
            </a:prstGeom>
            <a:noFill/>
            <a:ln>
              <a:noFill/>
            </a:ln>
          </p:spPr>
        </p:pic>
      </p:grpSp>
      <p:grpSp>
        <p:nvGrpSpPr>
          <p:cNvPr id="264" name="Google Shape;264;p22"/>
          <p:cNvGrpSpPr/>
          <p:nvPr/>
        </p:nvGrpSpPr>
        <p:grpSpPr>
          <a:xfrm>
            <a:off x="4985201" y="0"/>
            <a:ext cx="4171674" cy="3490101"/>
            <a:chOff x="4985201" y="0"/>
            <a:chExt cx="4171674" cy="3490101"/>
          </a:xfrm>
        </p:grpSpPr>
        <p:pic>
          <p:nvPicPr>
            <p:cNvPr id="265" name="Google Shape;265;p22"/>
            <p:cNvPicPr preferRelativeResize="0"/>
            <p:nvPr/>
          </p:nvPicPr>
          <p:blipFill rotWithShape="1">
            <a:blip r:embed="rId2">
              <a:alphaModFix/>
            </a:blip>
            <a:srcRect l="20955" t="31285" r="59279" b="6909"/>
            <a:stretch/>
          </p:blipFill>
          <p:spPr>
            <a:xfrm>
              <a:off x="7011325" y="0"/>
              <a:ext cx="2132676" cy="3490101"/>
            </a:xfrm>
            <a:prstGeom prst="rect">
              <a:avLst/>
            </a:prstGeom>
            <a:noFill/>
            <a:ln>
              <a:noFill/>
            </a:ln>
          </p:spPr>
        </p:pic>
        <p:pic>
          <p:nvPicPr>
            <p:cNvPr id="266" name="Google Shape;266;p22"/>
            <p:cNvPicPr preferRelativeResize="0"/>
            <p:nvPr/>
          </p:nvPicPr>
          <p:blipFill rotWithShape="1">
            <a:blip r:embed="rId3">
              <a:alphaModFix/>
            </a:blip>
            <a:srcRect l="4228" t="58248" r="61887" b="13983"/>
            <a:stretch/>
          </p:blipFill>
          <p:spPr>
            <a:xfrm>
              <a:off x="4985201" y="0"/>
              <a:ext cx="4171674" cy="1789100"/>
            </a:xfrm>
            <a:prstGeom prst="rect">
              <a:avLst/>
            </a:prstGeom>
            <a:noFill/>
            <a:ln>
              <a:noFill/>
            </a:ln>
          </p:spPr>
        </p:pic>
      </p:grpSp>
      <p:sp>
        <p:nvSpPr>
          <p:cNvPr id="267" name="Google Shape;267;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268" name="Google Shape;268;p22"/>
          <p:cNvSpPr txBox="1">
            <a:spLocks noGrp="1"/>
          </p:cNvSpPr>
          <p:nvPr>
            <p:ph type="subTitle" idx="1"/>
          </p:nvPr>
        </p:nvSpPr>
        <p:spPr>
          <a:xfrm>
            <a:off x="4985195" y="1431250"/>
            <a:ext cx="2947800" cy="280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9" name="Google Shape;269;p22"/>
          <p:cNvSpPr txBox="1">
            <a:spLocks noGrp="1"/>
          </p:cNvSpPr>
          <p:nvPr>
            <p:ph type="subTitle" idx="2"/>
          </p:nvPr>
        </p:nvSpPr>
        <p:spPr>
          <a:xfrm>
            <a:off x="1211000" y="1431250"/>
            <a:ext cx="2947800" cy="280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70" name="Google Shape;270;p22"/>
          <p:cNvGrpSpPr/>
          <p:nvPr/>
        </p:nvGrpSpPr>
        <p:grpSpPr>
          <a:xfrm>
            <a:off x="171200" y="-716250"/>
            <a:ext cx="10779400" cy="5727175"/>
            <a:chOff x="171200" y="-716250"/>
            <a:chExt cx="10779400" cy="5727175"/>
          </a:xfrm>
        </p:grpSpPr>
        <p:sp>
          <p:nvSpPr>
            <p:cNvPr id="271" name="Google Shape;271;p22"/>
            <p:cNvSpPr/>
            <p:nvPr/>
          </p:nvSpPr>
          <p:spPr>
            <a:xfrm>
              <a:off x="8520800" y="-78025"/>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2"/>
            <p:cNvSpPr/>
            <p:nvPr/>
          </p:nvSpPr>
          <p:spPr>
            <a:xfrm>
              <a:off x="3799350" y="4660275"/>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2"/>
            <p:cNvSpPr/>
            <p:nvPr/>
          </p:nvSpPr>
          <p:spPr>
            <a:xfrm>
              <a:off x="171200" y="-7162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74"/>
        <p:cNvGrpSpPr/>
        <p:nvPr/>
      </p:nvGrpSpPr>
      <p:grpSpPr>
        <a:xfrm>
          <a:off x="0" y="0"/>
          <a:ext cx="0" cy="0"/>
          <a:chOff x="0" y="0"/>
          <a:chExt cx="0" cy="0"/>
        </a:xfrm>
      </p:grpSpPr>
      <p:grpSp>
        <p:nvGrpSpPr>
          <p:cNvPr id="275" name="Google Shape;275;p23"/>
          <p:cNvGrpSpPr/>
          <p:nvPr/>
        </p:nvGrpSpPr>
        <p:grpSpPr>
          <a:xfrm flipH="1">
            <a:off x="0" y="0"/>
            <a:ext cx="4986750" cy="3919025"/>
            <a:chOff x="4157250" y="0"/>
            <a:chExt cx="4986750" cy="3919025"/>
          </a:xfrm>
        </p:grpSpPr>
        <p:pic>
          <p:nvPicPr>
            <p:cNvPr id="276" name="Google Shape;276;p23"/>
            <p:cNvPicPr preferRelativeResize="0"/>
            <p:nvPr/>
          </p:nvPicPr>
          <p:blipFill rotWithShape="1">
            <a:blip r:embed="rId2">
              <a:alphaModFix/>
            </a:blip>
            <a:srcRect l="1389" t="26409" r="75094" b="13678"/>
            <a:stretch/>
          </p:blipFill>
          <p:spPr>
            <a:xfrm>
              <a:off x="6204675" y="0"/>
              <a:ext cx="2939325" cy="3919025"/>
            </a:xfrm>
            <a:prstGeom prst="rect">
              <a:avLst/>
            </a:prstGeom>
            <a:noFill/>
            <a:ln>
              <a:noFill/>
            </a:ln>
          </p:spPr>
        </p:pic>
        <p:pic>
          <p:nvPicPr>
            <p:cNvPr id="277" name="Google Shape;277;p23"/>
            <p:cNvPicPr preferRelativeResize="0"/>
            <p:nvPr/>
          </p:nvPicPr>
          <p:blipFill rotWithShape="1">
            <a:blip r:embed="rId3">
              <a:alphaModFix/>
            </a:blip>
            <a:srcRect l="21162" t="55240" r="32620" b="4308"/>
            <a:stretch/>
          </p:blipFill>
          <p:spPr>
            <a:xfrm>
              <a:off x="4157250" y="0"/>
              <a:ext cx="4986750" cy="2284300"/>
            </a:xfrm>
            <a:prstGeom prst="rect">
              <a:avLst/>
            </a:prstGeom>
            <a:noFill/>
            <a:ln>
              <a:noFill/>
            </a:ln>
          </p:spPr>
        </p:pic>
      </p:grpSp>
      <p:grpSp>
        <p:nvGrpSpPr>
          <p:cNvPr id="278" name="Google Shape;278;p23"/>
          <p:cNvGrpSpPr/>
          <p:nvPr/>
        </p:nvGrpSpPr>
        <p:grpSpPr>
          <a:xfrm flipH="1">
            <a:off x="4705851" y="1017726"/>
            <a:ext cx="4438149" cy="4166224"/>
            <a:chOff x="0" y="1017726"/>
            <a:chExt cx="4438149" cy="4166224"/>
          </a:xfrm>
        </p:grpSpPr>
        <p:pic>
          <p:nvPicPr>
            <p:cNvPr id="279" name="Google Shape;279;p23"/>
            <p:cNvPicPr preferRelativeResize="0"/>
            <p:nvPr/>
          </p:nvPicPr>
          <p:blipFill rotWithShape="1">
            <a:blip r:embed="rId3">
              <a:alphaModFix/>
            </a:blip>
            <a:srcRect l="35374" t="5165" r="21354" b="51352"/>
            <a:stretch/>
          </p:blipFill>
          <p:spPr>
            <a:xfrm>
              <a:off x="0" y="2809500"/>
              <a:ext cx="4438149" cy="2334000"/>
            </a:xfrm>
            <a:prstGeom prst="rect">
              <a:avLst/>
            </a:prstGeom>
            <a:noFill/>
            <a:ln>
              <a:noFill/>
            </a:ln>
          </p:spPr>
        </p:pic>
        <p:pic>
          <p:nvPicPr>
            <p:cNvPr id="280" name="Google Shape;280;p23"/>
            <p:cNvPicPr preferRelativeResize="0"/>
            <p:nvPr/>
          </p:nvPicPr>
          <p:blipFill rotWithShape="1">
            <a:blip r:embed="rId2">
              <a:alphaModFix/>
            </a:blip>
            <a:srcRect t="21590" r="76126" b="13747"/>
            <a:stretch/>
          </p:blipFill>
          <p:spPr>
            <a:xfrm rot="10800000">
              <a:off x="0" y="1017726"/>
              <a:ext cx="2939325" cy="4166224"/>
            </a:xfrm>
            <a:prstGeom prst="rect">
              <a:avLst/>
            </a:prstGeom>
            <a:noFill/>
            <a:ln>
              <a:noFill/>
            </a:ln>
          </p:spPr>
        </p:pic>
      </p:grpSp>
      <p:sp>
        <p:nvSpPr>
          <p:cNvPr id="281" name="Google Shape;281;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282" name="Google Shape;282;p23"/>
          <p:cNvSpPr txBox="1">
            <a:spLocks noGrp="1"/>
          </p:cNvSpPr>
          <p:nvPr>
            <p:ph type="subTitle" idx="1"/>
          </p:nvPr>
        </p:nvSpPr>
        <p:spPr>
          <a:xfrm>
            <a:off x="720068" y="2726000"/>
            <a:ext cx="2269500" cy="1641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3" name="Google Shape;283;p23"/>
          <p:cNvSpPr txBox="1">
            <a:spLocks noGrp="1"/>
          </p:cNvSpPr>
          <p:nvPr>
            <p:ph type="subTitle" idx="2"/>
          </p:nvPr>
        </p:nvSpPr>
        <p:spPr>
          <a:xfrm>
            <a:off x="3437250" y="2726000"/>
            <a:ext cx="2269500" cy="1641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4" name="Google Shape;284;p23"/>
          <p:cNvSpPr txBox="1">
            <a:spLocks noGrp="1"/>
          </p:cNvSpPr>
          <p:nvPr>
            <p:ph type="subTitle" idx="3"/>
          </p:nvPr>
        </p:nvSpPr>
        <p:spPr>
          <a:xfrm>
            <a:off x="6154393" y="2726001"/>
            <a:ext cx="2269500" cy="1641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5" name="Google Shape;285;p23"/>
          <p:cNvSpPr txBox="1">
            <a:spLocks noGrp="1"/>
          </p:cNvSpPr>
          <p:nvPr>
            <p:ph type="subTitle" idx="4"/>
          </p:nvPr>
        </p:nvSpPr>
        <p:spPr>
          <a:xfrm>
            <a:off x="720106" y="2271425"/>
            <a:ext cx="22695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86" name="Google Shape;286;p23"/>
          <p:cNvSpPr txBox="1">
            <a:spLocks noGrp="1"/>
          </p:cNvSpPr>
          <p:nvPr>
            <p:ph type="subTitle" idx="5"/>
          </p:nvPr>
        </p:nvSpPr>
        <p:spPr>
          <a:xfrm>
            <a:off x="3437250" y="2271425"/>
            <a:ext cx="22695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87" name="Google Shape;287;p23"/>
          <p:cNvSpPr txBox="1">
            <a:spLocks noGrp="1"/>
          </p:cNvSpPr>
          <p:nvPr>
            <p:ph type="subTitle" idx="6"/>
          </p:nvPr>
        </p:nvSpPr>
        <p:spPr>
          <a:xfrm>
            <a:off x="6154432" y="2271425"/>
            <a:ext cx="22695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288" name="Google Shape;288;p23"/>
          <p:cNvGrpSpPr/>
          <p:nvPr/>
        </p:nvGrpSpPr>
        <p:grpSpPr>
          <a:xfrm>
            <a:off x="-510025" y="121750"/>
            <a:ext cx="9491634" cy="4314495"/>
            <a:chOff x="-510025" y="121750"/>
            <a:chExt cx="9491634" cy="4314495"/>
          </a:xfrm>
        </p:grpSpPr>
        <p:sp>
          <p:nvSpPr>
            <p:cNvPr id="289" name="Google Shape;289;p23"/>
            <p:cNvSpPr/>
            <p:nvPr/>
          </p:nvSpPr>
          <p:spPr>
            <a:xfrm>
              <a:off x="-510025" y="3417700"/>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3"/>
            <p:cNvSpPr/>
            <p:nvPr/>
          </p:nvSpPr>
          <p:spPr>
            <a:xfrm>
              <a:off x="8430775" y="121750"/>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2">
  <p:cSld name="BLANK_1_1_1_2_1_1">
    <p:spTree>
      <p:nvGrpSpPr>
        <p:cNvPr id="1" name="Shape 291"/>
        <p:cNvGrpSpPr/>
        <p:nvPr/>
      </p:nvGrpSpPr>
      <p:grpSpPr>
        <a:xfrm>
          <a:off x="0" y="0"/>
          <a:ext cx="0" cy="0"/>
          <a:chOff x="0" y="0"/>
          <a:chExt cx="0" cy="0"/>
        </a:xfrm>
      </p:grpSpPr>
      <p:grpSp>
        <p:nvGrpSpPr>
          <p:cNvPr id="292" name="Google Shape;292;p24"/>
          <p:cNvGrpSpPr/>
          <p:nvPr/>
        </p:nvGrpSpPr>
        <p:grpSpPr>
          <a:xfrm>
            <a:off x="1" y="2809500"/>
            <a:ext cx="6656573" cy="2374450"/>
            <a:chOff x="1" y="2809500"/>
            <a:chExt cx="6656573" cy="2374450"/>
          </a:xfrm>
        </p:grpSpPr>
        <p:pic>
          <p:nvPicPr>
            <p:cNvPr id="293" name="Google Shape;293;p24"/>
            <p:cNvPicPr preferRelativeResize="0"/>
            <p:nvPr/>
          </p:nvPicPr>
          <p:blipFill rotWithShape="1">
            <a:blip r:embed="rId2">
              <a:alphaModFix/>
            </a:blip>
            <a:srcRect l="32453" t="-4417" r="24275" b="60935"/>
            <a:stretch/>
          </p:blipFill>
          <p:spPr>
            <a:xfrm>
              <a:off x="2218425" y="2809500"/>
              <a:ext cx="4438149" cy="2334000"/>
            </a:xfrm>
            <a:prstGeom prst="rect">
              <a:avLst/>
            </a:prstGeom>
            <a:noFill/>
            <a:ln>
              <a:noFill/>
            </a:ln>
          </p:spPr>
        </p:pic>
        <p:pic>
          <p:nvPicPr>
            <p:cNvPr id="294" name="Google Shape;294;p24"/>
            <p:cNvPicPr preferRelativeResize="0"/>
            <p:nvPr/>
          </p:nvPicPr>
          <p:blipFill rotWithShape="1">
            <a:blip r:embed="rId3">
              <a:alphaModFix/>
            </a:blip>
            <a:srcRect l="4228" t="58248" r="61887" b="13983"/>
            <a:stretch/>
          </p:blipFill>
          <p:spPr>
            <a:xfrm rot="10800000">
              <a:off x="1" y="3394850"/>
              <a:ext cx="4171674" cy="1789100"/>
            </a:xfrm>
            <a:prstGeom prst="rect">
              <a:avLst/>
            </a:prstGeom>
            <a:noFill/>
            <a:ln>
              <a:noFill/>
            </a:ln>
          </p:spPr>
        </p:pic>
      </p:grpSp>
      <p:grpSp>
        <p:nvGrpSpPr>
          <p:cNvPr id="295" name="Google Shape;295;p24"/>
          <p:cNvGrpSpPr/>
          <p:nvPr/>
        </p:nvGrpSpPr>
        <p:grpSpPr>
          <a:xfrm>
            <a:off x="4985201" y="0"/>
            <a:ext cx="4171674" cy="3490101"/>
            <a:chOff x="4985201" y="0"/>
            <a:chExt cx="4171674" cy="3490101"/>
          </a:xfrm>
        </p:grpSpPr>
        <p:pic>
          <p:nvPicPr>
            <p:cNvPr id="296" name="Google Shape;296;p24"/>
            <p:cNvPicPr preferRelativeResize="0"/>
            <p:nvPr/>
          </p:nvPicPr>
          <p:blipFill rotWithShape="1">
            <a:blip r:embed="rId2">
              <a:alphaModFix/>
            </a:blip>
            <a:srcRect l="20955" t="31285" r="59279" b="6909"/>
            <a:stretch/>
          </p:blipFill>
          <p:spPr>
            <a:xfrm>
              <a:off x="7011325" y="0"/>
              <a:ext cx="2132676" cy="3490101"/>
            </a:xfrm>
            <a:prstGeom prst="rect">
              <a:avLst/>
            </a:prstGeom>
            <a:noFill/>
            <a:ln>
              <a:noFill/>
            </a:ln>
          </p:spPr>
        </p:pic>
        <p:pic>
          <p:nvPicPr>
            <p:cNvPr id="297" name="Google Shape;297;p24"/>
            <p:cNvPicPr preferRelativeResize="0"/>
            <p:nvPr/>
          </p:nvPicPr>
          <p:blipFill rotWithShape="1">
            <a:blip r:embed="rId3">
              <a:alphaModFix/>
            </a:blip>
            <a:srcRect l="4228" t="58248" r="61887" b="13983"/>
            <a:stretch/>
          </p:blipFill>
          <p:spPr>
            <a:xfrm>
              <a:off x="4985201" y="0"/>
              <a:ext cx="4171674" cy="1789100"/>
            </a:xfrm>
            <a:prstGeom prst="rect">
              <a:avLst/>
            </a:prstGeom>
            <a:noFill/>
            <a:ln>
              <a:noFill/>
            </a:ln>
          </p:spPr>
        </p:pic>
      </p:grpSp>
      <p:grpSp>
        <p:nvGrpSpPr>
          <p:cNvPr id="298" name="Google Shape;298;p24"/>
          <p:cNvGrpSpPr/>
          <p:nvPr/>
        </p:nvGrpSpPr>
        <p:grpSpPr>
          <a:xfrm>
            <a:off x="171200" y="-716250"/>
            <a:ext cx="10779400" cy="5727175"/>
            <a:chOff x="171200" y="-716250"/>
            <a:chExt cx="10779400" cy="5727175"/>
          </a:xfrm>
        </p:grpSpPr>
        <p:sp>
          <p:nvSpPr>
            <p:cNvPr id="299" name="Google Shape;299;p24"/>
            <p:cNvSpPr/>
            <p:nvPr/>
          </p:nvSpPr>
          <p:spPr>
            <a:xfrm>
              <a:off x="8520800" y="-78025"/>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4"/>
            <p:cNvSpPr/>
            <p:nvPr/>
          </p:nvSpPr>
          <p:spPr>
            <a:xfrm>
              <a:off x="3799350" y="4660275"/>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4"/>
            <p:cNvSpPr/>
            <p:nvPr/>
          </p:nvSpPr>
          <p:spPr>
            <a:xfrm>
              <a:off x="171200" y="-7162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2" name="Google Shape;302;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900"/>
              <a:buNone/>
              <a:defRPr/>
            </a:lvl1pPr>
            <a:lvl2pPr lvl="1" rtl="0">
              <a:lnSpc>
                <a:spcPct val="115000"/>
              </a:lnSpc>
              <a:spcBef>
                <a:spcPts val="0"/>
              </a:spcBef>
              <a:spcAft>
                <a:spcPts val="0"/>
              </a:spcAft>
              <a:buSzPts val="2900"/>
              <a:buNone/>
              <a:defRPr/>
            </a:lvl2pPr>
            <a:lvl3pPr lvl="2" rtl="0">
              <a:lnSpc>
                <a:spcPct val="115000"/>
              </a:lnSpc>
              <a:spcBef>
                <a:spcPts val="0"/>
              </a:spcBef>
              <a:spcAft>
                <a:spcPts val="0"/>
              </a:spcAft>
              <a:buSzPts val="2900"/>
              <a:buNone/>
              <a:defRPr/>
            </a:lvl3pPr>
            <a:lvl4pPr lvl="3" rtl="0">
              <a:lnSpc>
                <a:spcPct val="115000"/>
              </a:lnSpc>
              <a:spcBef>
                <a:spcPts val="0"/>
              </a:spcBef>
              <a:spcAft>
                <a:spcPts val="0"/>
              </a:spcAft>
              <a:buSzPts val="2900"/>
              <a:buNone/>
              <a:defRPr/>
            </a:lvl4pPr>
            <a:lvl5pPr lvl="4" rtl="0">
              <a:lnSpc>
                <a:spcPct val="115000"/>
              </a:lnSpc>
              <a:spcBef>
                <a:spcPts val="0"/>
              </a:spcBef>
              <a:spcAft>
                <a:spcPts val="0"/>
              </a:spcAft>
              <a:buSzPts val="2900"/>
              <a:buNone/>
              <a:defRPr/>
            </a:lvl5pPr>
            <a:lvl6pPr lvl="5" rtl="0">
              <a:lnSpc>
                <a:spcPct val="115000"/>
              </a:lnSpc>
              <a:spcBef>
                <a:spcPts val="0"/>
              </a:spcBef>
              <a:spcAft>
                <a:spcPts val="0"/>
              </a:spcAft>
              <a:buSzPts val="2900"/>
              <a:buNone/>
              <a:defRPr/>
            </a:lvl6pPr>
            <a:lvl7pPr lvl="6" rtl="0">
              <a:lnSpc>
                <a:spcPct val="115000"/>
              </a:lnSpc>
              <a:spcBef>
                <a:spcPts val="0"/>
              </a:spcBef>
              <a:spcAft>
                <a:spcPts val="0"/>
              </a:spcAft>
              <a:buSzPts val="2900"/>
              <a:buNone/>
              <a:defRPr/>
            </a:lvl7pPr>
            <a:lvl8pPr lvl="7" rtl="0">
              <a:lnSpc>
                <a:spcPct val="115000"/>
              </a:lnSpc>
              <a:spcBef>
                <a:spcPts val="0"/>
              </a:spcBef>
              <a:spcAft>
                <a:spcPts val="0"/>
              </a:spcAft>
              <a:buSzPts val="2900"/>
              <a:buNone/>
              <a:defRPr/>
            </a:lvl8pPr>
            <a:lvl9pPr lvl="8" rtl="0">
              <a:lnSpc>
                <a:spcPct val="115000"/>
              </a:lnSpc>
              <a:spcBef>
                <a:spcPts val="0"/>
              </a:spcBef>
              <a:spcAft>
                <a:spcPts val="0"/>
              </a:spcAft>
              <a:buSzPts val="2900"/>
              <a:buNone/>
              <a:defRPr/>
            </a:lvl9pPr>
          </a:lstStyle>
          <a:p>
            <a:endParaRPr/>
          </a:p>
        </p:txBody>
      </p:sp>
      <p:sp>
        <p:nvSpPr>
          <p:cNvPr id="303" name="Google Shape;303;p24"/>
          <p:cNvSpPr txBox="1">
            <a:spLocks noGrp="1"/>
          </p:cNvSpPr>
          <p:nvPr>
            <p:ph type="subTitle" idx="1"/>
          </p:nvPr>
        </p:nvSpPr>
        <p:spPr>
          <a:xfrm>
            <a:off x="3406650" y="1611650"/>
            <a:ext cx="2330700" cy="26958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Char char="●"/>
              <a:defRPr sz="1400"/>
            </a:lvl1pPr>
            <a:lvl2pPr lvl="1" rtl="0">
              <a:lnSpc>
                <a:spcPct val="115000"/>
              </a:lnSpc>
              <a:spcBef>
                <a:spcPts val="0"/>
              </a:spcBef>
              <a:spcAft>
                <a:spcPts val="0"/>
              </a:spcAft>
              <a:buClr>
                <a:srgbClr val="000000"/>
              </a:buClr>
              <a:buSzPts val="1400"/>
              <a:buChar char="○"/>
              <a:defRPr sz="1400"/>
            </a:lvl2pPr>
            <a:lvl3pPr lvl="2" rtl="0">
              <a:lnSpc>
                <a:spcPct val="115000"/>
              </a:lnSpc>
              <a:spcBef>
                <a:spcPts val="1600"/>
              </a:spcBef>
              <a:spcAft>
                <a:spcPts val="0"/>
              </a:spcAft>
              <a:buClr>
                <a:srgbClr val="000000"/>
              </a:buClr>
              <a:buSzPts val="1400"/>
              <a:buChar char="■"/>
              <a:defRPr sz="1400"/>
            </a:lvl3pPr>
            <a:lvl4pPr lvl="3" rtl="0">
              <a:lnSpc>
                <a:spcPct val="115000"/>
              </a:lnSpc>
              <a:spcBef>
                <a:spcPts val="1600"/>
              </a:spcBef>
              <a:spcAft>
                <a:spcPts val="0"/>
              </a:spcAft>
              <a:buClr>
                <a:srgbClr val="000000"/>
              </a:buClr>
              <a:buSzPts val="1400"/>
              <a:buChar char="●"/>
              <a:defRPr sz="1400"/>
            </a:lvl4pPr>
            <a:lvl5pPr lvl="4" rtl="0">
              <a:lnSpc>
                <a:spcPct val="115000"/>
              </a:lnSpc>
              <a:spcBef>
                <a:spcPts val="1600"/>
              </a:spcBef>
              <a:spcAft>
                <a:spcPts val="0"/>
              </a:spcAft>
              <a:buClr>
                <a:srgbClr val="000000"/>
              </a:buClr>
              <a:buSzPts val="1400"/>
              <a:buChar char="○"/>
              <a:defRPr sz="1400"/>
            </a:lvl5pPr>
            <a:lvl6pPr lvl="5" rtl="0">
              <a:lnSpc>
                <a:spcPct val="115000"/>
              </a:lnSpc>
              <a:spcBef>
                <a:spcPts val="1600"/>
              </a:spcBef>
              <a:spcAft>
                <a:spcPts val="0"/>
              </a:spcAft>
              <a:buClr>
                <a:srgbClr val="000000"/>
              </a:buClr>
              <a:buSzPts val="1400"/>
              <a:buChar char="■"/>
              <a:defRPr sz="1400"/>
            </a:lvl6pPr>
            <a:lvl7pPr lvl="6" rtl="0">
              <a:lnSpc>
                <a:spcPct val="115000"/>
              </a:lnSpc>
              <a:spcBef>
                <a:spcPts val="1600"/>
              </a:spcBef>
              <a:spcAft>
                <a:spcPts val="0"/>
              </a:spcAft>
              <a:buClr>
                <a:srgbClr val="000000"/>
              </a:buClr>
              <a:buSzPts val="1400"/>
              <a:buChar char="●"/>
              <a:defRPr sz="1400"/>
            </a:lvl7pPr>
            <a:lvl8pPr lvl="7" rtl="0">
              <a:lnSpc>
                <a:spcPct val="115000"/>
              </a:lnSpc>
              <a:spcBef>
                <a:spcPts val="1600"/>
              </a:spcBef>
              <a:spcAft>
                <a:spcPts val="0"/>
              </a:spcAft>
              <a:buClr>
                <a:srgbClr val="000000"/>
              </a:buClr>
              <a:buSzPts val="1400"/>
              <a:buChar char="○"/>
              <a:defRPr sz="1400"/>
            </a:lvl8pPr>
            <a:lvl9pPr lvl="8" rtl="0">
              <a:lnSpc>
                <a:spcPct val="115000"/>
              </a:lnSpc>
              <a:spcBef>
                <a:spcPts val="1600"/>
              </a:spcBef>
              <a:spcAft>
                <a:spcPts val="1600"/>
              </a:spcAft>
              <a:buClr>
                <a:srgbClr val="000000"/>
              </a:buClr>
              <a:buSzPts val="1400"/>
              <a:buChar char="■"/>
              <a:defRPr sz="1400"/>
            </a:lvl9pPr>
          </a:lstStyle>
          <a:p>
            <a:endParaRPr/>
          </a:p>
        </p:txBody>
      </p:sp>
      <p:sp>
        <p:nvSpPr>
          <p:cNvPr id="304" name="Google Shape;304;p24"/>
          <p:cNvSpPr txBox="1">
            <a:spLocks noGrp="1"/>
          </p:cNvSpPr>
          <p:nvPr>
            <p:ph type="subTitle" idx="2"/>
          </p:nvPr>
        </p:nvSpPr>
        <p:spPr>
          <a:xfrm>
            <a:off x="5858600" y="1611650"/>
            <a:ext cx="2330700" cy="26958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accent1"/>
              </a:buClr>
              <a:buSzPts val="1400"/>
              <a:buChar char="●"/>
              <a:defRPr sz="1400"/>
            </a:lvl1pPr>
            <a:lvl2pPr lvl="1" rtl="0">
              <a:lnSpc>
                <a:spcPct val="115000"/>
              </a:lnSpc>
              <a:spcBef>
                <a:spcPts val="0"/>
              </a:spcBef>
              <a:spcAft>
                <a:spcPts val="0"/>
              </a:spcAft>
              <a:buClr>
                <a:srgbClr val="000000"/>
              </a:buClr>
              <a:buSzPts val="1400"/>
              <a:buChar char="○"/>
              <a:defRPr sz="1400"/>
            </a:lvl2pPr>
            <a:lvl3pPr lvl="2" rtl="0">
              <a:lnSpc>
                <a:spcPct val="115000"/>
              </a:lnSpc>
              <a:spcBef>
                <a:spcPts val="1600"/>
              </a:spcBef>
              <a:spcAft>
                <a:spcPts val="0"/>
              </a:spcAft>
              <a:buClr>
                <a:srgbClr val="000000"/>
              </a:buClr>
              <a:buSzPts val="1400"/>
              <a:buChar char="■"/>
              <a:defRPr sz="1400"/>
            </a:lvl3pPr>
            <a:lvl4pPr lvl="3" rtl="0">
              <a:lnSpc>
                <a:spcPct val="115000"/>
              </a:lnSpc>
              <a:spcBef>
                <a:spcPts val="1600"/>
              </a:spcBef>
              <a:spcAft>
                <a:spcPts val="0"/>
              </a:spcAft>
              <a:buClr>
                <a:srgbClr val="000000"/>
              </a:buClr>
              <a:buSzPts val="1400"/>
              <a:buChar char="●"/>
              <a:defRPr sz="1400"/>
            </a:lvl4pPr>
            <a:lvl5pPr lvl="4" rtl="0">
              <a:lnSpc>
                <a:spcPct val="115000"/>
              </a:lnSpc>
              <a:spcBef>
                <a:spcPts val="1600"/>
              </a:spcBef>
              <a:spcAft>
                <a:spcPts val="0"/>
              </a:spcAft>
              <a:buClr>
                <a:srgbClr val="000000"/>
              </a:buClr>
              <a:buSzPts val="1400"/>
              <a:buChar char="○"/>
              <a:defRPr sz="1400"/>
            </a:lvl5pPr>
            <a:lvl6pPr lvl="5" rtl="0">
              <a:lnSpc>
                <a:spcPct val="115000"/>
              </a:lnSpc>
              <a:spcBef>
                <a:spcPts val="1600"/>
              </a:spcBef>
              <a:spcAft>
                <a:spcPts val="0"/>
              </a:spcAft>
              <a:buClr>
                <a:srgbClr val="000000"/>
              </a:buClr>
              <a:buSzPts val="1400"/>
              <a:buChar char="■"/>
              <a:defRPr sz="1400"/>
            </a:lvl6pPr>
            <a:lvl7pPr lvl="6" rtl="0">
              <a:lnSpc>
                <a:spcPct val="115000"/>
              </a:lnSpc>
              <a:spcBef>
                <a:spcPts val="1600"/>
              </a:spcBef>
              <a:spcAft>
                <a:spcPts val="0"/>
              </a:spcAft>
              <a:buClr>
                <a:srgbClr val="000000"/>
              </a:buClr>
              <a:buSzPts val="1400"/>
              <a:buChar char="●"/>
              <a:defRPr sz="1400"/>
            </a:lvl7pPr>
            <a:lvl8pPr lvl="7" rtl="0">
              <a:lnSpc>
                <a:spcPct val="115000"/>
              </a:lnSpc>
              <a:spcBef>
                <a:spcPts val="1600"/>
              </a:spcBef>
              <a:spcAft>
                <a:spcPts val="0"/>
              </a:spcAft>
              <a:buClr>
                <a:srgbClr val="000000"/>
              </a:buClr>
              <a:buSzPts val="1400"/>
              <a:buChar char="○"/>
              <a:defRPr sz="1400"/>
            </a:lvl8pPr>
            <a:lvl9pPr lvl="8" rtl="0">
              <a:lnSpc>
                <a:spcPct val="115000"/>
              </a:lnSpc>
              <a:spcBef>
                <a:spcPts val="1600"/>
              </a:spcBef>
              <a:spcAft>
                <a:spcPts val="1600"/>
              </a:spcAft>
              <a:buClr>
                <a:srgbClr val="000000"/>
              </a:buClr>
              <a:buSzPts val="1400"/>
              <a:buChar char="■"/>
              <a:defRPr sz="1400"/>
            </a:lvl9pPr>
          </a:lstStyle>
          <a:p>
            <a:endParaRPr/>
          </a:p>
        </p:txBody>
      </p:sp>
      <p:sp>
        <p:nvSpPr>
          <p:cNvPr id="305" name="Google Shape;305;p24"/>
          <p:cNvSpPr txBox="1">
            <a:spLocks noGrp="1"/>
          </p:cNvSpPr>
          <p:nvPr>
            <p:ph type="subTitle" idx="3"/>
          </p:nvPr>
        </p:nvSpPr>
        <p:spPr>
          <a:xfrm>
            <a:off x="5858600" y="1239200"/>
            <a:ext cx="2330700" cy="493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500"/>
              <a:buNone/>
              <a:defRPr sz="2000" b="1">
                <a:latin typeface="Unbounded"/>
                <a:ea typeface="Unbounded"/>
                <a:cs typeface="Unbounded"/>
                <a:sym typeface="Unbounded"/>
              </a:defRPr>
            </a:lvl1pPr>
            <a:lvl2pPr lvl="1" rtl="0">
              <a:lnSpc>
                <a:spcPct val="115000"/>
              </a:lnSpc>
              <a:spcBef>
                <a:spcPts val="0"/>
              </a:spcBef>
              <a:spcAft>
                <a:spcPts val="0"/>
              </a:spcAft>
              <a:buSzPts val="2500"/>
              <a:buNone/>
              <a:defRPr sz="2500"/>
            </a:lvl2pPr>
            <a:lvl3pPr lvl="2" rtl="0">
              <a:lnSpc>
                <a:spcPct val="115000"/>
              </a:lnSpc>
              <a:spcBef>
                <a:spcPts val="1600"/>
              </a:spcBef>
              <a:spcAft>
                <a:spcPts val="0"/>
              </a:spcAft>
              <a:buSzPts val="2500"/>
              <a:buNone/>
              <a:defRPr sz="2500"/>
            </a:lvl3pPr>
            <a:lvl4pPr lvl="3" rtl="0">
              <a:lnSpc>
                <a:spcPct val="115000"/>
              </a:lnSpc>
              <a:spcBef>
                <a:spcPts val="1600"/>
              </a:spcBef>
              <a:spcAft>
                <a:spcPts val="0"/>
              </a:spcAft>
              <a:buSzPts val="2500"/>
              <a:buNone/>
              <a:defRPr sz="2500"/>
            </a:lvl4pPr>
            <a:lvl5pPr lvl="4" rtl="0">
              <a:lnSpc>
                <a:spcPct val="115000"/>
              </a:lnSpc>
              <a:spcBef>
                <a:spcPts val="1600"/>
              </a:spcBef>
              <a:spcAft>
                <a:spcPts val="0"/>
              </a:spcAft>
              <a:buSzPts val="2500"/>
              <a:buNone/>
              <a:defRPr sz="2500"/>
            </a:lvl5pPr>
            <a:lvl6pPr lvl="5" rtl="0">
              <a:lnSpc>
                <a:spcPct val="115000"/>
              </a:lnSpc>
              <a:spcBef>
                <a:spcPts val="1600"/>
              </a:spcBef>
              <a:spcAft>
                <a:spcPts val="0"/>
              </a:spcAft>
              <a:buSzPts val="2500"/>
              <a:buNone/>
              <a:defRPr sz="2500"/>
            </a:lvl6pPr>
            <a:lvl7pPr lvl="6" rtl="0">
              <a:lnSpc>
                <a:spcPct val="115000"/>
              </a:lnSpc>
              <a:spcBef>
                <a:spcPts val="1600"/>
              </a:spcBef>
              <a:spcAft>
                <a:spcPts val="0"/>
              </a:spcAft>
              <a:buSzPts val="2500"/>
              <a:buNone/>
              <a:defRPr sz="2500"/>
            </a:lvl7pPr>
            <a:lvl8pPr lvl="7" rtl="0">
              <a:lnSpc>
                <a:spcPct val="115000"/>
              </a:lnSpc>
              <a:spcBef>
                <a:spcPts val="1600"/>
              </a:spcBef>
              <a:spcAft>
                <a:spcPts val="0"/>
              </a:spcAft>
              <a:buSzPts val="2500"/>
              <a:buNone/>
              <a:defRPr sz="2500"/>
            </a:lvl8pPr>
            <a:lvl9pPr lvl="8" rtl="0">
              <a:lnSpc>
                <a:spcPct val="115000"/>
              </a:lnSpc>
              <a:spcBef>
                <a:spcPts val="1600"/>
              </a:spcBef>
              <a:spcAft>
                <a:spcPts val="1600"/>
              </a:spcAft>
              <a:buSzPts val="2500"/>
              <a:buNone/>
              <a:defRPr sz="2500"/>
            </a:lvl9pPr>
          </a:lstStyle>
          <a:p>
            <a:endParaRPr/>
          </a:p>
        </p:txBody>
      </p:sp>
      <p:sp>
        <p:nvSpPr>
          <p:cNvPr id="306" name="Google Shape;306;p24"/>
          <p:cNvSpPr txBox="1">
            <a:spLocks noGrp="1"/>
          </p:cNvSpPr>
          <p:nvPr>
            <p:ph type="subTitle" idx="4"/>
          </p:nvPr>
        </p:nvSpPr>
        <p:spPr>
          <a:xfrm>
            <a:off x="954700" y="1611650"/>
            <a:ext cx="2330700" cy="26958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lt2"/>
              </a:buClr>
              <a:buSzPts val="1400"/>
              <a:buChar char="●"/>
              <a:defRPr sz="1400"/>
            </a:lvl1pPr>
            <a:lvl2pPr lvl="1" rtl="0">
              <a:lnSpc>
                <a:spcPct val="115000"/>
              </a:lnSpc>
              <a:spcBef>
                <a:spcPts val="0"/>
              </a:spcBef>
              <a:spcAft>
                <a:spcPts val="0"/>
              </a:spcAft>
              <a:buClr>
                <a:srgbClr val="000000"/>
              </a:buClr>
              <a:buSzPts val="1400"/>
              <a:buChar char="○"/>
              <a:defRPr sz="1400"/>
            </a:lvl2pPr>
            <a:lvl3pPr lvl="2" rtl="0">
              <a:lnSpc>
                <a:spcPct val="115000"/>
              </a:lnSpc>
              <a:spcBef>
                <a:spcPts val="1600"/>
              </a:spcBef>
              <a:spcAft>
                <a:spcPts val="0"/>
              </a:spcAft>
              <a:buClr>
                <a:srgbClr val="000000"/>
              </a:buClr>
              <a:buSzPts val="1400"/>
              <a:buChar char="■"/>
              <a:defRPr sz="1400"/>
            </a:lvl3pPr>
            <a:lvl4pPr lvl="3" rtl="0">
              <a:lnSpc>
                <a:spcPct val="115000"/>
              </a:lnSpc>
              <a:spcBef>
                <a:spcPts val="1600"/>
              </a:spcBef>
              <a:spcAft>
                <a:spcPts val="0"/>
              </a:spcAft>
              <a:buClr>
                <a:srgbClr val="000000"/>
              </a:buClr>
              <a:buSzPts val="1400"/>
              <a:buChar char="●"/>
              <a:defRPr sz="1400"/>
            </a:lvl4pPr>
            <a:lvl5pPr lvl="4" rtl="0">
              <a:lnSpc>
                <a:spcPct val="115000"/>
              </a:lnSpc>
              <a:spcBef>
                <a:spcPts val="1600"/>
              </a:spcBef>
              <a:spcAft>
                <a:spcPts val="0"/>
              </a:spcAft>
              <a:buClr>
                <a:srgbClr val="000000"/>
              </a:buClr>
              <a:buSzPts val="1400"/>
              <a:buChar char="○"/>
              <a:defRPr sz="1400"/>
            </a:lvl5pPr>
            <a:lvl6pPr lvl="5" rtl="0">
              <a:lnSpc>
                <a:spcPct val="115000"/>
              </a:lnSpc>
              <a:spcBef>
                <a:spcPts val="1600"/>
              </a:spcBef>
              <a:spcAft>
                <a:spcPts val="0"/>
              </a:spcAft>
              <a:buClr>
                <a:srgbClr val="000000"/>
              </a:buClr>
              <a:buSzPts val="1400"/>
              <a:buChar char="■"/>
              <a:defRPr sz="1400"/>
            </a:lvl6pPr>
            <a:lvl7pPr lvl="6" rtl="0">
              <a:lnSpc>
                <a:spcPct val="115000"/>
              </a:lnSpc>
              <a:spcBef>
                <a:spcPts val="1600"/>
              </a:spcBef>
              <a:spcAft>
                <a:spcPts val="0"/>
              </a:spcAft>
              <a:buClr>
                <a:srgbClr val="000000"/>
              </a:buClr>
              <a:buSzPts val="1400"/>
              <a:buChar char="●"/>
              <a:defRPr sz="1400"/>
            </a:lvl7pPr>
            <a:lvl8pPr lvl="7" rtl="0">
              <a:lnSpc>
                <a:spcPct val="115000"/>
              </a:lnSpc>
              <a:spcBef>
                <a:spcPts val="1600"/>
              </a:spcBef>
              <a:spcAft>
                <a:spcPts val="0"/>
              </a:spcAft>
              <a:buClr>
                <a:srgbClr val="000000"/>
              </a:buClr>
              <a:buSzPts val="1400"/>
              <a:buChar char="○"/>
              <a:defRPr sz="1400"/>
            </a:lvl8pPr>
            <a:lvl9pPr lvl="8" rtl="0">
              <a:lnSpc>
                <a:spcPct val="115000"/>
              </a:lnSpc>
              <a:spcBef>
                <a:spcPts val="1600"/>
              </a:spcBef>
              <a:spcAft>
                <a:spcPts val="1600"/>
              </a:spcAft>
              <a:buClr>
                <a:srgbClr val="000000"/>
              </a:buClr>
              <a:buSzPts val="1400"/>
              <a:buChar char="■"/>
              <a:defRPr sz="1400"/>
            </a:lvl9pPr>
          </a:lstStyle>
          <a:p>
            <a:endParaRPr/>
          </a:p>
        </p:txBody>
      </p:sp>
      <p:sp>
        <p:nvSpPr>
          <p:cNvPr id="307" name="Google Shape;307;p24"/>
          <p:cNvSpPr txBox="1">
            <a:spLocks noGrp="1"/>
          </p:cNvSpPr>
          <p:nvPr>
            <p:ph type="subTitle" idx="5"/>
          </p:nvPr>
        </p:nvSpPr>
        <p:spPr>
          <a:xfrm>
            <a:off x="954700" y="1239200"/>
            <a:ext cx="2330700" cy="493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500"/>
              <a:buNone/>
              <a:defRPr sz="2000" b="1">
                <a:latin typeface="Unbounded"/>
                <a:ea typeface="Unbounded"/>
                <a:cs typeface="Unbounded"/>
                <a:sym typeface="Unbounded"/>
              </a:defRPr>
            </a:lvl1pPr>
            <a:lvl2pPr lvl="1" rtl="0">
              <a:lnSpc>
                <a:spcPct val="115000"/>
              </a:lnSpc>
              <a:spcBef>
                <a:spcPts val="0"/>
              </a:spcBef>
              <a:spcAft>
                <a:spcPts val="0"/>
              </a:spcAft>
              <a:buSzPts val="2500"/>
              <a:buNone/>
              <a:defRPr sz="2500"/>
            </a:lvl2pPr>
            <a:lvl3pPr lvl="2" rtl="0">
              <a:lnSpc>
                <a:spcPct val="115000"/>
              </a:lnSpc>
              <a:spcBef>
                <a:spcPts val="1600"/>
              </a:spcBef>
              <a:spcAft>
                <a:spcPts val="0"/>
              </a:spcAft>
              <a:buSzPts val="2500"/>
              <a:buNone/>
              <a:defRPr sz="2500"/>
            </a:lvl3pPr>
            <a:lvl4pPr lvl="3" rtl="0">
              <a:lnSpc>
                <a:spcPct val="115000"/>
              </a:lnSpc>
              <a:spcBef>
                <a:spcPts val="1600"/>
              </a:spcBef>
              <a:spcAft>
                <a:spcPts val="0"/>
              </a:spcAft>
              <a:buSzPts val="2500"/>
              <a:buNone/>
              <a:defRPr sz="2500"/>
            </a:lvl4pPr>
            <a:lvl5pPr lvl="4" rtl="0">
              <a:lnSpc>
                <a:spcPct val="115000"/>
              </a:lnSpc>
              <a:spcBef>
                <a:spcPts val="1600"/>
              </a:spcBef>
              <a:spcAft>
                <a:spcPts val="0"/>
              </a:spcAft>
              <a:buSzPts val="2500"/>
              <a:buNone/>
              <a:defRPr sz="2500"/>
            </a:lvl5pPr>
            <a:lvl6pPr lvl="5" rtl="0">
              <a:lnSpc>
                <a:spcPct val="115000"/>
              </a:lnSpc>
              <a:spcBef>
                <a:spcPts val="1600"/>
              </a:spcBef>
              <a:spcAft>
                <a:spcPts val="0"/>
              </a:spcAft>
              <a:buSzPts val="2500"/>
              <a:buNone/>
              <a:defRPr sz="2500"/>
            </a:lvl6pPr>
            <a:lvl7pPr lvl="6" rtl="0">
              <a:lnSpc>
                <a:spcPct val="115000"/>
              </a:lnSpc>
              <a:spcBef>
                <a:spcPts val="1600"/>
              </a:spcBef>
              <a:spcAft>
                <a:spcPts val="0"/>
              </a:spcAft>
              <a:buSzPts val="2500"/>
              <a:buNone/>
              <a:defRPr sz="2500"/>
            </a:lvl7pPr>
            <a:lvl8pPr lvl="7" rtl="0">
              <a:lnSpc>
                <a:spcPct val="115000"/>
              </a:lnSpc>
              <a:spcBef>
                <a:spcPts val="1600"/>
              </a:spcBef>
              <a:spcAft>
                <a:spcPts val="0"/>
              </a:spcAft>
              <a:buSzPts val="2500"/>
              <a:buNone/>
              <a:defRPr sz="2500"/>
            </a:lvl8pPr>
            <a:lvl9pPr lvl="8" rtl="0">
              <a:lnSpc>
                <a:spcPct val="115000"/>
              </a:lnSpc>
              <a:spcBef>
                <a:spcPts val="1600"/>
              </a:spcBef>
              <a:spcAft>
                <a:spcPts val="1600"/>
              </a:spcAft>
              <a:buSzPts val="2500"/>
              <a:buNone/>
              <a:defRPr sz="2500"/>
            </a:lvl9pPr>
          </a:lstStyle>
          <a:p>
            <a:endParaRPr/>
          </a:p>
        </p:txBody>
      </p:sp>
      <p:sp>
        <p:nvSpPr>
          <p:cNvPr id="308" name="Google Shape;308;p24"/>
          <p:cNvSpPr txBox="1">
            <a:spLocks noGrp="1"/>
          </p:cNvSpPr>
          <p:nvPr>
            <p:ph type="subTitle" idx="6"/>
          </p:nvPr>
        </p:nvSpPr>
        <p:spPr>
          <a:xfrm>
            <a:off x="3406650" y="1239200"/>
            <a:ext cx="2330700" cy="493200"/>
          </a:xfrm>
          <a:prstGeom prst="rect">
            <a:avLst/>
          </a:prstGeom>
        </p:spPr>
        <p:txBody>
          <a:bodyPr spcFirstLastPara="1" wrap="square" lIns="91425" tIns="91425" rIns="91425" bIns="91425" anchor="b" anchorCtr="0">
            <a:noAutofit/>
          </a:bodyPr>
          <a:lstStyle>
            <a:lvl1pPr lvl="0" algn="ctr" rtl="0">
              <a:lnSpc>
                <a:spcPct val="115000"/>
              </a:lnSpc>
              <a:spcBef>
                <a:spcPts val="0"/>
              </a:spcBef>
              <a:spcAft>
                <a:spcPts val="0"/>
              </a:spcAft>
              <a:buSzPts val="2500"/>
              <a:buNone/>
              <a:defRPr sz="2000" b="1">
                <a:latin typeface="Unbounded"/>
                <a:ea typeface="Unbounded"/>
                <a:cs typeface="Unbounded"/>
                <a:sym typeface="Unbounded"/>
              </a:defRPr>
            </a:lvl1pPr>
            <a:lvl2pPr lvl="1" rtl="0">
              <a:lnSpc>
                <a:spcPct val="115000"/>
              </a:lnSpc>
              <a:spcBef>
                <a:spcPts val="0"/>
              </a:spcBef>
              <a:spcAft>
                <a:spcPts val="0"/>
              </a:spcAft>
              <a:buSzPts val="2500"/>
              <a:buNone/>
              <a:defRPr sz="2500"/>
            </a:lvl2pPr>
            <a:lvl3pPr lvl="2" rtl="0">
              <a:lnSpc>
                <a:spcPct val="115000"/>
              </a:lnSpc>
              <a:spcBef>
                <a:spcPts val="1600"/>
              </a:spcBef>
              <a:spcAft>
                <a:spcPts val="0"/>
              </a:spcAft>
              <a:buSzPts val="2500"/>
              <a:buNone/>
              <a:defRPr sz="2500"/>
            </a:lvl3pPr>
            <a:lvl4pPr lvl="3" rtl="0">
              <a:lnSpc>
                <a:spcPct val="115000"/>
              </a:lnSpc>
              <a:spcBef>
                <a:spcPts val="1600"/>
              </a:spcBef>
              <a:spcAft>
                <a:spcPts val="0"/>
              </a:spcAft>
              <a:buSzPts val="2500"/>
              <a:buNone/>
              <a:defRPr sz="2500"/>
            </a:lvl4pPr>
            <a:lvl5pPr lvl="4" rtl="0">
              <a:lnSpc>
                <a:spcPct val="115000"/>
              </a:lnSpc>
              <a:spcBef>
                <a:spcPts val="1600"/>
              </a:spcBef>
              <a:spcAft>
                <a:spcPts val="0"/>
              </a:spcAft>
              <a:buSzPts val="2500"/>
              <a:buNone/>
              <a:defRPr sz="2500"/>
            </a:lvl5pPr>
            <a:lvl6pPr lvl="5" rtl="0">
              <a:lnSpc>
                <a:spcPct val="115000"/>
              </a:lnSpc>
              <a:spcBef>
                <a:spcPts val="1600"/>
              </a:spcBef>
              <a:spcAft>
                <a:spcPts val="0"/>
              </a:spcAft>
              <a:buSzPts val="2500"/>
              <a:buNone/>
              <a:defRPr sz="2500"/>
            </a:lvl6pPr>
            <a:lvl7pPr lvl="6" rtl="0">
              <a:lnSpc>
                <a:spcPct val="115000"/>
              </a:lnSpc>
              <a:spcBef>
                <a:spcPts val="1600"/>
              </a:spcBef>
              <a:spcAft>
                <a:spcPts val="0"/>
              </a:spcAft>
              <a:buSzPts val="2500"/>
              <a:buNone/>
              <a:defRPr sz="2500"/>
            </a:lvl7pPr>
            <a:lvl8pPr lvl="7" rtl="0">
              <a:lnSpc>
                <a:spcPct val="115000"/>
              </a:lnSpc>
              <a:spcBef>
                <a:spcPts val="1600"/>
              </a:spcBef>
              <a:spcAft>
                <a:spcPts val="0"/>
              </a:spcAft>
              <a:buSzPts val="2500"/>
              <a:buNone/>
              <a:defRPr sz="2500"/>
            </a:lvl8pPr>
            <a:lvl9pPr lvl="8" rtl="0">
              <a:lnSpc>
                <a:spcPct val="115000"/>
              </a:lnSpc>
              <a:spcBef>
                <a:spcPts val="1600"/>
              </a:spcBef>
              <a:spcAft>
                <a:spcPts val="1600"/>
              </a:spcAft>
              <a:buSzPts val="2500"/>
              <a:buNone/>
              <a:defRPr sz="2500"/>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309"/>
        <p:cNvGrpSpPr/>
        <p:nvPr/>
      </p:nvGrpSpPr>
      <p:grpSpPr>
        <a:xfrm>
          <a:off x="0" y="0"/>
          <a:ext cx="0" cy="0"/>
          <a:chOff x="0" y="0"/>
          <a:chExt cx="0" cy="0"/>
        </a:xfrm>
      </p:grpSpPr>
      <p:grpSp>
        <p:nvGrpSpPr>
          <p:cNvPr id="310" name="Google Shape;310;p25"/>
          <p:cNvGrpSpPr/>
          <p:nvPr/>
        </p:nvGrpSpPr>
        <p:grpSpPr>
          <a:xfrm rot="10800000" flipH="1">
            <a:off x="6412875" y="0"/>
            <a:ext cx="2731125" cy="5143500"/>
            <a:chOff x="6412875" y="0"/>
            <a:chExt cx="2731125" cy="5143500"/>
          </a:xfrm>
        </p:grpSpPr>
        <p:pic>
          <p:nvPicPr>
            <p:cNvPr id="311" name="Google Shape;311;p25"/>
            <p:cNvPicPr preferRelativeResize="0"/>
            <p:nvPr/>
          </p:nvPicPr>
          <p:blipFill rotWithShape="1">
            <a:blip r:embed="rId2">
              <a:alphaModFix/>
            </a:blip>
            <a:srcRect t="24401" r="79404" b="13382"/>
            <a:stretch/>
          </p:blipFill>
          <p:spPr>
            <a:xfrm>
              <a:off x="6569750" y="1074000"/>
              <a:ext cx="2574249" cy="4069500"/>
            </a:xfrm>
            <a:prstGeom prst="rect">
              <a:avLst/>
            </a:prstGeom>
            <a:noFill/>
            <a:ln>
              <a:noFill/>
            </a:ln>
          </p:spPr>
        </p:pic>
        <p:pic>
          <p:nvPicPr>
            <p:cNvPr id="312" name="Google Shape;312;p25"/>
            <p:cNvPicPr preferRelativeResize="0"/>
            <p:nvPr/>
          </p:nvPicPr>
          <p:blipFill rotWithShape="1">
            <a:blip r:embed="rId3">
              <a:alphaModFix/>
            </a:blip>
            <a:srcRect l="18444" t="35665" r="56243" b="-7732"/>
            <a:stretch/>
          </p:blipFill>
          <p:spPr>
            <a:xfrm>
              <a:off x="6412875" y="0"/>
              <a:ext cx="2731125" cy="4069500"/>
            </a:xfrm>
            <a:prstGeom prst="rect">
              <a:avLst/>
            </a:prstGeom>
            <a:noFill/>
            <a:ln>
              <a:noFill/>
            </a:ln>
          </p:spPr>
        </p:pic>
      </p:grpSp>
      <p:grpSp>
        <p:nvGrpSpPr>
          <p:cNvPr id="313" name="Google Shape;313;p25"/>
          <p:cNvGrpSpPr/>
          <p:nvPr/>
        </p:nvGrpSpPr>
        <p:grpSpPr>
          <a:xfrm>
            <a:off x="0" y="1017726"/>
            <a:ext cx="6412874" cy="4166224"/>
            <a:chOff x="0" y="1017726"/>
            <a:chExt cx="6412874" cy="4166224"/>
          </a:xfrm>
        </p:grpSpPr>
        <p:pic>
          <p:nvPicPr>
            <p:cNvPr id="314" name="Google Shape;314;p25"/>
            <p:cNvPicPr preferRelativeResize="0"/>
            <p:nvPr/>
          </p:nvPicPr>
          <p:blipFill rotWithShape="1">
            <a:blip r:embed="rId3">
              <a:alphaModFix/>
            </a:blip>
            <a:srcRect l="23954" t="-9166" r="32773" b="65683"/>
            <a:stretch/>
          </p:blipFill>
          <p:spPr>
            <a:xfrm>
              <a:off x="1974725" y="2837650"/>
              <a:ext cx="4438149" cy="2334000"/>
            </a:xfrm>
            <a:prstGeom prst="rect">
              <a:avLst/>
            </a:prstGeom>
            <a:noFill/>
            <a:ln>
              <a:noFill/>
            </a:ln>
          </p:spPr>
        </p:pic>
        <p:pic>
          <p:nvPicPr>
            <p:cNvPr id="315" name="Google Shape;315;p25"/>
            <p:cNvPicPr preferRelativeResize="0"/>
            <p:nvPr/>
          </p:nvPicPr>
          <p:blipFill rotWithShape="1">
            <a:blip r:embed="rId2">
              <a:alphaModFix/>
            </a:blip>
            <a:srcRect l="-7178" t="31031" r="83305" b="4306"/>
            <a:stretch/>
          </p:blipFill>
          <p:spPr>
            <a:xfrm rot="10800000">
              <a:off x="0" y="1017726"/>
              <a:ext cx="2939325" cy="4166224"/>
            </a:xfrm>
            <a:prstGeom prst="rect">
              <a:avLst/>
            </a:prstGeom>
            <a:noFill/>
            <a:ln>
              <a:noFill/>
            </a:ln>
          </p:spPr>
        </p:pic>
      </p:grpSp>
      <p:sp>
        <p:nvSpPr>
          <p:cNvPr id="316" name="Google Shape;316;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317" name="Google Shape;317;p25"/>
          <p:cNvSpPr txBox="1">
            <a:spLocks noGrp="1"/>
          </p:cNvSpPr>
          <p:nvPr>
            <p:ph type="subTitle" idx="1"/>
          </p:nvPr>
        </p:nvSpPr>
        <p:spPr>
          <a:xfrm>
            <a:off x="875200" y="1663400"/>
            <a:ext cx="3189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18" name="Google Shape;318;p25"/>
          <p:cNvSpPr txBox="1">
            <a:spLocks noGrp="1"/>
          </p:cNvSpPr>
          <p:nvPr>
            <p:ph type="subTitle" idx="2"/>
          </p:nvPr>
        </p:nvSpPr>
        <p:spPr>
          <a:xfrm>
            <a:off x="5079806" y="1663400"/>
            <a:ext cx="3189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19" name="Google Shape;319;p25"/>
          <p:cNvSpPr txBox="1">
            <a:spLocks noGrp="1"/>
          </p:cNvSpPr>
          <p:nvPr>
            <p:ph type="subTitle" idx="3"/>
          </p:nvPr>
        </p:nvSpPr>
        <p:spPr>
          <a:xfrm>
            <a:off x="875200" y="3323975"/>
            <a:ext cx="3189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20" name="Google Shape;320;p25"/>
          <p:cNvSpPr txBox="1">
            <a:spLocks noGrp="1"/>
          </p:cNvSpPr>
          <p:nvPr>
            <p:ph type="subTitle" idx="4"/>
          </p:nvPr>
        </p:nvSpPr>
        <p:spPr>
          <a:xfrm>
            <a:off x="5079806" y="3323975"/>
            <a:ext cx="3189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21" name="Google Shape;321;p25"/>
          <p:cNvSpPr txBox="1">
            <a:spLocks noGrp="1"/>
          </p:cNvSpPr>
          <p:nvPr>
            <p:ph type="subTitle" idx="5"/>
          </p:nvPr>
        </p:nvSpPr>
        <p:spPr>
          <a:xfrm>
            <a:off x="875250" y="1370050"/>
            <a:ext cx="3189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22" name="Google Shape;322;p25"/>
          <p:cNvSpPr txBox="1">
            <a:spLocks noGrp="1"/>
          </p:cNvSpPr>
          <p:nvPr>
            <p:ph type="subTitle" idx="6"/>
          </p:nvPr>
        </p:nvSpPr>
        <p:spPr>
          <a:xfrm>
            <a:off x="875200" y="3030700"/>
            <a:ext cx="3189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23" name="Google Shape;323;p25"/>
          <p:cNvSpPr txBox="1">
            <a:spLocks noGrp="1"/>
          </p:cNvSpPr>
          <p:nvPr>
            <p:ph type="subTitle" idx="7"/>
          </p:nvPr>
        </p:nvSpPr>
        <p:spPr>
          <a:xfrm>
            <a:off x="5079775" y="1370050"/>
            <a:ext cx="3189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24" name="Google Shape;324;p25"/>
          <p:cNvSpPr txBox="1">
            <a:spLocks noGrp="1"/>
          </p:cNvSpPr>
          <p:nvPr>
            <p:ph type="subTitle" idx="8"/>
          </p:nvPr>
        </p:nvSpPr>
        <p:spPr>
          <a:xfrm>
            <a:off x="5079775" y="3030700"/>
            <a:ext cx="31890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grpSp>
        <p:nvGrpSpPr>
          <p:cNvPr id="325" name="Google Shape;325;p25"/>
          <p:cNvGrpSpPr/>
          <p:nvPr/>
        </p:nvGrpSpPr>
        <p:grpSpPr>
          <a:xfrm>
            <a:off x="-1811603" y="113994"/>
            <a:ext cx="7156253" cy="4944056"/>
            <a:chOff x="-1811603" y="113994"/>
            <a:chExt cx="7156253" cy="4944056"/>
          </a:xfrm>
        </p:grpSpPr>
        <p:sp>
          <p:nvSpPr>
            <p:cNvPr id="326" name="Google Shape;326;p25"/>
            <p:cNvSpPr/>
            <p:nvPr/>
          </p:nvSpPr>
          <p:spPr>
            <a:xfrm>
              <a:off x="3799350" y="470740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5"/>
            <p:cNvSpPr/>
            <p:nvPr/>
          </p:nvSpPr>
          <p:spPr>
            <a:xfrm rot="5400000">
              <a:off x="-1811928" y="114319"/>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328"/>
        <p:cNvGrpSpPr/>
        <p:nvPr/>
      </p:nvGrpSpPr>
      <p:grpSpPr>
        <a:xfrm>
          <a:off x="0" y="0"/>
          <a:ext cx="0" cy="0"/>
          <a:chOff x="0" y="0"/>
          <a:chExt cx="0" cy="0"/>
        </a:xfrm>
      </p:grpSpPr>
      <p:grpSp>
        <p:nvGrpSpPr>
          <p:cNvPr id="329" name="Google Shape;329;p26"/>
          <p:cNvGrpSpPr/>
          <p:nvPr/>
        </p:nvGrpSpPr>
        <p:grpSpPr>
          <a:xfrm>
            <a:off x="4157250" y="0"/>
            <a:ext cx="4986750" cy="3919025"/>
            <a:chOff x="4157250" y="0"/>
            <a:chExt cx="4986750" cy="3919025"/>
          </a:xfrm>
        </p:grpSpPr>
        <p:pic>
          <p:nvPicPr>
            <p:cNvPr id="330" name="Google Shape;330;p26"/>
            <p:cNvPicPr preferRelativeResize="0"/>
            <p:nvPr/>
          </p:nvPicPr>
          <p:blipFill rotWithShape="1">
            <a:blip r:embed="rId2">
              <a:alphaModFix/>
            </a:blip>
            <a:srcRect l="-2927" t="36768" r="79411" b="3319"/>
            <a:stretch/>
          </p:blipFill>
          <p:spPr>
            <a:xfrm>
              <a:off x="6204675" y="0"/>
              <a:ext cx="2939325" cy="3919025"/>
            </a:xfrm>
            <a:prstGeom prst="rect">
              <a:avLst/>
            </a:prstGeom>
            <a:noFill/>
            <a:ln>
              <a:noFill/>
            </a:ln>
          </p:spPr>
        </p:pic>
        <p:pic>
          <p:nvPicPr>
            <p:cNvPr id="331" name="Google Shape;331;p26"/>
            <p:cNvPicPr preferRelativeResize="0"/>
            <p:nvPr/>
          </p:nvPicPr>
          <p:blipFill rotWithShape="1">
            <a:blip r:embed="rId3">
              <a:alphaModFix/>
            </a:blip>
            <a:srcRect l="21269" t="61542" r="32513" b="-1994"/>
            <a:stretch/>
          </p:blipFill>
          <p:spPr>
            <a:xfrm>
              <a:off x="4157250" y="0"/>
              <a:ext cx="4986750" cy="2284300"/>
            </a:xfrm>
            <a:prstGeom prst="rect">
              <a:avLst/>
            </a:prstGeom>
            <a:noFill/>
            <a:ln>
              <a:noFill/>
            </a:ln>
          </p:spPr>
        </p:pic>
      </p:grpSp>
      <p:grpSp>
        <p:nvGrpSpPr>
          <p:cNvPr id="332" name="Google Shape;332;p26"/>
          <p:cNvGrpSpPr/>
          <p:nvPr/>
        </p:nvGrpSpPr>
        <p:grpSpPr>
          <a:xfrm>
            <a:off x="0" y="1017726"/>
            <a:ext cx="4438149" cy="4166224"/>
            <a:chOff x="0" y="1017726"/>
            <a:chExt cx="4438149" cy="4166224"/>
          </a:xfrm>
        </p:grpSpPr>
        <p:pic>
          <p:nvPicPr>
            <p:cNvPr id="333" name="Google Shape;333;p26"/>
            <p:cNvPicPr preferRelativeResize="0"/>
            <p:nvPr/>
          </p:nvPicPr>
          <p:blipFill rotWithShape="1">
            <a:blip r:embed="rId3">
              <a:alphaModFix/>
            </a:blip>
            <a:srcRect l="33028" t="-4461" r="23699" b="60979"/>
            <a:stretch/>
          </p:blipFill>
          <p:spPr>
            <a:xfrm>
              <a:off x="0" y="2809500"/>
              <a:ext cx="4438149" cy="2334000"/>
            </a:xfrm>
            <a:prstGeom prst="rect">
              <a:avLst/>
            </a:prstGeom>
            <a:noFill/>
            <a:ln>
              <a:noFill/>
            </a:ln>
          </p:spPr>
        </p:pic>
        <p:pic>
          <p:nvPicPr>
            <p:cNvPr id="334" name="Google Shape;334;p26"/>
            <p:cNvPicPr preferRelativeResize="0"/>
            <p:nvPr/>
          </p:nvPicPr>
          <p:blipFill rotWithShape="1">
            <a:blip r:embed="rId2">
              <a:alphaModFix/>
            </a:blip>
            <a:srcRect l="-5875" t="27914" r="82001" b="7423"/>
            <a:stretch/>
          </p:blipFill>
          <p:spPr>
            <a:xfrm rot="10800000">
              <a:off x="0" y="1017726"/>
              <a:ext cx="2939325" cy="4166224"/>
            </a:xfrm>
            <a:prstGeom prst="rect">
              <a:avLst/>
            </a:prstGeom>
            <a:noFill/>
            <a:ln>
              <a:noFill/>
            </a:ln>
          </p:spPr>
        </p:pic>
      </p:grpSp>
      <p:grpSp>
        <p:nvGrpSpPr>
          <p:cNvPr id="335" name="Google Shape;335;p26"/>
          <p:cNvGrpSpPr/>
          <p:nvPr/>
        </p:nvGrpSpPr>
        <p:grpSpPr>
          <a:xfrm>
            <a:off x="-279950" y="257063"/>
            <a:ext cx="9815576" cy="4780763"/>
            <a:chOff x="-279950" y="257063"/>
            <a:chExt cx="9815576" cy="4780763"/>
          </a:xfrm>
        </p:grpSpPr>
        <p:sp>
          <p:nvSpPr>
            <p:cNvPr id="336" name="Google Shape;336;p26"/>
            <p:cNvSpPr/>
            <p:nvPr/>
          </p:nvSpPr>
          <p:spPr>
            <a:xfrm>
              <a:off x="-279950" y="373162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6"/>
            <p:cNvSpPr/>
            <p:nvPr/>
          </p:nvSpPr>
          <p:spPr>
            <a:xfrm>
              <a:off x="8514025" y="3875450"/>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6"/>
            <p:cNvSpPr/>
            <p:nvPr/>
          </p:nvSpPr>
          <p:spPr>
            <a:xfrm>
              <a:off x="8291650" y="2570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 name="Google Shape;339;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340" name="Google Shape;340;p26"/>
          <p:cNvSpPr txBox="1">
            <a:spLocks noGrp="1"/>
          </p:cNvSpPr>
          <p:nvPr>
            <p:ph type="subTitle" idx="1"/>
          </p:nvPr>
        </p:nvSpPr>
        <p:spPr>
          <a:xfrm>
            <a:off x="720000" y="1576888"/>
            <a:ext cx="2130000" cy="116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41" name="Google Shape;341;p26"/>
          <p:cNvSpPr txBox="1">
            <a:spLocks noGrp="1"/>
          </p:cNvSpPr>
          <p:nvPr>
            <p:ph type="subTitle" idx="2"/>
          </p:nvPr>
        </p:nvSpPr>
        <p:spPr>
          <a:xfrm>
            <a:off x="3511200" y="1576888"/>
            <a:ext cx="2121600" cy="116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42" name="Google Shape;342;p26"/>
          <p:cNvSpPr txBox="1">
            <a:spLocks noGrp="1"/>
          </p:cNvSpPr>
          <p:nvPr>
            <p:ph type="subTitle" idx="3"/>
          </p:nvPr>
        </p:nvSpPr>
        <p:spPr>
          <a:xfrm>
            <a:off x="720000" y="3371550"/>
            <a:ext cx="2130000" cy="116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43" name="Google Shape;343;p26"/>
          <p:cNvSpPr txBox="1">
            <a:spLocks noGrp="1"/>
          </p:cNvSpPr>
          <p:nvPr>
            <p:ph type="subTitle" idx="4"/>
          </p:nvPr>
        </p:nvSpPr>
        <p:spPr>
          <a:xfrm>
            <a:off x="3511200" y="3371550"/>
            <a:ext cx="2121600" cy="116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44" name="Google Shape;344;p26"/>
          <p:cNvSpPr txBox="1">
            <a:spLocks noGrp="1"/>
          </p:cNvSpPr>
          <p:nvPr>
            <p:ph type="subTitle" idx="5"/>
          </p:nvPr>
        </p:nvSpPr>
        <p:spPr>
          <a:xfrm>
            <a:off x="6310800" y="1576888"/>
            <a:ext cx="2113200" cy="116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45" name="Google Shape;345;p26"/>
          <p:cNvSpPr txBox="1">
            <a:spLocks noGrp="1"/>
          </p:cNvSpPr>
          <p:nvPr>
            <p:ph type="subTitle" idx="6"/>
          </p:nvPr>
        </p:nvSpPr>
        <p:spPr>
          <a:xfrm>
            <a:off x="6310800" y="3371550"/>
            <a:ext cx="2113200" cy="116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46" name="Google Shape;346;p26"/>
          <p:cNvSpPr txBox="1">
            <a:spLocks noGrp="1"/>
          </p:cNvSpPr>
          <p:nvPr>
            <p:ph type="subTitle" idx="7"/>
          </p:nvPr>
        </p:nvSpPr>
        <p:spPr>
          <a:xfrm>
            <a:off x="724200" y="1199252"/>
            <a:ext cx="2121600" cy="43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47" name="Google Shape;347;p26"/>
          <p:cNvSpPr txBox="1">
            <a:spLocks noGrp="1"/>
          </p:cNvSpPr>
          <p:nvPr>
            <p:ph type="subTitle" idx="8"/>
          </p:nvPr>
        </p:nvSpPr>
        <p:spPr>
          <a:xfrm>
            <a:off x="3515376" y="1199252"/>
            <a:ext cx="2113200" cy="43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48" name="Google Shape;348;p26"/>
          <p:cNvSpPr txBox="1">
            <a:spLocks noGrp="1"/>
          </p:cNvSpPr>
          <p:nvPr>
            <p:ph type="subTitle" idx="9"/>
          </p:nvPr>
        </p:nvSpPr>
        <p:spPr>
          <a:xfrm>
            <a:off x="6314952" y="1199252"/>
            <a:ext cx="2104800" cy="43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49" name="Google Shape;349;p26"/>
          <p:cNvSpPr txBox="1">
            <a:spLocks noGrp="1"/>
          </p:cNvSpPr>
          <p:nvPr>
            <p:ph type="subTitle" idx="13"/>
          </p:nvPr>
        </p:nvSpPr>
        <p:spPr>
          <a:xfrm>
            <a:off x="724200" y="2990649"/>
            <a:ext cx="2121600" cy="43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50" name="Google Shape;350;p26"/>
          <p:cNvSpPr txBox="1">
            <a:spLocks noGrp="1"/>
          </p:cNvSpPr>
          <p:nvPr>
            <p:ph type="subTitle" idx="14"/>
          </p:nvPr>
        </p:nvSpPr>
        <p:spPr>
          <a:xfrm>
            <a:off x="3515376" y="2990649"/>
            <a:ext cx="2113200" cy="43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
        <p:nvSpPr>
          <p:cNvPr id="351" name="Google Shape;351;p26"/>
          <p:cNvSpPr txBox="1">
            <a:spLocks noGrp="1"/>
          </p:cNvSpPr>
          <p:nvPr>
            <p:ph type="subTitle" idx="15"/>
          </p:nvPr>
        </p:nvSpPr>
        <p:spPr>
          <a:xfrm>
            <a:off x="6314952" y="2990649"/>
            <a:ext cx="2104800" cy="4383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Raleway"/>
              <a:buNone/>
              <a:defRPr sz="2000" b="1">
                <a:latin typeface="Unbounded"/>
                <a:ea typeface="Unbounded"/>
                <a:cs typeface="Unbounded"/>
                <a:sym typeface="Unbounded"/>
              </a:defRPr>
            </a:lvl1pPr>
            <a:lvl2pPr lvl="1" algn="ctr" rtl="0">
              <a:lnSpc>
                <a:spcPct val="100000"/>
              </a:lnSpc>
              <a:spcBef>
                <a:spcPts val="0"/>
              </a:spcBef>
              <a:spcAft>
                <a:spcPts val="0"/>
              </a:spcAft>
              <a:buSzPts val="2000"/>
              <a:buFont typeface="Raleway"/>
              <a:buNone/>
              <a:defRPr sz="2000" b="1">
                <a:latin typeface="Raleway"/>
                <a:ea typeface="Raleway"/>
                <a:cs typeface="Raleway"/>
                <a:sym typeface="Raleway"/>
              </a:defRPr>
            </a:lvl2pPr>
            <a:lvl3pPr lvl="2" algn="ctr" rtl="0">
              <a:lnSpc>
                <a:spcPct val="100000"/>
              </a:lnSpc>
              <a:spcBef>
                <a:spcPts val="0"/>
              </a:spcBef>
              <a:spcAft>
                <a:spcPts val="0"/>
              </a:spcAft>
              <a:buSzPts val="2000"/>
              <a:buFont typeface="Raleway"/>
              <a:buNone/>
              <a:defRPr sz="2000" b="1">
                <a:latin typeface="Raleway"/>
                <a:ea typeface="Raleway"/>
                <a:cs typeface="Raleway"/>
                <a:sym typeface="Raleway"/>
              </a:defRPr>
            </a:lvl3pPr>
            <a:lvl4pPr lvl="3" algn="ctr" rtl="0">
              <a:lnSpc>
                <a:spcPct val="100000"/>
              </a:lnSpc>
              <a:spcBef>
                <a:spcPts val="0"/>
              </a:spcBef>
              <a:spcAft>
                <a:spcPts val="0"/>
              </a:spcAft>
              <a:buSzPts val="2000"/>
              <a:buFont typeface="Raleway"/>
              <a:buNone/>
              <a:defRPr sz="2000" b="1">
                <a:latin typeface="Raleway"/>
                <a:ea typeface="Raleway"/>
                <a:cs typeface="Raleway"/>
                <a:sym typeface="Raleway"/>
              </a:defRPr>
            </a:lvl4pPr>
            <a:lvl5pPr lvl="4" algn="ctr" rtl="0">
              <a:lnSpc>
                <a:spcPct val="100000"/>
              </a:lnSpc>
              <a:spcBef>
                <a:spcPts val="0"/>
              </a:spcBef>
              <a:spcAft>
                <a:spcPts val="0"/>
              </a:spcAft>
              <a:buSzPts val="2000"/>
              <a:buFont typeface="Raleway"/>
              <a:buNone/>
              <a:defRPr sz="2000" b="1">
                <a:latin typeface="Raleway"/>
                <a:ea typeface="Raleway"/>
                <a:cs typeface="Raleway"/>
                <a:sym typeface="Raleway"/>
              </a:defRPr>
            </a:lvl5pPr>
            <a:lvl6pPr lvl="5" algn="ctr" rtl="0">
              <a:lnSpc>
                <a:spcPct val="100000"/>
              </a:lnSpc>
              <a:spcBef>
                <a:spcPts val="0"/>
              </a:spcBef>
              <a:spcAft>
                <a:spcPts val="0"/>
              </a:spcAft>
              <a:buSzPts val="2000"/>
              <a:buFont typeface="Raleway"/>
              <a:buNone/>
              <a:defRPr sz="2000" b="1">
                <a:latin typeface="Raleway"/>
                <a:ea typeface="Raleway"/>
                <a:cs typeface="Raleway"/>
                <a:sym typeface="Raleway"/>
              </a:defRPr>
            </a:lvl6pPr>
            <a:lvl7pPr lvl="6" algn="ctr" rtl="0">
              <a:lnSpc>
                <a:spcPct val="100000"/>
              </a:lnSpc>
              <a:spcBef>
                <a:spcPts val="0"/>
              </a:spcBef>
              <a:spcAft>
                <a:spcPts val="0"/>
              </a:spcAft>
              <a:buSzPts val="2000"/>
              <a:buFont typeface="Raleway"/>
              <a:buNone/>
              <a:defRPr sz="2000" b="1">
                <a:latin typeface="Raleway"/>
                <a:ea typeface="Raleway"/>
                <a:cs typeface="Raleway"/>
                <a:sym typeface="Raleway"/>
              </a:defRPr>
            </a:lvl7pPr>
            <a:lvl8pPr lvl="7" algn="ctr" rtl="0">
              <a:lnSpc>
                <a:spcPct val="100000"/>
              </a:lnSpc>
              <a:spcBef>
                <a:spcPts val="0"/>
              </a:spcBef>
              <a:spcAft>
                <a:spcPts val="0"/>
              </a:spcAft>
              <a:buSzPts val="2000"/>
              <a:buFont typeface="Raleway"/>
              <a:buNone/>
              <a:defRPr sz="2000" b="1">
                <a:latin typeface="Raleway"/>
                <a:ea typeface="Raleway"/>
                <a:cs typeface="Raleway"/>
                <a:sym typeface="Raleway"/>
              </a:defRPr>
            </a:lvl8pPr>
            <a:lvl9pPr lvl="8" algn="ctr" rtl="0">
              <a:lnSpc>
                <a:spcPct val="100000"/>
              </a:lnSpc>
              <a:spcBef>
                <a:spcPts val="0"/>
              </a:spcBef>
              <a:spcAft>
                <a:spcPts val="0"/>
              </a:spcAft>
              <a:buSzPts val="2000"/>
              <a:buFont typeface="Raleway"/>
              <a:buNone/>
              <a:defRPr sz="2000" b="1">
                <a:latin typeface="Raleway"/>
                <a:ea typeface="Raleway"/>
                <a:cs typeface="Raleway"/>
                <a:sym typeface="Raleway"/>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352"/>
        <p:cNvGrpSpPr/>
        <p:nvPr/>
      </p:nvGrpSpPr>
      <p:grpSpPr>
        <a:xfrm>
          <a:off x="0" y="0"/>
          <a:ext cx="0" cy="0"/>
          <a:chOff x="0" y="0"/>
          <a:chExt cx="0" cy="0"/>
        </a:xfrm>
      </p:grpSpPr>
      <p:sp>
        <p:nvSpPr>
          <p:cNvPr id="353" name="Google Shape;353;p27"/>
          <p:cNvSpPr txBox="1">
            <a:spLocks noGrp="1"/>
          </p:cNvSpPr>
          <p:nvPr>
            <p:ph type="title" hasCustomPrompt="1"/>
          </p:nvPr>
        </p:nvSpPr>
        <p:spPr>
          <a:xfrm>
            <a:off x="2223600" y="670225"/>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54" name="Google Shape;354;p27"/>
          <p:cNvSpPr txBox="1">
            <a:spLocks noGrp="1"/>
          </p:cNvSpPr>
          <p:nvPr>
            <p:ph type="subTitle" idx="1"/>
          </p:nvPr>
        </p:nvSpPr>
        <p:spPr>
          <a:xfrm>
            <a:off x="2223600" y="1428226"/>
            <a:ext cx="46968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355" name="Google Shape;355;p27"/>
          <p:cNvSpPr txBox="1">
            <a:spLocks noGrp="1"/>
          </p:cNvSpPr>
          <p:nvPr>
            <p:ph type="title" idx="2" hasCustomPrompt="1"/>
          </p:nvPr>
        </p:nvSpPr>
        <p:spPr>
          <a:xfrm>
            <a:off x="2223600" y="1967931"/>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56" name="Google Shape;356;p27"/>
          <p:cNvSpPr txBox="1">
            <a:spLocks noGrp="1"/>
          </p:cNvSpPr>
          <p:nvPr>
            <p:ph type="subTitle" idx="3"/>
          </p:nvPr>
        </p:nvSpPr>
        <p:spPr>
          <a:xfrm>
            <a:off x="2223600" y="2728503"/>
            <a:ext cx="46968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357" name="Google Shape;357;p27"/>
          <p:cNvSpPr txBox="1">
            <a:spLocks noGrp="1"/>
          </p:cNvSpPr>
          <p:nvPr>
            <p:ph type="title" idx="4" hasCustomPrompt="1"/>
          </p:nvPr>
        </p:nvSpPr>
        <p:spPr>
          <a:xfrm>
            <a:off x="2223600" y="3265638"/>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58" name="Google Shape;358;p27"/>
          <p:cNvSpPr txBox="1">
            <a:spLocks noGrp="1"/>
          </p:cNvSpPr>
          <p:nvPr>
            <p:ph type="subTitle" idx="5"/>
          </p:nvPr>
        </p:nvSpPr>
        <p:spPr>
          <a:xfrm>
            <a:off x="2223600" y="4028781"/>
            <a:ext cx="46968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grpSp>
        <p:nvGrpSpPr>
          <p:cNvPr id="359" name="Google Shape;359;p27"/>
          <p:cNvGrpSpPr/>
          <p:nvPr/>
        </p:nvGrpSpPr>
        <p:grpSpPr>
          <a:xfrm>
            <a:off x="3837275" y="0"/>
            <a:ext cx="5306726" cy="4524600"/>
            <a:chOff x="3837275" y="0"/>
            <a:chExt cx="5306726" cy="4524600"/>
          </a:xfrm>
        </p:grpSpPr>
        <p:pic>
          <p:nvPicPr>
            <p:cNvPr id="360" name="Google Shape;360;p27"/>
            <p:cNvPicPr preferRelativeResize="0"/>
            <p:nvPr/>
          </p:nvPicPr>
          <p:blipFill rotWithShape="1">
            <a:blip r:embed="rId2">
              <a:alphaModFix/>
            </a:blip>
            <a:srcRect l="5319" t="20045" r="76013" b="10783"/>
            <a:stretch/>
          </p:blipFill>
          <p:spPr>
            <a:xfrm>
              <a:off x="6810850" y="0"/>
              <a:ext cx="2333151" cy="4524600"/>
            </a:xfrm>
            <a:prstGeom prst="rect">
              <a:avLst/>
            </a:prstGeom>
            <a:noFill/>
            <a:ln>
              <a:noFill/>
            </a:ln>
          </p:spPr>
        </p:pic>
        <p:pic>
          <p:nvPicPr>
            <p:cNvPr id="361" name="Google Shape;361;p27"/>
            <p:cNvPicPr preferRelativeResize="0"/>
            <p:nvPr/>
          </p:nvPicPr>
          <p:blipFill rotWithShape="1">
            <a:blip r:embed="rId3">
              <a:alphaModFix/>
            </a:blip>
            <a:srcRect l="28196" t="61951" r="22619" b="-2402"/>
            <a:stretch/>
          </p:blipFill>
          <p:spPr>
            <a:xfrm>
              <a:off x="3837275" y="0"/>
              <a:ext cx="5306724" cy="2284300"/>
            </a:xfrm>
            <a:prstGeom prst="rect">
              <a:avLst/>
            </a:prstGeom>
            <a:noFill/>
            <a:ln>
              <a:noFill/>
            </a:ln>
          </p:spPr>
        </p:pic>
      </p:grpSp>
      <p:grpSp>
        <p:nvGrpSpPr>
          <p:cNvPr id="362" name="Google Shape;362;p27"/>
          <p:cNvGrpSpPr/>
          <p:nvPr/>
        </p:nvGrpSpPr>
        <p:grpSpPr>
          <a:xfrm>
            <a:off x="0" y="1017726"/>
            <a:ext cx="4438149" cy="4166224"/>
            <a:chOff x="0" y="1017726"/>
            <a:chExt cx="4438149" cy="4166224"/>
          </a:xfrm>
        </p:grpSpPr>
        <p:pic>
          <p:nvPicPr>
            <p:cNvPr id="363" name="Google Shape;363;p27"/>
            <p:cNvPicPr preferRelativeResize="0"/>
            <p:nvPr/>
          </p:nvPicPr>
          <p:blipFill rotWithShape="1">
            <a:blip r:embed="rId3">
              <a:alphaModFix/>
            </a:blip>
            <a:srcRect l="35374" t="5165" r="21354" b="51352"/>
            <a:stretch/>
          </p:blipFill>
          <p:spPr>
            <a:xfrm>
              <a:off x="0" y="2809500"/>
              <a:ext cx="4438149" cy="2334000"/>
            </a:xfrm>
            <a:prstGeom prst="rect">
              <a:avLst/>
            </a:prstGeom>
            <a:noFill/>
            <a:ln>
              <a:noFill/>
            </a:ln>
          </p:spPr>
        </p:pic>
        <p:pic>
          <p:nvPicPr>
            <p:cNvPr id="364" name="Google Shape;364;p27"/>
            <p:cNvPicPr preferRelativeResize="0"/>
            <p:nvPr/>
          </p:nvPicPr>
          <p:blipFill rotWithShape="1">
            <a:blip r:embed="rId2">
              <a:alphaModFix/>
            </a:blip>
            <a:srcRect t="21590" r="76126" b="13747"/>
            <a:stretch/>
          </p:blipFill>
          <p:spPr>
            <a:xfrm rot="10800000">
              <a:off x="0" y="1017726"/>
              <a:ext cx="2939325" cy="4166224"/>
            </a:xfrm>
            <a:prstGeom prst="rect">
              <a:avLst/>
            </a:prstGeom>
            <a:noFill/>
            <a:ln>
              <a:noFill/>
            </a:ln>
          </p:spPr>
        </p:pic>
      </p:grpSp>
      <p:grpSp>
        <p:nvGrpSpPr>
          <p:cNvPr id="365" name="Google Shape;365;p27"/>
          <p:cNvGrpSpPr/>
          <p:nvPr/>
        </p:nvGrpSpPr>
        <p:grpSpPr>
          <a:xfrm>
            <a:off x="-1088650" y="-1306350"/>
            <a:ext cx="9792675" cy="6742738"/>
            <a:chOff x="-1088650" y="-1306350"/>
            <a:chExt cx="9792675" cy="6742738"/>
          </a:xfrm>
        </p:grpSpPr>
        <p:sp>
          <p:nvSpPr>
            <p:cNvPr id="366" name="Google Shape;366;p27"/>
            <p:cNvSpPr/>
            <p:nvPr/>
          </p:nvSpPr>
          <p:spPr>
            <a:xfrm>
              <a:off x="-1088650" y="-1306350"/>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7"/>
            <p:cNvSpPr/>
            <p:nvPr/>
          </p:nvSpPr>
          <p:spPr>
            <a:xfrm>
              <a:off x="7957625" y="4130188"/>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7"/>
            <p:cNvSpPr/>
            <p:nvPr/>
          </p:nvSpPr>
          <p:spPr>
            <a:xfrm>
              <a:off x="437813" y="43215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369"/>
        <p:cNvGrpSpPr/>
        <p:nvPr/>
      </p:nvGrpSpPr>
      <p:grpSpPr>
        <a:xfrm>
          <a:off x="0" y="0"/>
          <a:ext cx="0" cy="0"/>
          <a:chOff x="0" y="0"/>
          <a:chExt cx="0" cy="0"/>
        </a:xfrm>
      </p:grpSpPr>
      <p:grpSp>
        <p:nvGrpSpPr>
          <p:cNvPr id="370" name="Google Shape;370;p28"/>
          <p:cNvGrpSpPr/>
          <p:nvPr/>
        </p:nvGrpSpPr>
        <p:grpSpPr>
          <a:xfrm rot="10800000" flipH="1">
            <a:off x="6412875" y="0"/>
            <a:ext cx="2731125" cy="5143500"/>
            <a:chOff x="6412875" y="0"/>
            <a:chExt cx="2731125" cy="5143500"/>
          </a:xfrm>
        </p:grpSpPr>
        <p:pic>
          <p:nvPicPr>
            <p:cNvPr id="371" name="Google Shape;371;p28"/>
            <p:cNvPicPr preferRelativeResize="0"/>
            <p:nvPr/>
          </p:nvPicPr>
          <p:blipFill rotWithShape="1">
            <a:blip r:embed="rId2">
              <a:alphaModFix/>
            </a:blip>
            <a:srcRect t="24401" r="79404" b="13382"/>
            <a:stretch/>
          </p:blipFill>
          <p:spPr>
            <a:xfrm>
              <a:off x="6569750" y="1074000"/>
              <a:ext cx="2574249" cy="4069500"/>
            </a:xfrm>
            <a:prstGeom prst="rect">
              <a:avLst/>
            </a:prstGeom>
            <a:noFill/>
            <a:ln>
              <a:noFill/>
            </a:ln>
          </p:spPr>
        </p:pic>
        <p:pic>
          <p:nvPicPr>
            <p:cNvPr id="372" name="Google Shape;372;p28"/>
            <p:cNvPicPr preferRelativeResize="0"/>
            <p:nvPr/>
          </p:nvPicPr>
          <p:blipFill rotWithShape="1">
            <a:blip r:embed="rId3">
              <a:alphaModFix/>
            </a:blip>
            <a:srcRect l="18444" t="35665" r="56243" b="-7732"/>
            <a:stretch/>
          </p:blipFill>
          <p:spPr>
            <a:xfrm>
              <a:off x="6412875" y="0"/>
              <a:ext cx="2731125" cy="4069500"/>
            </a:xfrm>
            <a:prstGeom prst="rect">
              <a:avLst/>
            </a:prstGeom>
            <a:noFill/>
            <a:ln>
              <a:noFill/>
            </a:ln>
          </p:spPr>
        </p:pic>
      </p:grpSp>
      <p:grpSp>
        <p:nvGrpSpPr>
          <p:cNvPr id="373" name="Google Shape;373;p28"/>
          <p:cNvGrpSpPr/>
          <p:nvPr/>
        </p:nvGrpSpPr>
        <p:grpSpPr>
          <a:xfrm>
            <a:off x="0" y="1017726"/>
            <a:ext cx="6412874" cy="4166224"/>
            <a:chOff x="0" y="1017726"/>
            <a:chExt cx="6412874" cy="4166224"/>
          </a:xfrm>
        </p:grpSpPr>
        <p:pic>
          <p:nvPicPr>
            <p:cNvPr id="374" name="Google Shape;374;p28"/>
            <p:cNvPicPr preferRelativeResize="0"/>
            <p:nvPr/>
          </p:nvPicPr>
          <p:blipFill rotWithShape="1">
            <a:blip r:embed="rId3">
              <a:alphaModFix/>
            </a:blip>
            <a:srcRect l="23954" t="-9166" r="32773" b="65683"/>
            <a:stretch/>
          </p:blipFill>
          <p:spPr>
            <a:xfrm>
              <a:off x="1974725" y="2837650"/>
              <a:ext cx="4438149" cy="2334000"/>
            </a:xfrm>
            <a:prstGeom prst="rect">
              <a:avLst/>
            </a:prstGeom>
            <a:noFill/>
            <a:ln>
              <a:noFill/>
            </a:ln>
          </p:spPr>
        </p:pic>
        <p:pic>
          <p:nvPicPr>
            <p:cNvPr id="375" name="Google Shape;375;p28"/>
            <p:cNvPicPr preferRelativeResize="0"/>
            <p:nvPr/>
          </p:nvPicPr>
          <p:blipFill rotWithShape="1">
            <a:blip r:embed="rId2">
              <a:alphaModFix/>
            </a:blip>
            <a:srcRect l="-7178" t="31031" r="83305" b="4306"/>
            <a:stretch/>
          </p:blipFill>
          <p:spPr>
            <a:xfrm rot="10800000">
              <a:off x="0" y="1017726"/>
              <a:ext cx="2939325" cy="4166224"/>
            </a:xfrm>
            <a:prstGeom prst="rect">
              <a:avLst/>
            </a:prstGeom>
            <a:noFill/>
            <a:ln>
              <a:noFill/>
            </a:ln>
          </p:spPr>
        </p:pic>
      </p:grpSp>
      <p:grpSp>
        <p:nvGrpSpPr>
          <p:cNvPr id="376" name="Google Shape;376;p28"/>
          <p:cNvGrpSpPr/>
          <p:nvPr/>
        </p:nvGrpSpPr>
        <p:grpSpPr>
          <a:xfrm>
            <a:off x="-1811603" y="113994"/>
            <a:ext cx="7156253" cy="4944056"/>
            <a:chOff x="-1811603" y="113994"/>
            <a:chExt cx="7156253" cy="4944056"/>
          </a:xfrm>
        </p:grpSpPr>
        <p:sp>
          <p:nvSpPr>
            <p:cNvPr id="377" name="Google Shape;377;p28"/>
            <p:cNvSpPr/>
            <p:nvPr/>
          </p:nvSpPr>
          <p:spPr>
            <a:xfrm>
              <a:off x="3799350" y="470740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8"/>
            <p:cNvSpPr/>
            <p:nvPr/>
          </p:nvSpPr>
          <p:spPr>
            <a:xfrm rot="5400000">
              <a:off x="-1811928" y="114319"/>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9" name="Google Shape;379;p28"/>
          <p:cNvSpPr txBox="1">
            <a:spLocks noGrp="1"/>
          </p:cNvSpPr>
          <p:nvPr>
            <p:ph type="title" hasCustomPrompt="1"/>
          </p:nvPr>
        </p:nvSpPr>
        <p:spPr>
          <a:xfrm>
            <a:off x="1325650" y="1962150"/>
            <a:ext cx="13989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2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80" name="Google Shape;380;p28"/>
          <p:cNvSpPr txBox="1">
            <a:spLocks noGrp="1"/>
          </p:cNvSpPr>
          <p:nvPr>
            <p:ph type="subTitle" idx="1"/>
          </p:nvPr>
        </p:nvSpPr>
        <p:spPr>
          <a:xfrm>
            <a:off x="938450" y="3479925"/>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81" name="Google Shape;381;p28"/>
          <p:cNvSpPr txBox="1">
            <a:spLocks noGrp="1"/>
          </p:cNvSpPr>
          <p:nvPr>
            <p:ph type="subTitle" idx="2"/>
          </p:nvPr>
        </p:nvSpPr>
        <p:spPr>
          <a:xfrm>
            <a:off x="938450" y="304785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382" name="Google Shape;382;p28"/>
          <p:cNvSpPr txBox="1">
            <a:spLocks noGrp="1"/>
          </p:cNvSpPr>
          <p:nvPr>
            <p:ph type="title" idx="3" hasCustomPrompt="1"/>
          </p:nvPr>
        </p:nvSpPr>
        <p:spPr>
          <a:xfrm>
            <a:off x="3873100" y="196215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2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83" name="Google Shape;383;p28"/>
          <p:cNvSpPr txBox="1">
            <a:spLocks noGrp="1"/>
          </p:cNvSpPr>
          <p:nvPr>
            <p:ph type="subTitle" idx="4"/>
          </p:nvPr>
        </p:nvSpPr>
        <p:spPr>
          <a:xfrm>
            <a:off x="3485350" y="3479925"/>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84" name="Google Shape;384;p28"/>
          <p:cNvSpPr txBox="1">
            <a:spLocks noGrp="1"/>
          </p:cNvSpPr>
          <p:nvPr>
            <p:ph type="subTitle" idx="5"/>
          </p:nvPr>
        </p:nvSpPr>
        <p:spPr>
          <a:xfrm>
            <a:off x="3485350" y="304785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385" name="Google Shape;385;p28"/>
          <p:cNvSpPr txBox="1">
            <a:spLocks noGrp="1"/>
          </p:cNvSpPr>
          <p:nvPr>
            <p:ph type="title" idx="6" hasCustomPrompt="1"/>
          </p:nvPr>
        </p:nvSpPr>
        <p:spPr>
          <a:xfrm>
            <a:off x="6417675" y="196215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2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86" name="Google Shape;386;p28"/>
          <p:cNvSpPr txBox="1">
            <a:spLocks noGrp="1"/>
          </p:cNvSpPr>
          <p:nvPr>
            <p:ph type="subTitle" idx="7"/>
          </p:nvPr>
        </p:nvSpPr>
        <p:spPr>
          <a:xfrm>
            <a:off x="6032250" y="3479925"/>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87" name="Google Shape;387;p28"/>
          <p:cNvSpPr txBox="1">
            <a:spLocks noGrp="1"/>
          </p:cNvSpPr>
          <p:nvPr>
            <p:ph type="subTitle" idx="8"/>
          </p:nvPr>
        </p:nvSpPr>
        <p:spPr>
          <a:xfrm>
            <a:off x="6032250" y="304785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000" b="1">
                <a:latin typeface="Unbounded"/>
                <a:ea typeface="Unbounded"/>
                <a:cs typeface="Unbounded"/>
                <a:sym typeface="Unbounde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388" name="Google Shape;388;p28"/>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389"/>
        <p:cNvGrpSpPr/>
        <p:nvPr/>
      </p:nvGrpSpPr>
      <p:grpSpPr>
        <a:xfrm>
          <a:off x="0" y="0"/>
          <a:ext cx="0" cy="0"/>
          <a:chOff x="0" y="0"/>
          <a:chExt cx="0" cy="0"/>
        </a:xfrm>
      </p:grpSpPr>
      <p:pic>
        <p:nvPicPr>
          <p:cNvPr id="390" name="Google Shape;390;p29"/>
          <p:cNvPicPr preferRelativeResize="0"/>
          <p:nvPr/>
        </p:nvPicPr>
        <p:blipFill rotWithShape="1">
          <a:blip r:embed="rId2">
            <a:alphaModFix/>
          </a:blip>
          <a:srcRect/>
          <a:stretch/>
        </p:blipFill>
        <p:spPr>
          <a:xfrm>
            <a:off x="75" y="0"/>
            <a:ext cx="9144000" cy="5143500"/>
          </a:xfrm>
          <a:prstGeom prst="rect">
            <a:avLst/>
          </a:prstGeom>
          <a:noFill/>
          <a:ln>
            <a:noFill/>
          </a:ln>
        </p:spPr>
      </p:pic>
      <p:sp>
        <p:nvSpPr>
          <p:cNvPr id="391" name="Google Shape;391;p29"/>
          <p:cNvSpPr txBox="1">
            <a:spLocks noGrp="1"/>
          </p:cNvSpPr>
          <p:nvPr>
            <p:ph type="title"/>
          </p:nvPr>
        </p:nvSpPr>
        <p:spPr>
          <a:xfrm>
            <a:off x="1224600" y="539500"/>
            <a:ext cx="6694800" cy="10911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900"/>
              <a:buNone/>
              <a:defRPr sz="5000"/>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a:endParaRPr/>
          </a:p>
        </p:txBody>
      </p:sp>
      <p:sp>
        <p:nvSpPr>
          <p:cNvPr id="392" name="Google Shape;392;p29"/>
          <p:cNvSpPr txBox="1">
            <a:spLocks noGrp="1"/>
          </p:cNvSpPr>
          <p:nvPr>
            <p:ph type="subTitle" idx="1"/>
          </p:nvPr>
        </p:nvSpPr>
        <p:spPr>
          <a:xfrm>
            <a:off x="2347950" y="1574325"/>
            <a:ext cx="4448100" cy="1225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93" name="Google Shape;393;p29"/>
          <p:cNvSpPr txBox="1"/>
          <p:nvPr/>
        </p:nvSpPr>
        <p:spPr>
          <a:xfrm>
            <a:off x="2099100" y="3611950"/>
            <a:ext cx="49458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b="1">
                <a:solidFill>
                  <a:schemeClr val="lt1"/>
                </a:solidFill>
                <a:latin typeface="Actor"/>
                <a:ea typeface="Actor"/>
                <a:cs typeface="Actor"/>
                <a:sym typeface="Actor"/>
              </a:rPr>
              <a:t>CREDITS:</a:t>
            </a:r>
            <a:r>
              <a:rPr lang="en" sz="1200">
                <a:solidFill>
                  <a:schemeClr val="lt1"/>
                </a:solidFill>
                <a:latin typeface="Actor"/>
                <a:ea typeface="Actor"/>
                <a:cs typeface="Actor"/>
                <a:sym typeface="Actor"/>
              </a:rPr>
              <a:t> This presentation template was created by </a:t>
            </a:r>
            <a:r>
              <a:rPr lang="en" sz="1200" b="1" u="sng">
                <a:solidFill>
                  <a:schemeClr val="lt1"/>
                </a:solidFill>
                <a:latin typeface="Actor"/>
                <a:ea typeface="Actor"/>
                <a:cs typeface="Actor"/>
                <a:sym typeface="Actor"/>
                <a:hlinkClick r:id="rId3">
                  <a:extLst>
                    <a:ext uri="{A12FA001-AC4F-418D-AE19-62706E023703}">
                      <ahyp:hlinkClr xmlns:ahyp="http://schemas.microsoft.com/office/drawing/2018/hyperlinkcolor" val="tx"/>
                    </a:ext>
                  </a:extLst>
                </a:hlinkClick>
              </a:rPr>
              <a:t>Slidesgo</a:t>
            </a:r>
            <a:r>
              <a:rPr lang="en" sz="1200">
                <a:solidFill>
                  <a:schemeClr val="lt1"/>
                </a:solidFill>
                <a:latin typeface="Actor"/>
                <a:ea typeface="Actor"/>
                <a:cs typeface="Actor"/>
                <a:sym typeface="Actor"/>
              </a:rPr>
              <a:t>, and includes icons by </a:t>
            </a:r>
            <a:r>
              <a:rPr lang="en" sz="1200" b="1" u="sng">
                <a:solidFill>
                  <a:schemeClr val="lt1"/>
                </a:solidFill>
                <a:latin typeface="Actor"/>
                <a:ea typeface="Actor"/>
                <a:cs typeface="Actor"/>
                <a:sym typeface="Actor"/>
                <a:hlinkClick r:id="rId4">
                  <a:extLst>
                    <a:ext uri="{A12FA001-AC4F-418D-AE19-62706E023703}">
                      <ahyp:hlinkClr xmlns:ahyp="http://schemas.microsoft.com/office/drawing/2018/hyperlinkcolor" val="tx"/>
                    </a:ext>
                  </a:extLst>
                </a:hlinkClick>
              </a:rPr>
              <a:t>Flaticon</a:t>
            </a:r>
            <a:r>
              <a:rPr lang="en" sz="1200">
                <a:solidFill>
                  <a:schemeClr val="lt1"/>
                </a:solidFill>
                <a:latin typeface="Actor"/>
                <a:ea typeface="Actor"/>
                <a:cs typeface="Actor"/>
                <a:sym typeface="Actor"/>
              </a:rPr>
              <a:t>, and infographics &amp; images by </a:t>
            </a:r>
            <a:r>
              <a:rPr lang="en" sz="1200" b="1" u="sng">
                <a:solidFill>
                  <a:schemeClr val="lt1"/>
                </a:solidFill>
                <a:latin typeface="Actor"/>
                <a:ea typeface="Actor"/>
                <a:cs typeface="Actor"/>
                <a:sym typeface="Actor"/>
                <a:hlinkClick r:id="rId5">
                  <a:extLst>
                    <a:ext uri="{A12FA001-AC4F-418D-AE19-62706E023703}">
                      <ahyp:hlinkClr xmlns:ahyp="http://schemas.microsoft.com/office/drawing/2018/hyperlinkcolor" val="tx"/>
                    </a:ext>
                  </a:extLst>
                </a:hlinkClick>
              </a:rPr>
              <a:t>Freepik</a:t>
            </a:r>
            <a:r>
              <a:rPr lang="en" sz="1200" u="sng">
                <a:solidFill>
                  <a:schemeClr val="lt1"/>
                </a:solidFill>
                <a:latin typeface="Actor"/>
                <a:ea typeface="Actor"/>
                <a:cs typeface="Actor"/>
                <a:sym typeface="Actor"/>
              </a:rPr>
              <a:t> </a:t>
            </a:r>
            <a:endParaRPr sz="1200" b="1" u="sng">
              <a:solidFill>
                <a:schemeClr val="lt1"/>
              </a:solidFill>
              <a:latin typeface="Actor"/>
              <a:ea typeface="Actor"/>
              <a:cs typeface="Actor"/>
              <a:sym typeface="Actor"/>
            </a:endParaRPr>
          </a:p>
        </p:txBody>
      </p:sp>
      <p:grpSp>
        <p:nvGrpSpPr>
          <p:cNvPr id="394" name="Google Shape;394;p29"/>
          <p:cNvGrpSpPr/>
          <p:nvPr/>
        </p:nvGrpSpPr>
        <p:grpSpPr>
          <a:xfrm>
            <a:off x="-81850" y="-1889650"/>
            <a:ext cx="8788034" cy="6776300"/>
            <a:chOff x="-81850" y="-1889650"/>
            <a:chExt cx="8788034" cy="6776300"/>
          </a:xfrm>
        </p:grpSpPr>
        <p:sp>
          <p:nvSpPr>
            <p:cNvPr id="395" name="Google Shape;395;p29"/>
            <p:cNvSpPr/>
            <p:nvPr/>
          </p:nvSpPr>
          <p:spPr>
            <a:xfrm>
              <a:off x="-81850" y="-1889650"/>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9"/>
            <p:cNvSpPr/>
            <p:nvPr/>
          </p:nvSpPr>
          <p:spPr>
            <a:xfrm>
              <a:off x="441325" y="35804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9"/>
            <p:cNvSpPr/>
            <p:nvPr/>
          </p:nvSpPr>
          <p:spPr>
            <a:xfrm>
              <a:off x="8155350" y="381925"/>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98"/>
        <p:cNvGrpSpPr/>
        <p:nvPr/>
      </p:nvGrpSpPr>
      <p:grpSpPr>
        <a:xfrm>
          <a:off x="0" y="0"/>
          <a:ext cx="0" cy="0"/>
          <a:chOff x="0" y="0"/>
          <a:chExt cx="0" cy="0"/>
        </a:xfrm>
      </p:grpSpPr>
      <p:grpSp>
        <p:nvGrpSpPr>
          <p:cNvPr id="399" name="Google Shape;399;p30"/>
          <p:cNvGrpSpPr/>
          <p:nvPr/>
        </p:nvGrpSpPr>
        <p:grpSpPr>
          <a:xfrm rot="10800000" flipH="1">
            <a:off x="1" y="0"/>
            <a:ext cx="6656573" cy="2354225"/>
            <a:chOff x="1" y="2829725"/>
            <a:chExt cx="6656573" cy="2354225"/>
          </a:xfrm>
        </p:grpSpPr>
        <p:pic>
          <p:nvPicPr>
            <p:cNvPr id="400" name="Google Shape;400;p30"/>
            <p:cNvPicPr preferRelativeResize="0"/>
            <p:nvPr/>
          </p:nvPicPr>
          <p:blipFill rotWithShape="1">
            <a:blip r:embed="rId2">
              <a:alphaModFix/>
            </a:blip>
            <a:srcRect l="20102" t="-4419" r="24274" b="60658"/>
            <a:stretch/>
          </p:blipFill>
          <p:spPr>
            <a:xfrm>
              <a:off x="951450" y="2829725"/>
              <a:ext cx="5705124" cy="2348974"/>
            </a:xfrm>
            <a:prstGeom prst="rect">
              <a:avLst/>
            </a:prstGeom>
            <a:noFill/>
            <a:ln>
              <a:noFill/>
            </a:ln>
          </p:spPr>
        </p:pic>
        <p:pic>
          <p:nvPicPr>
            <p:cNvPr id="401" name="Google Shape;401;p30"/>
            <p:cNvPicPr preferRelativeResize="0"/>
            <p:nvPr/>
          </p:nvPicPr>
          <p:blipFill rotWithShape="1">
            <a:blip r:embed="rId3">
              <a:alphaModFix/>
            </a:blip>
            <a:srcRect l="4228" t="58248" r="61887" b="13983"/>
            <a:stretch/>
          </p:blipFill>
          <p:spPr>
            <a:xfrm rot="10800000">
              <a:off x="1" y="3394850"/>
              <a:ext cx="4171674" cy="1789100"/>
            </a:xfrm>
            <a:prstGeom prst="rect">
              <a:avLst/>
            </a:prstGeom>
            <a:noFill/>
            <a:ln>
              <a:noFill/>
            </a:ln>
          </p:spPr>
        </p:pic>
      </p:grpSp>
      <p:grpSp>
        <p:nvGrpSpPr>
          <p:cNvPr id="402" name="Google Shape;402;p30"/>
          <p:cNvGrpSpPr/>
          <p:nvPr/>
        </p:nvGrpSpPr>
        <p:grpSpPr>
          <a:xfrm rot="10800000" flipH="1">
            <a:off x="4985201" y="1693850"/>
            <a:ext cx="4171674" cy="3490101"/>
            <a:chOff x="4985201" y="0"/>
            <a:chExt cx="4171674" cy="3490101"/>
          </a:xfrm>
        </p:grpSpPr>
        <p:pic>
          <p:nvPicPr>
            <p:cNvPr id="403" name="Google Shape;403;p30"/>
            <p:cNvPicPr preferRelativeResize="0"/>
            <p:nvPr/>
          </p:nvPicPr>
          <p:blipFill rotWithShape="1">
            <a:blip r:embed="rId2">
              <a:alphaModFix/>
            </a:blip>
            <a:srcRect l="20955" t="31285" r="59279" b="6909"/>
            <a:stretch/>
          </p:blipFill>
          <p:spPr>
            <a:xfrm>
              <a:off x="7011325" y="0"/>
              <a:ext cx="2132676" cy="3490101"/>
            </a:xfrm>
            <a:prstGeom prst="rect">
              <a:avLst/>
            </a:prstGeom>
            <a:noFill/>
            <a:ln>
              <a:noFill/>
            </a:ln>
          </p:spPr>
        </p:pic>
        <p:pic>
          <p:nvPicPr>
            <p:cNvPr id="404" name="Google Shape;404;p30"/>
            <p:cNvPicPr preferRelativeResize="0"/>
            <p:nvPr/>
          </p:nvPicPr>
          <p:blipFill rotWithShape="1">
            <a:blip r:embed="rId3">
              <a:alphaModFix/>
            </a:blip>
            <a:srcRect l="4228" t="58248" r="61887" b="13983"/>
            <a:stretch/>
          </p:blipFill>
          <p:spPr>
            <a:xfrm>
              <a:off x="4985201" y="0"/>
              <a:ext cx="4171674" cy="1789100"/>
            </a:xfrm>
            <a:prstGeom prst="rect">
              <a:avLst/>
            </a:prstGeom>
            <a:noFill/>
            <a:ln>
              <a:noFill/>
            </a:ln>
          </p:spPr>
        </p:pic>
      </p:grpSp>
      <p:grpSp>
        <p:nvGrpSpPr>
          <p:cNvPr id="405" name="Google Shape;405;p30"/>
          <p:cNvGrpSpPr/>
          <p:nvPr/>
        </p:nvGrpSpPr>
        <p:grpSpPr>
          <a:xfrm rot="10800000" flipH="1">
            <a:off x="228600" y="173025"/>
            <a:ext cx="10722000" cy="5463125"/>
            <a:chOff x="228600" y="-452200"/>
            <a:chExt cx="10722000" cy="5463125"/>
          </a:xfrm>
        </p:grpSpPr>
        <p:sp>
          <p:nvSpPr>
            <p:cNvPr id="406" name="Google Shape;406;p30"/>
            <p:cNvSpPr/>
            <p:nvPr/>
          </p:nvSpPr>
          <p:spPr>
            <a:xfrm>
              <a:off x="8520800" y="1196350"/>
              <a:ext cx="2429800" cy="2429150"/>
            </a:xfrm>
            <a:custGeom>
              <a:avLst/>
              <a:gdLst/>
              <a:ahLst/>
              <a:cxnLst/>
              <a:rect l="l" t="t" r="r" b="b"/>
              <a:pathLst>
                <a:path w="97192" h="97166" extrusionOk="0">
                  <a:moveTo>
                    <a:pt x="47043" y="1"/>
                  </a:moveTo>
                  <a:lnTo>
                    <a:pt x="47282" y="7412"/>
                  </a:lnTo>
                  <a:lnTo>
                    <a:pt x="47839" y="7412"/>
                  </a:lnTo>
                  <a:lnTo>
                    <a:pt x="47707" y="1"/>
                  </a:lnTo>
                  <a:close/>
                  <a:moveTo>
                    <a:pt x="50389" y="27"/>
                  </a:moveTo>
                  <a:lnTo>
                    <a:pt x="50150" y="7438"/>
                  </a:lnTo>
                  <a:lnTo>
                    <a:pt x="50708" y="7465"/>
                  </a:lnTo>
                  <a:lnTo>
                    <a:pt x="51053" y="54"/>
                  </a:lnTo>
                  <a:cubicBezTo>
                    <a:pt x="50841" y="54"/>
                    <a:pt x="50628" y="27"/>
                    <a:pt x="50389" y="27"/>
                  </a:cubicBezTo>
                  <a:close/>
                  <a:moveTo>
                    <a:pt x="44386" y="160"/>
                  </a:moveTo>
                  <a:lnTo>
                    <a:pt x="43722" y="213"/>
                  </a:lnTo>
                  <a:lnTo>
                    <a:pt x="44466" y="7598"/>
                  </a:lnTo>
                  <a:lnTo>
                    <a:pt x="45024" y="7544"/>
                  </a:lnTo>
                  <a:lnTo>
                    <a:pt x="44386" y="160"/>
                  </a:lnTo>
                  <a:close/>
                  <a:moveTo>
                    <a:pt x="53710" y="266"/>
                  </a:moveTo>
                  <a:lnTo>
                    <a:pt x="52939" y="7624"/>
                  </a:lnTo>
                  <a:lnTo>
                    <a:pt x="53524" y="7704"/>
                  </a:lnTo>
                  <a:lnTo>
                    <a:pt x="54374" y="319"/>
                  </a:lnTo>
                  <a:lnTo>
                    <a:pt x="53710" y="266"/>
                  </a:lnTo>
                  <a:close/>
                  <a:moveTo>
                    <a:pt x="41066" y="585"/>
                  </a:moveTo>
                  <a:cubicBezTo>
                    <a:pt x="40854" y="612"/>
                    <a:pt x="40615" y="638"/>
                    <a:pt x="40402" y="691"/>
                  </a:cubicBezTo>
                  <a:lnTo>
                    <a:pt x="41650" y="7996"/>
                  </a:lnTo>
                  <a:lnTo>
                    <a:pt x="42208" y="7890"/>
                  </a:lnTo>
                  <a:lnTo>
                    <a:pt x="41066" y="585"/>
                  </a:lnTo>
                  <a:close/>
                  <a:moveTo>
                    <a:pt x="57030" y="718"/>
                  </a:moveTo>
                  <a:lnTo>
                    <a:pt x="55755" y="8023"/>
                  </a:lnTo>
                  <a:lnTo>
                    <a:pt x="56313" y="8129"/>
                  </a:lnTo>
                  <a:lnTo>
                    <a:pt x="57694" y="851"/>
                  </a:lnTo>
                  <a:lnTo>
                    <a:pt x="57030" y="718"/>
                  </a:lnTo>
                  <a:close/>
                  <a:moveTo>
                    <a:pt x="37772" y="1196"/>
                  </a:moveTo>
                  <a:lnTo>
                    <a:pt x="37135" y="1355"/>
                  </a:lnTo>
                  <a:lnTo>
                    <a:pt x="38861" y="8554"/>
                  </a:lnTo>
                  <a:lnTo>
                    <a:pt x="39446" y="8421"/>
                  </a:lnTo>
                  <a:lnTo>
                    <a:pt x="37772" y="1196"/>
                  </a:lnTo>
                  <a:close/>
                  <a:moveTo>
                    <a:pt x="60297" y="1408"/>
                  </a:moveTo>
                  <a:lnTo>
                    <a:pt x="58517" y="8607"/>
                  </a:lnTo>
                  <a:lnTo>
                    <a:pt x="59075" y="8740"/>
                  </a:lnTo>
                  <a:lnTo>
                    <a:pt x="60961" y="1568"/>
                  </a:lnTo>
                  <a:cubicBezTo>
                    <a:pt x="60749" y="1515"/>
                    <a:pt x="60536" y="1462"/>
                    <a:pt x="60297" y="1408"/>
                  </a:cubicBezTo>
                  <a:close/>
                  <a:moveTo>
                    <a:pt x="34532" y="2046"/>
                  </a:moveTo>
                  <a:lnTo>
                    <a:pt x="33894" y="2232"/>
                  </a:lnTo>
                  <a:lnTo>
                    <a:pt x="36126" y="9324"/>
                  </a:lnTo>
                  <a:lnTo>
                    <a:pt x="36683" y="9138"/>
                  </a:lnTo>
                  <a:lnTo>
                    <a:pt x="34532" y="2046"/>
                  </a:lnTo>
                  <a:close/>
                  <a:moveTo>
                    <a:pt x="63538" y="2338"/>
                  </a:moveTo>
                  <a:lnTo>
                    <a:pt x="61253" y="9377"/>
                  </a:lnTo>
                  <a:lnTo>
                    <a:pt x="61811" y="9563"/>
                  </a:lnTo>
                  <a:lnTo>
                    <a:pt x="64175" y="2524"/>
                  </a:lnTo>
                  <a:lnTo>
                    <a:pt x="63538" y="2338"/>
                  </a:lnTo>
                  <a:close/>
                  <a:moveTo>
                    <a:pt x="31371" y="3135"/>
                  </a:moveTo>
                  <a:lnTo>
                    <a:pt x="30760" y="3374"/>
                  </a:lnTo>
                  <a:lnTo>
                    <a:pt x="33469" y="10254"/>
                  </a:lnTo>
                  <a:lnTo>
                    <a:pt x="34001" y="10068"/>
                  </a:lnTo>
                  <a:lnTo>
                    <a:pt x="31371" y="3135"/>
                  </a:lnTo>
                  <a:close/>
                  <a:moveTo>
                    <a:pt x="66699" y="3480"/>
                  </a:moveTo>
                  <a:lnTo>
                    <a:pt x="63910" y="10360"/>
                  </a:lnTo>
                  <a:lnTo>
                    <a:pt x="64467" y="10572"/>
                  </a:lnTo>
                  <a:lnTo>
                    <a:pt x="67310" y="3719"/>
                  </a:lnTo>
                  <a:lnTo>
                    <a:pt x="66699" y="3480"/>
                  </a:lnTo>
                  <a:close/>
                  <a:moveTo>
                    <a:pt x="28290" y="4410"/>
                  </a:moveTo>
                  <a:lnTo>
                    <a:pt x="27679" y="4702"/>
                  </a:lnTo>
                  <a:lnTo>
                    <a:pt x="30866" y="11396"/>
                  </a:lnTo>
                  <a:lnTo>
                    <a:pt x="31397" y="11157"/>
                  </a:lnTo>
                  <a:lnTo>
                    <a:pt x="28290" y="4410"/>
                  </a:lnTo>
                  <a:close/>
                  <a:moveTo>
                    <a:pt x="69753" y="4835"/>
                  </a:moveTo>
                  <a:lnTo>
                    <a:pt x="66513" y="11502"/>
                  </a:lnTo>
                  <a:lnTo>
                    <a:pt x="67044" y="11768"/>
                  </a:lnTo>
                  <a:lnTo>
                    <a:pt x="70364" y="5127"/>
                  </a:lnTo>
                  <a:lnTo>
                    <a:pt x="69753" y="4835"/>
                  </a:lnTo>
                  <a:close/>
                  <a:moveTo>
                    <a:pt x="25315" y="5898"/>
                  </a:moveTo>
                  <a:lnTo>
                    <a:pt x="24730" y="6243"/>
                  </a:lnTo>
                  <a:lnTo>
                    <a:pt x="28369" y="12697"/>
                  </a:lnTo>
                  <a:lnTo>
                    <a:pt x="28847" y="12432"/>
                  </a:lnTo>
                  <a:lnTo>
                    <a:pt x="25315" y="5898"/>
                  </a:lnTo>
                  <a:close/>
                  <a:moveTo>
                    <a:pt x="72728" y="6402"/>
                  </a:moveTo>
                  <a:lnTo>
                    <a:pt x="69036" y="12830"/>
                  </a:lnTo>
                  <a:lnTo>
                    <a:pt x="69514" y="13122"/>
                  </a:lnTo>
                  <a:lnTo>
                    <a:pt x="73286" y="6721"/>
                  </a:lnTo>
                  <a:lnTo>
                    <a:pt x="72728" y="6402"/>
                  </a:lnTo>
                  <a:close/>
                  <a:moveTo>
                    <a:pt x="22446" y="7598"/>
                  </a:moveTo>
                  <a:lnTo>
                    <a:pt x="21888" y="7969"/>
                  </a:lnTo>
                  <a:lnTo>
                    <a:pt x="25952" y="14185"/>
                  </a:lnTo>
                  <a:lnTo>
                    <a:pt x="26430" y="13866"/>
                  </a:lnTo>
                  <a:lnTo>
                    <a:pt x="22446" y="7598"/>
                  </a:lnTo>
                  <a:close/>
                  <a:moveTo>
                    <a:pt x="75570" y="8155"/>
                  </a:moveTo>
                  <a:lnTo>
                    <a:pt x="71453" y="14344"/>
                  </a:lnTo>
                  <a:lnTo>
                    <a:pt x="71905" y="14637"/>
                  </a:lnTo>
                  <a:lnTo>
                    <a:pt x="76128" y="8554"/>
                  </a:lnTo>
                  <a:lnTo>
                    <a:pt x="75570" y="8155"/>
                  </a:lnTo>
                  <a:close/>
                  <a:moveTo>
                    <a:pt x="19684" y="9510"/>
                  </a:moveTo>
                  <a:lnTo>
                    <a:pt x="19152" y="9908"/>
                  </a:lnTo>
                  <a:lnTo>
                    <a:pt x="23641" y="15805"/>
                  </a:lnTo>
                  <a:lnTo>
                    <a:pt x="24093" y="15487"/>
                  </a:lnTo>
                  <a:lnTo>
                    <a:pt x="19684" y="9510"/>
                  </a:lnTo>
                  <a:close/>
                  <a:moveTo>
                    <a:pt x="78280" y="10121"/>
                  </a:moveTo>
                  <a:lnTo>
                    <a:pt x="73738" y="15991"/>
                  </a:lnTo>
                  <a:lnTo>
                    <a:pt x="74189" y="16337"/>
                  </a:lnTo>
                  <a:lnTo>
                    <a:pt x="78811" y="10546"/>
                  </a:lnTo>
                  <a:lnTo>
                    <a:pt x="78280" y="10121"/>
                  </a:lnTo>
                  <a:close/>
                  <a:moveTo>
                    <a:pt x="17054" y="11608"/>
                  </a:moveTo>
                  <a:lnTo>
                    <a:pt x="16549" y="12033"/>
                  </a:lnTo>
                  <a:lnTo>
                    <a:pt x="21437" y="17611"/>
                  </a:lnTo>
                  <a:lnTo>
                    <a:pt x="21888" y="17240"/>
                  </a:lnTo>
                  <a:lnTo>
                    <a:pt x="17054" y="11608"/>
                  </a:lnTo>
                  <a:close/>
                  <a:moveTo>
                    <a:pt x="80856" y="12246"/>
                  </a:moveTo>
                  <a:lnTo>
                    <a:pt x="75916" y="17797"/>
                  </a:lnTo>
                  <a:lnTo>
                    <a:pt x="76367" y="18169"/>
                  </a:lnTo>
                  <a:lnTo>
                    <a:pt x="81361" y="12697"/>
                  </a:lnTo>
                  <a:lnTo>
                    <a:pt x="80856" y="12246"/>
                  </a:lnTo>
                  <a:close/>
                  <a:moveTo>
                    <a:pt x="14610" y="13866"/>
                  </a:moveTo>
                  <a:cubicBezTo>
                    <a:pt x="14451" y="13999"/>
                    <a:pt x="14291" y="14158"/>
                    <a:pt x="14132" y="14318"/>
                  </a:cubicBezTo>
                  <a:lnTo>
                    <a:pt x="19391" y="19551"/>
                  </a:lnTo>
                  <a:lnTo>
                    <a:pt x="19790" y="19179"/>
                  </a:lnTo>
                  <a:lnTo>
                    <a:pt x="14610" y="13866"/>
                  </a:lnTo>
                  <a:close/>
                  <a:moveTo>
                    <a:pt x="83300" y="14557"/>
                  </a:moveTo>
                  <a:lnTo>
                    <a:pt x="77988" y="19763"/>
                  </a:lnTo>
                  <a:cubicBezTo>
                    <a:pt x="78120" y="19869"/>
                    <a:pt x="78253" y="20029"/>
                    <a:pt x="78386" y="20161"/>
                  </a:cubicBezTo>
                  <a:lnTo>
                    <a:pt x="83752" y="15035"/>
                  </a:lnTo>
                  <a:cubicBezTo>
                    <a:pt x="83592" y="14876"/>
                    <a:pt x="83459" y="14716"/>
                    <a:pt x="83300" y="14557"/>
                  </a:cubicBezTo>
                  <a:close/>
                  <a:moveTo>
                    <a:pt x="12299" y="16257"/>
                  </a:moveTo>
                  <a:lnTo>
                    <a:pt x="11848" y="16762"/>
                  </a:lnTo>
                  <a:lnTo>
                    <a:pt x="17452" y="21622"/>
                  </a:lnTo>
                  <a:cubicBezTo>
                    <a:pt x="17585" y="21490"/>
                    <a:pt x="17691" y="21357"/>
                    <a:pt x="17824" y="21197"/>
                  </a:cubicBezTo>
                  <a:lnTo>
                    <a:pt x="12299" y="16257"/>
                  </a:lnTo>
                  <a:close/>
                  <a:moveTo>
                    <a:pt x="85531" y="17027"/>
                  </a:moveTo>
                  <a:lnTo>
                    <a:pt x="79900" y="21835"/>
                  </a:lnTo>
                  <a:cubicBezTo>
                    <a:pt x="80033" y="21968"/>
                    <a:pt x="80139" y="22127"/>
                    <a:pt x="80272" y="22260"/>
                  </a:cubicBezTo>
                  <a:lnTo>
                    <a:pt x="85983" y="17532"/>
                  </a:lnTo>
                  <a:lnTo>
                    <a:pt x="85531" y="17027"/>
                  </a:lnTo>
                  <a:close/>
                  <a:moveTo>
                    <a:pt x="10148" y="18833"/>
                  </a:moveTo>
                  <a:lnTo>
                    <a:pt x="9749" y="19365"/>
                  </a:lnTo>
                  <a:lnTo>
                    <a:pt x="15673" y="23827"/>
                  </a:lnTo>
                  <a:lnTo>
                    <a:pt x="16018" y="23402"/>
                  </a:lnTo>
                  <a:lnTo>
                    <a:pt x="10148" y="18833"/>
                  </a:lnTo>
                  <a:close/>
                  <a:moveTo>
                    <a:pt x="87630" y="19630"/>
                  </a:moveTo>
                  <a:lnTo>
                    <a:pt x="81680" y="24040"/>
                  </a:lnTo>
                  <a:lnTo>
                    <a:pt x="82025" y="24518"/>
                  </a:lnTo>
                  <a:lnTo>
                    <a:pt x="88028" y="20161"/>
                  </a:lnTo>
                  <a:lnTo>
                    <a:pt x="87630" y="19630"/>
                  </a:lnTo>
                  <a:close/>
                  <a:moveTo>
                    <a:pt x="8182" y="21543"/>
                  </a:moveTo>
                  <a:cubicBezTo>
                    <a:pt x="8076" y="21729"/>
                    <a:pt x="7943" y="21915"/>
                    <a:pt x="7810" y="22101"/>
                  </a:cubicBezTo>
                  <a:lnTo>
                    <a:pt x="14052" y="26165"/>
                  </a:lnTo>
                  <a:lnTo>
                    <a:pt x="14345" y="25686"/>
                  </a:lnTo>
                  <a:lnTo>
                    <a:pt x="8182" y="21543"/>
                  </a:lnTo>
                  <a:close/>
                  <a:moveTo>
                    <a:pt x="89542" y="22366"/>
                  </a:moveTo>
                  <a:lnTo>
                    <a:pt x="83273" y="26377"/>
                  </a:lnTo>
                  <a:cubicBezTo>
                    <a:pt x="83380" y="26536"/>
                    <a:pt x="83486" y="26696"/>
                    <a:pt x="83566" y="26855"/>
                  </a:cubicBezTo>
                  <a:lnTo>
                    <a:pt x="83592" y="26855"/>
                  </a:lnTo>
                  <a:lnTo>
                    <a:pt x="89887" y="22924"/>
                  </a:lnTo>
                  <a:cubicBezTo>
                    <a:pt x="89781" y="22738"/>
                    <a:pt x="89648" y="22552"/>
                    <a:pt x="89542" y="22366"/>
                  </a:cubicBezTo>
                  <a:close/>
                  <a:moveTo>
                    <a:pt x="6429" y="24411"/>
                  </a:moveTo>
                  <a:cubicBezTo>
                    <a:pt x="6296" y="24597"/>
                    <a:pt x="6190" y="24783"/>
                    <a:pt x="6084" y="24969"/>
                  </a:cubicBezTo>
                  <a:lnTo>
                    <a:pt x="12565" y="28582"/>
                  </a:lnTo>
                  <a:cubicBezTo>
                    <a:pt x="12671" y="28422"/>
                    <a:pt x="12751" y="28263"/>
                    <a:pt x="12857" y="28104"/>
                  </a:cubicBezTo>
                  <a:lnTo>
                    <a:pt x="6429" y="24411"/>
                  </a:lnTo>
                  <a:close/>
                  <a:moveTo>
                    <a:pt x="91242" y="25261"/>
                  </a:moveTo>
                  <a:lnTo>
                    <a:pt x="84734" y="28821"/>
                  </a:lnTo>
                  <a:cubicBezTo>
                    <a:pt x="84814" y="28980"/>
                    <a:pt x="84894" y="29140"/>
                    <a:pt x="85000" y="29325"/>
                  </a:cubicBezTo>
                  <a:lnTo>
                    <a:pt x="91561" y="25819"/>
                  </a:lnTo>
                  <a:lnTo>
                    <a:pt x="91242" y="25261"/>
                  </a:lnTo>
                  <a:close/>
                  <a:moveTo>
                    <a:pt x="4862" y="27360"/>
                  </a:moveTo>
                  <a:cubicBezTo>
                    <a:pt x="4756" y="27546"/>
                    <a:pt x="4649" y="27758"/>
                    <a:pt x="4570" y="27971"/>
                  </a:cubicBezTo>
                  <a:lnTo>
                    <a:pt x="11290" y="31132"/>
                  </a:lnTo>
                  <a:cubicBezTo>
                    <a:pt x="11370" y="30946"/>
                    <a:pt x="11449" y="30786"/>
                    <a:pt x="11529" y="30600"/>
                  </a:cubicBezTo>
                  <a:lnTo>
                    <a:pt x="4862" y="27360"/>
                  </a:lnTo>
                  <a:close/>
                  <a:moveTo>
                    <a:pt x="92730" y="28236"/>
                  </a:moveTo>
                  <a:lnTo>
                    <a:pt x="86009" y="31344"/>
                  </a:lnTo>
                  <a:cubicBezTo>
                    <a:pt x="86089" y="31504"/>
                    <a:pt x="86142" y="31690"/>
                    <a:pt x="86222" y="31849"/>
                  </a:cubicBezTo>
                  <a:lnTo>
                    <a:pt x="86248" y="31849"/>
                  </a:lnTo>
                  <a:lnTo>
                    <a:pt x="93022" y="28847"/>
                  </a:lnTo>
                  <a:cubicBezTo>
                    <a:pt x="92942" y="28635"/>
                    <a:pt x="92836" y="28422"/>
                    <a:pt x="92730" y="28236"/>
                  </a:cubicBezTo>
                  <a:close/>
                  <a:moveTo>
                    <a:pt x="3481" y="30415"/>
                  </a:moveTo>
                  <a:lnTo>
                    <a:pt x="3242" y="31052"/>
                  </a:lnTo>
                  <a:lnTo>
                    <a:pt x="10174" y="33735"/>
                  </a:lnTo>
                  <a:cubicBezTo>
                    <a:pt x="10227" y="33549"/>
                    <a:pt x="10307" y="33363"/>
                    <a:pt x="10387" y="33204"/>
                  </a:cubicBezTo>
                  <a:lnTo>
                    <a:pt x="10360" y="33204"/>
                  </a:lnTo>
                  <a:lnTo>
                    <a:pt x="3481" y="30415"/>
                  </a:lnTo>
                  <a:close/>
                  <a:moveTo>
                    <a:pt x="94031" y="31318"/>
                  </a:moveTo>
                  <a:lnTo>
                    <a:pt x="87098" y="33947"/>
                  </a:lnTo>
                  <a:cubicBezTo>
                    <a:pt x="87151" y="34107"/>
                    <a:pt x="87231" y="34293"/>
                    <a:pt x="87284" y="34479"/>
                  </a:cubicBezTo>
                  <a:lnTo>
                    <a:pt x="94270" y="31929"/>
                  </a:lnTo>
                  <a:lnTo>
                    <a:pt x="94031" y="31318"/>
                  </a:lnTo>
                  <a:close/>
                  <a:moveTo>
                    <a:pt x="2338" y="33575"/>
                  </a:moveTo>
                  <a:cubicBezTo>
                    <a:pt x="2285" y="33788"/>
                    <a:pt x="2206" y="34000"/>
                    <a:pt x="2153" y="34213"/>
                  </a:cubicBezTo>
                  <a:lnTo>
                    <a:pt x="9218" y="36418"/>
                  </a:lnTo>
                  <a:cubicBezTo>
                    <a:pt x="9298" y="36232"/>
                    <a:pt x="9351" y="36046"/>
                    <a:pt x="9404" y="35860"/>
                  </a:cubicBezTo>
                  <a:lnTo>
                    <a:pt x="2338" y="33575"/>
                  </a:lnTo>
                  <a:close/>
                  <a:moveTo>
                    <a:pt x="95120" y="34479"/>
                  </a:moveTo>
                  <a:lnTo>
                    <a:pt x="88001" y="36630"/>
                  </a:lnTo>
                  <a:cubicBezTo>
                    <a:pt x="88055" y="36816"/>
                    <a:pt x="88108" y="37002"/>
                    <a:pt x="88161" y="37188"/>
                  </a:cubicBezTo>
                  <a:lnTo>
                    <a:pt x="95306" y="35116"/>
                  </a:lnTo>
                  <a:cubicBezTo>
                    <a:pt x="95226" y="34904"/>
                    <a:pt x="95173" y="34691"/>
                    <a:pt x="95120" y="34479"/>
                  </a:cubicBezTo>
                  <a:close/>
                  <a:moveTo>
                    <a:pt x="1435" y="36789"/>
                  </a:moveTo>
                  <a:lnTo>
                    <a:pt x="1276" y="37454"/>
                  </a:lnTo>
                  <a:lnTo>
                    <a:pt x="8501" y="39154"/>
                  </a:lnTo>
                  <a:cubicBezTo>
                    <a:pt x="8527" y="38968"/>
                    <a:pt x="8581" y="38755"/>
                    <a:pt x="8634" y="38596"/>
                  </a:cubicBezTo>
                  <a:lnTo>
                    <a:pt x="1435" y="36789"/>
                  </a:lnTo>
                  <a:close/>
                  <a:moveTo>
                    <a:pt x="95970" y="37693"/>
                  </a:moveTo>
                  <a:lnTo>
                    <a:pt x="88745" y="39366"/>
                  </a:lnTo>
                  <a:cubicBezTo>
                    <a:pt x="88772" y="39552"/>
                    <a:pt x="88825" y="39738"/>
                    <a:pt x="88851" y="39924"/>
                  </a:cubicBezTo>
                  <a:lnTo>
                    <a:pt x="96103" y="38357"/>
                  </a:lnTo>
                  <a:cubicBezTo>
                    <a:pt x="96076" y="38144"/>
                    <a:pt x="96023" y="37932"/>
                    <a:pt x="95970" y="37693"/>
                  </a:cubicBezTo>
                  <a:close/>
                  <a:moveTo>
                    <a:pt x="745" y="40057"/>
                  </a:moveTo>
                  <a:cubicBezTo>
                    <a:pt x="692" y="40296"/>
                    <a:pt x="665" y="40508"/>
                    <a:pt x="638" y="40721"/>
                  </a:cubicBezTo>
                  <a:lnTo>
                    <a:pt x="7943" y="41916"/>
                  </a:lnTo>
                  <a:cubicBezTo>
                    <a:pt x="7970" y="41757"/>
                    <a:pt x="7996" y="41544"/>
                    <a:pt x="8023" y="41358"/>
                  </a:cubicBezTo>
                  <a:lnTo>
                    <a:pt x="8049" y="41358"/>
                  </a:lnTo>
                  <a:lnTo>
                    <a:pt x="745" y="40057"/>
                  </a:lnTo>
                  <a:close/>
                  <a:moveTo>
                    <a:pt x="96608" y="40986"/>
                  </a:moveTo>
                  <a:lnTo>
                    <a:pt x="89276" y="42155"/>
                  </a:lnTo>
                  <a:cubicBezTo>
                    <a:pt x="89303" y="42341"/>
                    <a:pt x="89330" y="42527"/>
                    <a:pt x="89356" y="42713"/>
                  </a:cubicBezTo>
                  <a:lnTo>
                    <a:pt x="96687" y="41650"/>
                  </a:lnTo>
                  <a:lnTo>
                    <a:pt x="96608" y="40986"/>
                  </a:lnTo>
                  <a:close/>
                  <a:moveTo>
                    <a:pt x="267" y="43377"/>
                  </a:moveTo>
                  <a:cubicBezTo>
                    <a:pt x="240" y="43589"/>
                    <a:pt x="213" y="43828"/>
                    <a:pt x="187" y="44041"/>
                  </a:cubicBezTo>
                  <a:lnTo>
                    <a:pt x="7571" y="44732"/>
                  </a:lnTo>
                  <a:cubicBezTo>
                    <a:pt x="7598" y="44546"/>
                    <a:pt x="7624" y="44360"/>
                    <a:pt x="7651" y="44174"/>
                  </a:cubicBezTo>
                  <a:lnTo>
                    <a:pt x="7624" y="44174"/>
                  </a:lnTo>
                  <a:lnTo>
                    <a:pt x="267" y="43377"/>
                  </a:lnTo>
                  <a:close/>
                  <a:moveTo>
                    <a:pt x="97006" y="44307"/>
                  </a:moveTo>
                  <a:lnTo>
                    <a:pt x="89595" y="44971"/>
                  </a:lnTo>
                  <a:cubicBezTo>
                    <a:pt x="89622" y="45157"/>
                    <a:pt x="89648" y="45343"/>
                    <a:pt x="89648" y="45528"/>
                  </a:cubicBezTo>
                  <a:lnTo>
                    <a:pt x="97059" y="44971"/>
                  </a:lnTo>
                  <a:cubicBezTo>
                    <a:pt x="97059" y="44758"/>
                    <a:pt x="97006" y="44546"/>
                    <a:pt x="97006" y="44307"/>
                  </a:cubicBezTo>
                  <a:close/>
                  <a:moveTo>
                    <a:pt x="28" y="46724"/>
                  </a:moveTo>
                  <a:cubicBezTo>
                    <a:pt x="28" y="46936"/>
                    <a:pt x="1" y="47175"/>
                    <a:pt x="1" y="47388"/>
                  </a:cubicBezTo>
                  <a:lnTo>
                    <a:pt x="7412" y="47574"/>
                  </a:lnTo>
                  <a:cubicBezTo>
                    <a:pt x="7412" y="47388"/>
                    <a:pt x="7438" y="47175"/>
                    <a:pt x="7438" y="46989"/>
                  </a:cubicBezTo>
                  <a:lnTo>
                    <a:pt x="28" y="46724"/>
                  </a:lnTo>
                  <a:close/>
                  <a:moveTo>
                    <a:pt x="97192" y="47653"/>
                  </a:moveTo>
                  <a:lnTo>
                    <a:pt x="89781" y="47786"/>
                  </a:lnTo>
                  <a:cubicBezTo>
                    <a:pt x="89755" y="47972"/>
                    <a:pt x="89755" y="48185"/>
                    <a:pt x="89781" y="48371"/>
                  </a:cubicBezTo>
                  <a:lnTo>
                    <a:pt x="97192" y="48318"/>
                  </a:lnTo>
                  <a:lnTo>
                    <a:pt x="97192" y="47653"/>
                  </a:lnTo>
                  <a:close/>
                  <a:moveTo>
                    <a:pt x="89781" y="48583"/>
                  </a:moveTo>
                  <a:lnTo>
                    <a:pt x="89781" y="49141"/>
                  </a:lnTo>
                  <a:lnTo>
                    <a:pt x="97192" y="49247"/>
                  </a:lnTo>
                  <a:lnTo>
                    <a:pt x="97192" y="48583"/>
                  </a:lnTo>
                  <a:close/>
                  <a:moveTo>
                    <a:pt x="7412" y="49832"/>
                  </a:moveTo>
                  <a:lnTo>
                    <a:pt x="1" y="50044"/>
                  </a:lnTo>
                  <a:cubicBezTo>
                    <a:pt x="1" y="50257"/>
                    <a:pt x="1" y="50496"/>
                    <a:pt x="28" y="50708"/>
                  </a:cubicBezTo>
                  <a:lnTo>
                    <a:pt x="7438" y="50389"/>
                  </a:lnTo>
                  <a:lnTo>
                    <a:pt x="7412" y="49832"/>
                  </a:lnTo>
                  <a:close/>
                  <a:moveTo>
                    <a:pt x="89675" y="51425"/>
                  </a:moveTo>
                  <a:cubicBezTo>
                    <a:pt x="89648" y="51611"/>
                    <a:pt x="89648" y="51797"/>
                    <a:pt x="89622" y="51983"/>
                  </a:cubicBezTo>
                  <a:lnTo>
                    <a:pt x="97033" y="52594"/>
                  </a:lnTo>
                  <a:cubicBezTo>
                    <a:pt x="97033" y="52355"/>
                    <a:pt x="97059" y="52142"/>
                    <a:pt x="97086" y="51930"/>
                  </a:cubicBezTo>
                  <a:lnTo>
                    <a:pt x="89675" y="51425"/>
                  </a:lnTo>
                  <a:close/>
                  <a:moveTo>
                    <a:pt x="7598" y="52674"/>
                  </a:moveTo>
                  <a:lnTo>
                    <a:pt x="213" y="53391"/>
                  </a:lnTo>
                  <a:cubicBezTo>
                    <a:pt x="240" y="53603"/>
                    <a:pt x="267" y="53816"/>
                    <a:pt x="293" y="54055"/>
                  </a:cubicBezTo>
                  <a:lnTo>
                    <a:pt x="7651" y="53232"/>
                  </a:lnTo>
                  <a:lnTo>
                    <a:pt x="7598" y="52674"/>
                  </a:lnTo>
                  <a:close/>
                  <a:moveTo>
                    <a:pt x="89409" y="54241"/>
                  </a:moveTo>
                  <a:cubicBezTo>
                    <a:pt x="89356" y="54427"/>
                    <a:pt x="89330" y="54613"/>
                    <a:pt x="89330" y="54799"/>
                  </a:cubicBezTo>
                  <a:lnTo>
                    <a:pt x="96661" y="55914"/>
                  </a:lnTo>
                  <a:cubicBezTo>
                    <a:pt x="96687" y="55675"/>
                    <a:pt x="96714" y="55463"/>
                    <a:pt x="96740" y="55250"/>
                  </a:cubicBezTo>
                  <a:lnTo>
                    <a:pt x="89409" y="54241"/>
                  </a:lnTo>
                  <a:close/>
                  <a:moveTo>
                    <a:pt x="7970" y="55463"/>
                  </a:moveTo>
                  <a:lnTo>
                    <a:pt x="665" y="56711"/>
                  </a:lnTo>
                  <a:cubicBezTo>
                    <a:pt x="718" y="56924"/>
                    <a:pt x="745" y="57136"/>
                    <a:pt x="798" y="57375"/>
                  </a:cubicBezTo>
                  <a:lnTo>
                    <a:pt x="8102" y="56047"/>
                  </a:lnTo>
                  <a:cubicBezTo>
                    <a:pt x="8049" y="55835"/>
                    <a:pt x="7996" y="55649"/>
                    <a:pt x="7970" y="55463"/>
                  </a:cubicBezTo>
                  <a:close/>
                  <a:moveTo>
                    <a:pt x="88905" y="57030"/>
                  </a:moveTo>
                  <a:cubicBezTo>
                    <a:pt x="88854" y="57208"/>
                    <a:pt x="88827" y="57385"/>
                    <a:pt x="88779" y="57563"/>
                  </a:cubicBezTo>
                  <a:lnTo>
                    <a:pt x="88779" y="57563"/>
                  </a:lnTo>
                  <a:lnTo>
                    <a:pt x="88772" y="57561"/>
                  </a:lnTo>
                  <a:lnTo>
                    <a:pt x="88772" y="57588"/>
                  </a:lnTo>
                  <a:cubicBezTo>
                    <a:pt x="88774" y="57579"/>
                    <a:pt x="88776" y="57571"/>
                    <a:pt x="88779" y="57563"/>
                  </a:cubicBezTo>
                  <a:lnTo>
                    <a:pt x="88779" y="57563"/>
                  </a:lnTo>
                  <a:lnTo>
                    <a:pt x="96023" y="59208"/>
                  </a:lnTo>
                  <a:cubicBezTo>
                    <a:pt x="96076" y="58996"/>
                    <a:pt x="96130" y="58757"/>
                    <a:pt x="96156" y="58544"/>
                  </a:cubicBezTo>
                  <a:lnTo>
                    <a:pt x="88905" y="57030"/>
                  </a:lnTo>
                  <a:close/>
                  <a:moveTo>
                    <a:pt x="8554" y="58252"/>
                  </a:moveTo>
                  <a:lnTo>
                    <a:pt x="1329" y="59978"/>
                  </a:lnTo>
                  <a:lnTo>
                    <a:pt x="1488" y="60642"/>
                  </a:lnTo>
                  <a:lnTo>
                    <a:pt x="8687" y="58810"/>
                  </a:lnTo>
                  <a:cubicBezTo>
                    <a:pt x="8634" y="58624"/>
                    <a:pt x="8581" y="58438"/>
                    <a:pt x="8554" y="58252"/>
                  </a:cubicBezTo>
                  <a:close/>
                  <a:moveTo>
                    <a:pt x="88241" y="59766"/>
                  </a:moveTo>
                  <a:cubicBezTo>
                    <a:pt x="88161" y="59978"/>
                    <a:pt x="88134" y="60138"/>
                    <a:pt x="88081" y="60324"/>
                  </a:cubicBezTo>
                  <a:lnTo>
                    <a:pt x="95173" y="62449"/>
                  </a:lnTo>
                  <a:cubicBezTo>
                    <a:pt x="95253" y="62236"/>
                    <a:pt x="95306" y="62024"/>
                    <a:pt x="95359" y="61785"/>
                  </a:cubicBezTo>
                  <a:lnTo>
                    <a:pt x="88241" y="59766"/>
                  </a:lnTo>
                  <a:close/>
                  <a:moveTo>
                    <a:pt x="9298" y="60988"/>
                  </a:moveTo>
                  <a:lnTo>
                    <a:pt x="2232" y="63192"/>
                  </a:lnTo>
                  <a:cubicBezTo>
                    <a:pt x="2285" y="63405"/>
                    <a:pt x="2365" y="63644"/>
                    <a:pt x="2418" y="63856"/>
                  </a:cubicBezTo>
                  <a:lnTo>
                    <a:pt x="9484" y="61519"/>
                  </a:lnTo>
                  <a:cubicBezTo>
                    <a:pt x="9404" y="61333"/>
                    <a:pt x="9351" y="61147"/>
                    <a:pt x="9298" y="60988"/>
                  </a:cubicBezTo>
                  <a:close/>
                  <a:moveTo>
                    <a:pt x="87391" y="62475"/>
                  </a:moveTo>
                  <a:cubicBezTo>
                    <a:pt x="87311" y="62661"/>
                    <a:pt x="87231" y="62847"/>
                    <a:pt x="87178" y="63006"/>
                  </a:cubicBezTo>
                  <a:lnTo>
                    <a:pt x="94111" y="65610"/>
                  </a:lnTo>
                  <a:lnTo>
                    <a:pt x="94350" y="64972"/>
                  </a:lnTo>
                  <a:lnTo>
                    <a:pt x="87391" y="62475"/>
                  </a:lnTo>
                  <a:close/>
                  <a:moveTo>
                    <a:pt x="10254" y="63671"/>
                  </a:moveTo>
                  <a:lnTo>
                    <a:pt x="3348" y="66380"/>
                  </a:lnTo>
                  <a:cubicBezTo>
                    <a:pt x="3427" y="66592"/>
                    <a:pt x="3507" y="66778"/>
                    <a:pt x="3587" y="66991"/>
                  </a:cubicBezTo>
                  <a:lnTo>
                    <a:pt x="10466" y="64175"/>
                  </a:lnTo>
                  <a:lnTo>
                    <a:pt x="10254" y="63671"/>
                  </a:lnTo>
                  <a:close/>
                  <a:moveTo>
                    <a:pt x="86301" y="65105"/>
                  </a:moveTo>
                  <a:cubicBezTo>
                    <a:pt x="86250" y="65283"/>
                    <a:pt x="86175" y="65462"/>
                    <a:pt x="86099" y="65640"/>
                  </a:cubicBezTo>
                  <a:lnTo>
                    <a:pt x="86099" y="65640"/>
                  </a:lnTo>
                  <a:lnTo>
                    <a:pt x="86089" y="65636"/>
                  </a:lnTo>
                  <a:lnTo>
                    <a:pt x="86089" y="65663"/>
                  </a:lnTo>
                  <a:cubicBezTo>
                    <a:pt x="86092" y="65655"/>
                    <a:pt x="86095" y="65648"/>
                    <a:pt x="86099" y="65640"/>
                  </a:cubicBezTo>
                  <a:lnTo>
                    <a:pt x="86099" y="65640"/>
                  </a:lnTo>
                  <a:lnTo>
                    <a:pt x="92836" y="68717"/>
                  </a:lnTo>
                  <a:cubicBezTo>
                    <a:pt x="92915" y="68505"/>
                    <a:pt x="93022" y="68319"/>
                    <a:pt x="93101" y="68106"/>
                  </a:cubicBezTo>
                  <a:lnTo>
                    <a:pt x="86301" y="65105"/>
                  </a:lnTo>
                  <a:close/>
                  <a:moveTo>
                    <a:pt x="11370" y="66247"/>
                  </a:moveTo>
                  <a:lnTo>
                    <a:pt x="4676" y="69435"/>
                  </a:lnTo>
                  <a:lnTo>
                    <a:pt x="4968" y="70045"/>
                  </a:lnTo>
                  <a:lnTo>
                    <a:pt x="11635" y="66752"/>
                  </a:lnTo>
                  <a:cubicBezTo>
                    <a:pt x="11529" y="66592"/>
                    <a:pt x="11449" y="66406"/>
                    <a:pt x="11370" y="66247"/>
                  </a:cubicBezTo>
                  <a:close/>
                  <a:moveTo>
                    <a:pt x="85080" y="67681"/>
                  </a:moveTo>
                  <a:lnTo>
                    <a:pt x="84814" y="68186"/>
                  </a:lnTo>
                  <a:lnTo>
                    <a:pt x="91348" y="71719"/>
                  </a:lnTo>
                  <a:lnTo>
                    <a:pt x="91640" y="71135"/>
                  </a:lnTo>
                  <a:lnTo>
                    <a:pt x="85080" y="67681"/>
                  </a:lnTo>
                  <a:close/>
                  <a:moveTo>
                    <a:pt x="12671" y="68744"/>
                  </a:moveTo>
                  <a:lnTo>
                    <a:pt x="12671" y="68770"/>
                  </a:lnTo>
                  <a:lnTo>
                    <a:pt x="6217" y="72383"/>
                  </a:lnTo>
                  <a:cubicBezTo>
                    <a:pt x="6323" y="72595"/>
                    <a:pt x="6429" y="72781"/>
                    <a:pt x="6535" y="72967"/>
                  </a:cubicBezTo>
                  <a:lnTo>
                    <a:pt x="12963" y="69249"/>
                  </a:lnTo>
                  <a:cubicBezTo>
                    <a:pt x="12857" y="69089"/>
                    <a:pt x="12777" y="68930"/>
                    <a:pt x="12671" y="68744"/>
                  </a:cubicBezTo>
                  <a:close/>
                  <a:moveTo>
                    <a:pt x="83698" y="70152"/>
                  </a:moveTo>
                  <a:lnTo>
                    <a:pt x="83380" y="70630"/>
                  </a:lnTo>
                  <a:lnTo>
                    <a:pt x="89648" y="74614"/>
                  </a:lnTo>
                  <a:cubicBezTo>
                    <a:pt x="89781" y="74428"/>
                    <a:pt x="89887" y="74242"/>
                    <a:pt x="89994" y="74056"/>
                  </a:cubicBezTo>
                  <a:lnTo>
                    <a:pt x="83698" y="70152"/>
                  </a:lnTo>
                  <a:close/>
                  <a:moveTo>
                    <a:pt x="14132" y="71161"/>
                  </a:moveTo>
                  <a:lnTo>
                    <a:pt x="7943" y="75252"/>
                  </a:lnTo>
                  <a:cubicBezTo>
                    <a:pt x="8076" y="75438"/>
                    <a:pt x="8182" y="75624"/>
                    <a:pt x="8315" y="75810"/>
                  </a:cubicBezTo>
                  <a:lnTo>
                    <a:pt x="14451" y="71639"/>
                  </a:lnTo>
                  <a:cubicBezTo>
                    <a:pt x="14345" y="71480"/>
                    <a:pt x="14238" y="71320"/>
                    <a:pt x="14132" y="71161"/>
                  </a:cubicBezTo>
                  <a:close/>
                  <a:moveTo>
                    <a:pt x="82131" y="72489"/>
                  </a:moveTo>
                  <a:lnTo>
                    <a:pt x="81786" y="72967"/>
                  </a:lnTo>
                  <a:lnTo>
                    <a:pt x="87762" y="77350"/>
                  </a:lnTo>
                  <a:lnTo>
                    <a:pt x="88161" y="76819"/>
                  </a:lnTo>
                  <a:lnTo>
                    <a:pt x="82131" y="72489"/>
                  </a:lnTo>
                  <a:close/>
                  <a:moveTo>
                    <a:pt x="15779" y="73472"/>
                  </a:moveTo>
                  <a:lnTo>
                    <a:pt x="9882" y="77961"/>
                  </a:lnTo>
                  <a:cubicBezTo>
                    <a:pt x="10015" y="78147"/>
                    <a:pt x="10148" y="78333"/>
                    <a:pt x="10281" y="78492"/>
                  </a:cubicBezTo>
                  <a:lnTo>
                    <a:pt x="16124" y="73924"/>
                  </a:lnTo>
                  <a:lnTo>
                    <a:pt x="15779" y="73472"/>
                  </a:lnTo>
                  <a:close/>
                  <a:moveTo>
                    <a:pt x="80378" y="74747"/>
                  </a:moveTo>
                  <a:lnTo>
                    <a:pt x="80033" y="75199"/>
                  </a:lnTo>
                  <a:lnTo>
                    <a:pt x="85664" y="80006"/>
                  </a:lnTo>
                  <a:cubicBezTo>
                    <a:pt x="85823" y="79820"/>
                    <a:pt x="85956" y="79661"/>
                    <a:pt x="86089" y="79475"/>
                  </a:cubicBezTo>
                  <a:lnTo>
                    <a:pt x="80378" y="74747"/>
                  </a:lnTo>
                  <a:close/>
                  <a:moveTo>
                    <a:pt x="17585" y="75677"/>
                  </a:moveTo>
                  <a:lnTo>
                    <a:pt x="11981" y="80564"/>
                  </a:lnTo>
                  <a:lnTo>
                    <a:pt x="12432" y="81069"/>
                  </a:lnTo>
                  <a:lnTo>
                    <a:pt x="17957" y="76102"/>
                  </a:lnTo>
                  <a:cubicBezTo>
                    <a:pt x="17824" y="75969"/>
                    <a:pt x="17691" y="75810"/>
                    <a:pt x="17585" y="75677"/>
                  </a:cubicBezTo>
                  <a:close/>
                  <a:moveTo>
                    <a:pt x="78492" y="76872"/>
                  </a:moveTo>
                  <a:lnTo>
                    <a:pt x="78120" y="77297"/>
                  </a:lnTo>
                  <a:lnTo>
                    <a:pt x="83433" y="82450"/>
                  </a:lnTo>
                  <a:cubicBezTo>
                    <a:pt x="83566" y="82291"/>
                    <a:pt x="83725" y="82131"/>
                    <a:pt x="83884" y="81972"/>
                  </a:cubicBezTo>
                  <a:lnTo>
                    <a:pt x="78492" y="76872"/>
                  </a:lnTo>
                  <a:close/>
                  <a:moveTo>
                    <a:pt x="19524" y="77749"/>
                  </a:moveTo>
                  <a:lnTo>
                    <a:pt x="14291" y="83008"/>
                  </a:lnTo>
                  <a:lnTo>
                    <a:pt x="14743" y="83459"/>
                  </a:lnTo>
                  <a:lnTo>
                    <a:pt x="19923" y="78147"/>
                  </a:lnTo>
                  <a:lnTo>
                    <a:pt x="19524" y="77749"/>
                  </a:lnTo>
                  <a:close/>
                  <a:moveTo>
                    <a:pt x="76473" y="78864"/>
                  </a:moveTo>
                  <a:lnTo>
                    <a:pt x="76048" y="79263"/>
                  </a:lnTo>
                  <a:lnTo>
                    <a:pt x="81016" y="84788"/>
                  </a:lnTo>
                  <a:lnTo>
                    <a:pt x="81494" y="84336"/>
                  </a:lnTo>
                  <a:lnTo>
                    <a:pt x="76473" y="78864"/>
                  </a:lnTo>
                  <a:close/>
                  <a:moveTo>
                    <a:pt x="21596" y="79688"/>
                  </a:moveTo>
                  <a:lnTo>
                    <a:pt x="16735" y="85292"/>
                  </a:lnTo>
                  <a:lnTo>
                    <a:pt x="17240" y="85717"/>
                  </a:lnTo>
                  <a:lnTo>
                    <a:pt x="22021" y="80059"/>
                  </a:lnTo>
                  <a:lnTo>
                    <a:pt x="21596" y="79688"/>
                  </a:lnTo>
                  <a:close/>
                  <a:moveTo>
                    <a:pt x="74322" y="80724"/>
                  </a:moveTo>
                  <a:lnTo>
                    <a:pt x="73897" y="81069"/>
                  </a:lnTo>
                  <a:lnTo>
                    <a:pt x="78466" y="86913"/>
                  </a:lnTo>
                  <a:lnTo>
                    <a:pt x="78970" y="86514"/>
                  </a:lnTo>
                  <a:lnTo>
                    <a:pt x="74322" y="80724"/>
                  </a:lnTo>
                  <a:close/>
                  <a:moveTo>
                    <a:pt x="23801" y="81467"/>
                  </a:moveTo>
                  <a:lnTo>
                    <a:pt x="19312" y="87391"/>
                  </a:lnTo>
                  <a:lnTo>
                    <a:pt x="19843" y="87789"/>
                  </a:lnTo>
                  <a:lnTo>
                    <a:pt x="24252" y="81813"/>
                  </a:lnTo>
                  <a:lnTo>
                    <a:pt x="23801" y="81467"/>
                  </a:lnTo>
                  <a:close/>
                  <a:moveTo>
                    <a:pt x="72064" y="82424"/>
                  </a:moveTo>
                  <a:cubicBezTo>
                    <a:pt x="71905" y="82530"/>
                    <a:pt x="71772" y="82636"/>
                    <a:pt x="71613" y="82742"/>
                  </a:cubicBezTo>
                  <a:lnTo>
                    <a:pt x="75756" y="88905"/>
                  </a:lnTo>
                  <a:lnTo>
                    <a:pt x="76314" y="88506"/>
                  </a:lnTo>
                  <a:lnTo>
                    <a:pt x="72064" y="82424"/>
                  </a:lnTo>
                  <a:close/>
                  <a:moveTo>
                    <a:pt x="26112" y="83088"/>
                  </a:moveTo>
                  <a:lnTo>
                    <a:pt x="26112" y="83114"/>
                  </a:lnTo>
                  <a:lnTo>
                    <a:pt x="22074" y="89330"/>
                  </a:lnTo>
                  <a:cubicBezTo>
                    <a:pt x="22260" y="89436"/>
                    <a:pt x="22446" y="89569"/>
                    <a:pt x="22632" y="89675"/>
                  </a:cubicBezTo>
                  <a:lnTo>
                    <a:pt x="26590" y="83406"/>
                  </a:lnTo>
                  <a:cubicBezTo>
                    <a:pt x="26430" y="83300"/>
                    <a:pt x="26271" y="83194"/>
                    <a:pt x="26112" y="83088"/>
                  </a:cubicBezTo>
                  <a:close/>
                  <a:moveTo>
                    <a:pt x="69700" y="83964"/>
                  </a:moveTo>
                  <a:cubicBezTo>
                    <a:pt x="69514" y="84044"/>
                    <a:pt x="69355" y="84150"/>
                    <a:pt x="69195" y="84256"/>
                  </a:cubicBezTo>
                  <a:lnTo>
                    <a:pt x="72941" y="90658"/>
                  </a:lnTo>
                  <a:lnTo>
                    <a:pt x="73499" y="90313"/>
                  </a:lnTo>
                  <a:lnTo>
                    <a:pt x="69700" y="83964"/>
                  </a:lnTo>
                  <a:close/>
                  <a:moveTo>
                    <a:pt x="28555" y="84575"/>
                  </a:moveTo>
                  <a:lnTo>
                    <a:pt x="24943" y="91056"/>
                  </a:lnTo>
                  <a:lnTo>
                    <a:pt x="25527" y="91375"/>
                  </a:lnTo>
                  <a:lnTo>
                    <a:pt x="29060" y="84867"/>
                  </a:lnTo>
                  <a:lnTo>
                    <a:pt x="28555" y="84575"/>
                  </a:lnTo>
                  <a:close/>
                  <a:moveTo>
                    <a:pt x="67203" y="85319"/>
                  </a:moveTo>
                  <a:lnTo>
                    <a:pt x="66699" y="85584"/>
                  </a:lnTo>
                  <a:lnTo>
                    <a:pt x="69966" y="92225"/>
                  </a:lnTo>
                  <a:lnTo>
                    <a:pt x="70577" y="91933"/>
                  </a:lnTo>
                  <a:lnTo>
                    <a:pt x="67203" y="85319"/>
                  </a:lnTo>
                  <a:close/>
                  <a:moveTo>
                    <a:pt x="31079" y="85877"/>
                  </a:moveTo>
                  <a:lnTo>
                    <a:pt x="27918" y="92597"/>
                  </a:lnTo>
                  <a:lnTo>
                    <a:pt x="28529" y="92863"/>
                  </a:lnTo>
                  <a:lnTo>
                    <a:pt x="31610" y="86116"/>
                  </a:lnTo>
                  <a:lnTo>
                    <a:pt x="31079" y="85877"/>
                  </a:lnTo>
                  <a:close/>
                  <a:moveTo>
                    <a:pt x="64653" y="86514"/>
                  </a:moveTo>
                  <a:lnTo>
                    <a:pt x="64122" y="86727"/>
                  </a:lnTo>
                  <a:lnTo>
                    <a:pt x="66911" y="93606"/>
                  </a:lnTo>
                  <a:cubicBezTo>
                    <a:pt x="67124" y="93527"/>
                    <a:pt x="67336" y="93420"/>
                    <a:pt x="67549" y="93341"/>
                  </a:cubicBezTo>
                  <a:lnTo>
                    <a:pt x="64653" y="86514"/>
                  </a:lnTo>
                  <a:close/>
                  <a:moveTo>
                    <a:pt x="33682" y="86992"/>
                  </a:moveTo>
                  <a:lnTo>
                    <a:pt x="30999" y="93898"/>
                  </a:lnTo>
                  <a:lnTo>
                    <a:pt x="31610" y="94137"/>
                  </a:lnTo>
                  <a:lnTo>
                    <a:pt x="34213" y="87178"/>
                  </a:lnTo>
                  <a:lnTo>
                    <a:pt x="33682" y="86992"/>
                  </a:lnTo>
                  <a:close/>
                  <a:moveTo>
                    <a:pt x="61997" y="87523"/>
                  </a:moveTo>
                  <a:lnTo>
                    <a:pt x="61466" y="87709"/>
                  </a:lnTo>
                  <a:lnTo>
                    <a:pt x="63803" y="94748"/>
                  </a:lnTo>
                  <a:lnTo>
                    <a:pt x="64414" y="94536"/>
                  </a:lnTo>
                  <a:lnTo>
                    <a:pt x="61997" y="87523"/>
                  </a:lnTo>
                  <a:close/>
                  <a:moveTo>
                    <a:pt x="36365" y="87922"/>
                  </a:moveTo>
                  <a:lnTo>
                    <a:pt x="34160" y="95014"/>
                  </a:lnTo>
                  <a:cubicBezTo>
                    <a:pt x="34372" y="95094"/>
                    <a:pt x="34585" y="95147"/>
                    <a:pt x="34797" y="95200"/>
                  </a:cubicBezTo>
                  <a:lnTo>
                    <a:pt x="36922" y="88081"/>
                  </a:lnTo>
                  <a:lnTo>
                    <a:pt x="36365" y="87922"/>
                  </a:lnTo>
                  <a:close/>
                  <a:moveTo>
                    <a:pt x="59288" y="88347"/>
                  </a:moveTo>
                  <a:lnTo>
                    <a:pt x="58757" y="88506"/>
                  </a:lnTo>
                  <a:lnTo>
                    <a:pt x="60563" y="95678"/>
                  </a:lnTo>
                  <a:lnTo>
                    <a:pt x="61227" y="95519"/>
                  </a:lnTo>
                  <a:lnTo>
                    <a:pt x="59288" y="88347"/>
                  </a:lnTo>
                  <a:close/>
                  <a:moveTo>
                    <a:pt x="39100" y="88666"/>
                  </a:moveTo>
                  <a:lnTo>
                    <a:pt x="37374" y="95891"/>
                  </a:lnTo>
                  <a:lnTo>
                    <a:pt x="38038" y="96023"/>
                  </a:lnTo>
                  <a:lnTo>
                    <a:pt x="39632" y="88798"/>
                  </a:lnTo>
                  <a:lnTo>
                    <a:pt x="39100" y="88666"/>
                  </a:lnTo>
                  <a:close/>
                  <a:moveTo>
                    <a:pt x="56525" y="88984"/>
                  </a:moveTo>
                  <a:lnTo>
                    <a:pt x="55994" y="89091"/>
                  </a:lnTo>
                  <a:lnTo>
                    <a:pt x="57296" y="96395"/>
                  </a:lnTo>
                  <a:lnTo>
                    <a:pt x="57960" y="96262"/>
                  </a:lnTo>
                  <a:lnTo>
                    <a:pt x="56525" y="88984"/>
                  </a:lnTo>
                  <a:close/>
                  <a:moveTo>
                    <a:pt x="41863" y="89223"/>
                  </a:moveTo>
                  <a:lnTo>
                    <a:pt x="40668" y="96528"/>
                  </a:lnTo>
                  <a:lnTo>
                    <a:pt x="41332" y="96634"/>
                  </a:lnTo>
                  <a:lnTo>
                    <a:pt x="42421" y="89303"/>
                  </a:lnTo>
                  <a:lnTo>
                    <a:pt x="41863" y="89223"/>
                  </a:lnTo>
                  <a:close/>
                  <a:moveTo>
                    <a:pt x="53736" y="89436"/>
                  </a:moveTo>
                  <a:lnTo>
                    <a:pt x="53178" y="89516"/>
                  </a:lnTo>
                  <a:lnTo>
                    <a:pt x="53975" y="96900"/>
                  </a:lnTo>
                  <a:lnTo>
                    <a:pt x="54639" y="96820"/>
                  </a:lnTo>
                  <a:lnTo>
                    <a:pt x="53736" y="89436"/>
                  </a:lnTo>
                  <a:close/>
                  <a:moveTo>
                    <a:pt x="44679" y="89569"/>
                  </a:moveTo>
                  <a:lnTo>
                    <a:pt x="43988" y="96953"/>
                  </a:lnTo>
                  <a:lnTo>
                    <a:pt x="44652" y="97006"/>
                  </a:lnTo>
                  <a:lnTo>
                    <a:pt x="45236" y="89622"/>
                  </a:lnTo>
                  <a:lnTo>
                    <a:pt x="44679" y="89569"/>
                  </a:lnTo>
                  <a:close/>
                  <a:moveTo>
                    <a:pt x="50921" y="89702"/>
                  </a:moveTo>
                  <a:lnTo>
                    <a:pt x="50336" y="89728"/>
                  </a:lnTo>
                  <a:lnTo>
                    <a:pt x="50682" y="97139"/>
                  </a:lnTo>
                  <a:lnTo>
                    <a:pt x="51346" y="97112"/>
                  </a:lnTo>
                  <a:lnTo>
                    <a:pt x="50921" y="89702"/>
                  </a:lnTo>
                  <a:close/>
                  <a:moveTo>
                    <a:pt x="47494" y="89755"/>
                  </a:moveTo>
                  <a:lnTo>
                    <a:pt x="47308" y="97166"/>
                  </a:lnTo>
                  <a:lnTo>
                    <a:pt x="47972" y="97166"/>
                  </a:lnTo>
                  <a:lnTo>
                    <a:pt x="48079" y="897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0"/>
            <p:cNvSpPr/>
            <p:nvPr/>
          </p:nvSpPr>
          <p:spPr>
            <a:xfrm>
              <a:off x="3799350" y="4660275"/>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0"/>
            <p:cNvSpPr/>
            <p:nvPr/>
          </p:nvSpPr>
          <p:spPr>
            <a:xfrm>
              <a:off x="228600" y="-45220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409"/>
        <p:cNvGrpSpPr/>
        <p:nvPr/>
      </p:nvGrpSpPr>
      <p:grpSpPr>
        <a:xfrm>
          <a:off x="0" y="0"/>
          <a:ext cx="0" cy="0"/>
          <a:chOff x="0" y="0"/>
          <a:chExt cx="0" cy="0"/>
        </a:xfrm>
      </p:grpSpPr>
      <p:grpSp>
        <p:nvGrpSpPr>
          <p:cNvPr id="410" name="Google Shape;410;p31"/>
          <p:cNvGrpSpPr/>
          <p:nvPr/>
        </p:nvGrpSpPr>
        <p:grpSpPr>
          <a:xfrm rot="10800000" flipH="1">
            <a:off x="3837275" y="604287"/>
            <a:ext cx="5306726" cy="4524600"/>
            <a:chOff x="3837275" y="0"/>
            <a:chExt cx="5306726" cy="4524600"/>
          </a:xfrm>
        </p:grpSpPr>
        <p:pic>
          <p:nvPicPr>
            <p:cNvPr id="411" name="Google Shape;411;p31"/>
            <p:cNvPicPr preferRelativeResize="0"/>
            <p:nvPr/>
          </p:nvPicPr>
          <p:blipFill rotWithShape="1">
            <a:blip r:embed="rId2">
              <a:alphaModFix/>
            </a:blip>
            <a:srcRect l="5319" t="20045" r="76013" b="10783"/>
            <a:stretch/>
          </p:blipFill>
          <p:spPr>
            <a:xfrm>
              <a:off x="6810850" y="0"/>
              <a:ext cx="2333151" cy="4524600"/>
            </a:xfrm>
            <a:prstGeom prst="rect">
              <a:avLst/>
            </a:prstGeom>
            <a:noFill/>
            <a:ln>
              <a:noFill/>
            </a:ln>
          </p:spPr>
        </p:pic>
        <p:pic>
          <p:nvPicPr>
            <p:cNvPr id="412" name="Google Shape;412;p31"/>
            <p:cNvPicPr preferRelativeResize="0"/>
            <p:nvPr/>
          </p:nvPicPr>
          <p:blipFill rotWithShape="1">
            <a:blip r:embed="rId3">
              <a:alphaModFix/>
            </a:blip>
            <a:srcRect l="28196" t="61951" r="22619" b="-2402"/>
            <a:stretch/>
          </p:blipFill>
          <p:spPr>
            <a:xfrm>
              <a:off x="3837275" y="0"/>
              <a:ext cx="5306724" cy="2284300"/>
            </a:xfrm>
            <a:prstGeom prst="rect">
              <a:avLst/>
            </a:prstGeom>
            <a:noFill/>
            <a:ln>
              <a:noFill/>
            </a:ln>
          </p:spPr>
        </p:pic>
      </p:grpSp>
      <p:grpSp>
        <p:nvGrpSpPr>
          <p:cNvPr id="413" name="Google Shape;413;p31"/>
          <p:cNvGrpSpPr/>
          <p:nvPr/>
        </p:nvGrpSpPr>
        <p:grpSpPr>
          <a:xfrm rot="10800000" flipH="1">
            <a:off x="0" y="-55062"/>
            <a:ext cx="4438149" cy="4166224"/>
            <a:chOff x="0" y="1017726"/>
            <a:chExt cx="4438149" cy="4166224"/>
          </a:xfrm>
        </p:grpSpPr>
        <p:pic>
          <p:nvPicPr>
            <p:cNvPr id="414" name="Google Shape;414;p31"/>
            <p:cNvPicPr preferRelativeResize="0"/>
            <p:nvPr/>
          </p:nvPicPr>
          <p:blipFill rotWithShape="1">
            <a:blip r:embed="rId3">
              <a:alphaModFix/>
            </a:blip>
            <a:srcRect l="35374" t="5165" r="21354" b="51352"/>
            <a:stretch/>
          </p:blipFill>
          <p:spPr>
            <a:xfrm>
              <a:off x="0" y="2809500"/>
              <a:ext cx="4438149" cy="2334000"/>
            </a:xfrm>
            <a:prstGeom prst="rect">
              <a:avLst/>
            </a:prstGeom>
            <a:noFill/>
            <a:ln>
              <a:noFill/>
            </a:ln>
          </p:spPr>
        </p:pic>
        <p:pic>
          <p:nvPicPr>
            <p:cNvPr id="415" name="Google Shape;415;p31"/>
            <p:cNvPicPr preferRelativeResize="0"/>
            <p:nvPr/>
          </p:nvPicPr>
          <p:blipFill rotWithShape="1">
            <a:blip r:embed="rId2">
              <a:alphaModFix/>
            </a:blip>
            <a:srcRect t="21590" r="76126" b="13747"/>
            <a:stretch/>
          </p:blipFill>
          <p:spPr>
            <a:xfrm rot="10800000">
              <a:off x="0" y="1017726"/>
              <a:ext cx="2939325" cy="4166224"/>
            </a:xfrm>
            <a:prstGeom prst="rect">
              <a:avLst/>
            </a:prstGeom>
            <a:noFill/>
            <a:ln>
              <a:noFill/>
            </a:ln>
          </p:spPr>
        </p:pic>
      </p:grpSp>
      <p:grpSp>
        <p:nvGrpSpPr>
          <p:cNvPr id="416" name="Google Shape;416;p31"/>
          <p:cNvGrpSpPr/>
          <p:nvPr/>
        </p:nvGrpSpPr>
        <p:grpSpPr>
          <a:xfrm>
            <a:off x="-308375" y="-307500"/>
            <a:ext cx="9012400" cy="5212970"/>
            <a:chOff x="-308375" y="-307500"/>
            <a:chExt cx="9012400" cy="5212970"/>
          </a:xfrm>
        </p:grpSpPr>
        <p:grpSp>
          <p:nvGrpSpPr>
            <p:cNvPr id="417" name="Google Shape;417;p31"/>
            <p:cNvGrpSpPr/>
            <p:nvPr/>
          </p:nvGrpSpPr>
          <p:grpSpPr>
            <a:xfrm rot="10800000" flipH="1">
              <a:off x="437813" y="-307500"/>
              <a:ext cx="8266213" cy="1306200"/>
              <a:chOff x="437813" y="4130188"/>
              <a:chExt cx="8266213" cy="1306200"/>
            </a:xfrm>
          </p:grpSpPr>
          <p:sp>
            <p:nvSpPr>
              <p:cNvPr id="418" name="Google Shape;418;p31"/>
              <p:cNvSpPr/>
              <p:nvPr/>
            </p:nvSpPr>
            <p:spPr>
              <a:xfrm>
                <a:off x="7957625" y="4130188"/>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1"/>
              <p:cNvSpPr/>
              <p:nvPr/>
            </p:nvSpPr>
            <p:spPr>
              <a:xfrm>
                <a:off x="437813" y="43215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0" name="Google Shape;420;p31"/>
            <p:cNvSpPr/>
            <p:nvPr/>
          </p:nvSpPr>
          <p:spPr>
            <a:xfrm>
              <a:off x="-308375" y="3886925"/>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 name="Google Shape;421;p31"/>
          <p:cNvGrpSpPr/>
          <p:nvPr/>
        </p:nvGrpSpPr>
        <p:grpSpPr>
          <a:xfrm rot="7200089">
            <a:off x="7619188" y="3767509"/>
            <a:ext cx="1257916" cy="1342596"/>
            <a:chOff x="-408900" y="504142"/>
            <a:chExt cx="1167600" cy="1246200"/>
          </a:xfrm>
        </p:grpSpPr>
        <p:cxnSp>
          <p:nvCxnSpPr>
            <p:cNvPr id="422" name="Google Shape;422;p31"/>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423" name="Google Shape;423;p31"/>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424" name="Google Shape;424;p31"/>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28"/>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429"/>
        <p:cNvGrpSpPr/>
        <p:nvPr/>
      </p:nvGrpSpPr>
      <p:grpSpPr>
        <a:xfrm>
          <a:off x="0" y="0"/>
          <a:ext cx="0" cy="0"/>
          <a:chOff x="0" y="0"/>
          <a:chExt cx="0" cy="0"/>
        </a:xfrm>
      </p:grpSpPr>
      <p:sp>
        <p:nvSpPr>
          <p:cNvPr id="430" name="Google Shape;430;p3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1pPr>
            <a:lvl2pPr lvl="1"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2pPr>
            <a:lvl3pPr lvl="2"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3pPr>
            <a:lvl4pPr lvl="3"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4pPr>
            <a:lvl5pPr lvl="4"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5pPr>
            <a:lvl6pPr lvl="5"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6pPr>
            <a:lvl7pPr lvl="6"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7pPr>
            <a:lvl8pPr lvl="7"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8pPr>
            <a:lvl9pPr lvl="8" algn="ctr" rtl="0">
              <a:spcBef>
                <a:spcPts val="0"/>
              </a:spcBef>
              <a:spcAft>
                <a:spcPts val="0"/>
              </a:spcAft>
              <a:buClr>
                <a:schemeClr val="lt1"/>
              </a:buClr>
              <a:buSzPts val="2900"/>
              <a:buFont typeface="Unbounded"/>
              <a:buNone/>
              <a:defRPr sz="2900" b="1">
                <a:solidFill>
                  <a:schemeClr val="lt1"/>
                </a:solidFill>
                <a:latin typeface="Unbounded"/>
                <a:ea typeface="Unbounded"/>
                <a:cs typeface="Unbounded"/>
                <a:sym typeface="Unbounded"/>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1"/>
              </a:buClr>
              <a:buSzPts val="1400"/>
              <a:buFont typeface="Actor"/>
              <a:buChar char="●"/>
              <a:defRPr>
                <a:solidFill>
                  <a:schemeClr val="lt1"/>
                </a:solidFill>
                <a:latin typeface="Actor"/>
                <a:ea typeface="Actor"/>
                <a:cs typeface="Actor"/>
                <a:sym typeface="Actor"/>
              </a:defRPr>
            </a:lvl1pPr>
            <a:lvl2pPr marL="914400" lvl="1" indent="-317500">
              <a:lnSpc>
                <a:spcPct val="100000"/>
              </a:lnSpc>
              <a:spcBef>
                <a:spcPts val="1600"/>
              </a:spcBef>
              <a:spcAft>
                <a:spcPts val="0"/>
              </a:spcAft>
              <a:buClr>
                <a:schemeClr val="lt1"/>
              </a:buClr>
              <a:buSzPts val="1400"/>
              <a:buFont typeface="Actor"/>
              <a:buChar char="○"/>
              <a:defRPr>
                <a:solidFill>
                  <a:schemeClr val="lt1"/>
                </a:solidFill>
                <a:latin typeface="Actor"/>
                <a:ea typeface="Actor"/>
                <a:cs typeface="Actor"/>
                <a:sym typeface="Actor"/>
              </a:defRPr>
            </a:lvl2pPr>
            <a:lvl3pPr marL="1371600" lvl="2" indent="-317500">
              <a:lnSpc>
                <a:spcPct val="100000"/>
              </a:lnSpc>
              <a:spcBef>
                <a:spcPts val="1600"/>
              </a:spcBef>
              <a:spcAft>
                <a:spcPts val="0"/>
              </a:spcAft>
              <a:buClr>
                <a:schemeClr val="lt1"/>
              </a:buClr>
              <a:buSzPts val="1400"/>
              <a:buFont typeface="Actor"/>
              <a:buChar char="■"/>
              <a:defRPr>
                <a:solidFill>
                  <a:schemeClr val="lt1"/>
                </a:solidFill>
                <a:latin typeface="Actor"/>
                <a:ea typeface="Actor"/>
                <a:cs typeface="Actor"/>
                <a:sym typeface="Actor"/>
              </a:defRPr>
            </a:lvl3pPr>
            <a:lvl4pPr marL="1828800" lvl="3" indent="-317500">
              <a:lnSpc>
                <a:spcPct val="100000"/>
              </a:lnSpc>
              <a:spcBef>
                <a:spcPts val="1600"/>
              </a:spcBef>
              <a:spcAft>
                <a:spcPts val="0"/>
              </a:spcAft>
              <a:buClr>
                <a:schemeClr val="lt1"/>
              </a:buClr>
              <a:buSzPts val="1400"/>
              <a:buFont typeface="Actor"/>
              <a:buChar char="●"/>
              <a:defRPr>
                <a:solidFill>
                  <a:schemeClr val="lt1"/>
                </a:solidFill>
                <a:latin typeface="Actor"/>
                <a:ea typeface="Actor"/>
                <a:cs typeface="Actor"/>
                <a:sym typeface="Actor"/>
              </a:defRPr>
            </a:lvl4pPr>
            <a:lvl5pPr marL="2286000" lvl="4" indent="-317500">
              <a:lnSpc>
                <a:spcPct val="100000"/>
              </a:lnSpc>
              <a:spcBef>
                <a:spcPts val="1600"/>
              </a:spcBef>
              <a:spcAft>
                <a:spcPts val="0"/>
              </a:spcAft>
              <a:buClr>
                <a:schemeClr val="lt1"/>
              </a:buClr>
              <a:buSzPts val="1400"/>
              <a:buFont typeface="Actor"/>
              <a:buChar char="○"/>
              <a:defRPr>
                <a:solidFill>
                  <a:schemeClr val="lt1"/>
                </a:solidFill>
                <a:latin typeface="Actor"/>
                <a:ea typeface="Actor"/>
                <a:cs typeface="Actor"/>
                <a:sym typeface="Actor"/>
              </a:defRPr>
            </a:lvl5pPr>
            <a:lvl6pPr marL="2743200" lvl="5" indent="-317500">
              <a:lnSpc>
                <a:spcPct val="100000"/>
              </a:lnSpc>
              <a:spcBef>
                <a:spcPts val="1600"/>
              </a:spcBef>
              <a:spcAft>
                <a:spcPts val="0"/>
              </a:spcAft>
              <a:buClr>
                <a:schemeClr val="lt1"/>
              </a:buClr>
              <a:buSzPts val="1400"/>
              <a:buFont typeface="Actor"/>
              <a:buChar char="■"/>
              <a:defRPr>
                <a:solidFill>
                  <a:schemeClr val="lt1"/>
                </a:solidFill>
                <a:latin typeface="Actor"/>
                <a:ea typeface="Actor"/>
                <a:cs typeface="Actor"/>
                <a:sym typeface="Actor"/>
              </a:defRPr>
            </a:lvl6pPr>
            <a:lvl7pPr marL="3200400" lvl="6" indent="-317500">
              <a:lnSpc>
                <a:spcPct val="100000"/>
              </a:lnSpc>
              <a:spcBef>
                <a:spcPts val="1600"/>
              </a:spcBef>
              <a:spcAft>
                <a:spcPts val="0"/>
              </a:spcAft>
              <a:buClr>
                <a:schemeClr val="lt1"/>
              </a:buClr>
              <a:buSzPts val="1400"/>
              <a:buFont typeface="Actor"/>
              <a:buChar char="●"/>
              <a:defRPr>
                <a:solidFill>
                  <a:schemeClr val="lt1"/>
                </a:solidFill>
                <a:latin typeface="Actor"/>
                <a:ea typeface="Actor"/>
                <a:cs typeface="Actor"/>
                <a:sym typeface="Actor"/>
              </a:defRPr>
            </a:lvl7pPr>
            <a:lvl8pPr marL="3657600" lvl="7" indent="-317500">
              <a:lnSpc>
                <a:spcPct val="100000"/>
              </a:lnSpc>
              <a:spcBef>
                <a:spcPts val="1600"/>
              </a:spcBef>
              <a:spcAft>
                <a:spcPts val="0"/>
              </a:spcAft>
              <a:buClr>
                <a:schemeClr val="lt1"/>
              </a:buClr>
              <a:buSzPts val="1400"/>
              <a:buFont typeface="Actor"/>
              <a:buChar char="○"/>
              <a:defRPr>
                <a:solidFill>
                  <a:schemeClr val="lt1"/>
                </a:solidFill>
                <a:latin typeface="Actor"/>
                <a:ea typeface="Actor"/>
                <a:cs typeface="Actor"/>
                <a:sym typeface="Actor"/>
              </a:defRPr>
            </a:lvl8pPr>
            <a:lvl9pPr marL="4114800" lvl="8" indent="-317500">
              <a:lnSpc>
                <a:spcPct val="100000"/>
              </a:lnSpc>
              <a:spcBef>
                <a:spcPts val="1600"/>
              </a:spcBef>
              <a:spcAft>
                <a:spcPts val="1600"/>
              </a:spcAft>
              <a:buClr>
                <a:schemeClr val="lt1"/>
              </a:buClr>
              <a:buSzPts val="1400"/>
              <a:buFont typeface="Actor"/>
              <a:buChar char="■"/>
              <a:defRPr>
                <a:solidFill>
                  <a:schemeClr val="lt1"/>
                </a:solidFill>
                <a:latin typeface="Actor"/>
                <a:ea typeface="Actor"/>
                <a:cs typeface="Actor"/>
                <a:sym typeface="Actor"/>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25"/>
        <p:cNvGrpSpPr/>
        <p:nvPr/>
      </p:nvGrpSpPr>
      <p:grpSpPr>
        <a:xfrm>
          <a:off x="0" y="0"/>
          <a:ext cx="0" cy="0"/>
          <a:chOff x="0" y="0"/>
          <a:chExt cx="0" cy="0"/>
        </a:xfrm>
      </p:grpSpPr>
      <p:sp>
        <p:nvSpPr>
          <p:cNvPr id="426" name="Google Shape;426;p3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427" name="Google Shape;427;p3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 id="2147483679"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7" Type="http://schemas.openxmlformats.org/officeDocument/2006/relationships/image" Target="../media/image8.png"/><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xml"/><Relationship Id="rId1" Type="http://schemas.openxmlformats.org/officeDocument/2006/relationships/slideLayout" Target="../slideLayouts/slideLayout17.xml"/></Relationships>
</file>

<file path=ppt/slides/_rels/slide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xml"/><Relationship Id="rId1" Type="http://schemas.openxmlformats.org/officeDocument/2006/relationships/slideLayout" Target="../slideLayouts/slideLayout22.xml"/><Relationship Id="rId5" Type="http://schemas.openxmlformats.org/officeDocument/2006/relationships/image" Target="../media/image12.png"/><Relationship Id="rId4" Type="http://schemas.openxmlformats.org/officeDocument/2006/relationships/image" Target="../media/image11.png"/></Relationships>
</file>

<file path=ppt/slides/_rels/slide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5.xml"/><Relationship Id="rId1" Type="http://schemas.openxmlformats.org/officeDocument/2006/relationships/slideLayout" Target="../slideLayouts/slideLayout5.xml"/><Relationship Id="rId5" Type="http://schemas.openxmlformats.org/officeDocument/2006/relationships/image" Target="../media/image15.png"/><Relationship Id="rId4" Type="http://schemas.openxmlformats.org/officeDocument/2006/relationships/image" Target="../media/image14.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8.xml"/></Relationships>
</file>

<file path=ppt/slides/_rels/slide7.xml.rels><?xml version="1.0" encoding="UTF-8" standalone="yes"?>
<Relationships xmlns="http://schemas.openxmlformats.org/package/2006/relationships"><Relationship Id="rId8" Type="http://schemas.openxmlformats.org/officeDocument/2006/relationships/slide" Target="slide43.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41.xml"/><Relationship Id="rId7" Type="http://schemas.openxmlformats.org/officeDocument/2006/relationships/slide" Target="slide49.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7.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6" Type="http://schemas.openxmlformats.org/officeDocument/2006/relationships/slide" Target="slide6.xml"/><Relationship Id="rId11" Type="http://schemas.openxmlformats.org/officeDocument/2006/relationships/hyperlink" Target="http://bit.ly/30B07Gq" TargetMode="External"/><Relationship Id="rId5" Type="http://schemas.openxmlformats.org/officeDocument/2006/relationships/slide" Target="slide37.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3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3" Type="http://schemas.openxmlformats.org/officeDocument/2006/relationships/hyperlink" Target="http://www.lucasrojas.com/" TargetMode="External"/><Relationship Id="rId2" Type="http://schemas.openxmlformats.org/officeDocument/2006/relationships/notesSlide" Target="../notesSlides/notesSlide9.xml"/><Relationship Id="rId1" Type="http://schemas.openxmlformats.org/officeDocument/2006/relationships/slideLayout" Target="../slideLayouts/slideLayout8.xml"/><Relationship Id="rId5" Type="http://schemas.openxmlformats.org/officeDocument/2006/relationships/hyperlink" Target="http://www.deuser.es/" TargetMode="External"/><Relationship Id="rId4" Type="http://schemas.openxmlformats.org/officeDocument/2006/relationships/hyperlink" Target="http://www.genial.ly/" TargetMode="Externa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9.xml"/><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7.xml"/></Relationships>
</file>

<file path=ppt/slides/_rels/slide24.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6.xml"/><Relationship Id="rId1" Type="http://schemas.openxmlformats.org/officeDocument/2006/relationships/slideLayout" Target="../slideLayouts/slideLayout5.xml"/><Relationship Id="rId5" Type="http://schemas.openxmlformats.org/officeDocument/2006/relationships/image" Target="../media/image20.png"/><Relationship Id="rId4" Type="http://schemas.openxmlformats.org/officeDocument/2006/relationships/hyperlink" Target="https://docs.google.com/spreadsheets/d/145GQz0auNmCZiIhQ-zzL5MktXzGOpzyXhyiOrO6biUM/copy" TargetMode="Externa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1.xml"/><Relationship Id="rId1" Type="http://schemas.openxmlformats.org/officeDocument/2006/relationships/slideLayout" Target="../slideLayouts/slideLayout5.xml"/><Relationship Id="rId5" Type="http://schemas.openxmlformats.org/officeDocument/2006/relationships/image" Target="../media/image21.png"/><Relationship Id="rId4" Type="http://schemas.openxmlformats.org/officeDocument/2006/relationships/hyperlink" Target="https://docs.google.com/spreadsheets/d/145GQz0auNmCZiIhQ-zzL5MktXzGOpzyXhyiOrO6biUM/copy" TargetMode="External"/></Relationships>
</file>

<file path=ppt/slides/_rels/slide32.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32.xml"/><Relationship Id="rId1" Type="http://schemas.openxmlformats.org/officeDocument/2006/relationships/slideLayout" Target="../slideLayouts/slideLayout4.xml"/><Relationship Id="rId4" Type="http://schemas.openxmlformats.org/officeDocument/2006/relationships/image" Target="../media/image23.jp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5.xml"/></Relationships>
</file>

<file path=ppt/slides/_rels/slide38.xml.rels><?xml version="1.0" encoding="UTF-8" standalone="yes"?>
<Relationships xmlns="http://schemas.openxmlformats.org/package/2006/relationships"><Relationship Id="rId3" Type="http://schemas.openxmlformats.org/officeDocument/2006/relationships/hyperlink" Target="https://www.freepik.com/free-psd/gradient-spersonal-branding-concept-facebook-template_52570766.htm/?utm_source=slidesgo_template&amp;utm_medium=referral-link&amp;utm_campaign=sg_resources&amp;utm_content=freepik" TargetMode="External"/><Relationship Id="rId7" Type="http://schemas.openxmlformats.org/officeDocument/2006/relationships/hyperlink" Target="https://www.freepik.com/free-photo/relaxed-businesswoman-sitting-park-bench_1063511.htm/?utm_source=slidesgo_template&amp;utm_medium=referral-link&amp;utm_campaign=s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19.xml"/><Relationship Id="rId6" Type="http://schemas.openxmlformats.org/officeDocument/2006/relationships/hyperlink" Target="https://www.freepik.com/free-photo/smiling-business-man_1127345.htm/?utm_source=slidesgo_template&amp;utm_medium=referral-link&amp;utm_campaign=sg_resources&amp;utm_content=freepik" TargetMode="External"/><Relationship Id="rId5" Type="http://schemas.openxmlformats.org/officeDocument/2006/relationships/hyperlink" Target="https://www.freepik.com/free-photo/business-meeting-top-view_1128153.htm/?utm_source=slidesgo_template&amp;utm_medium=referral-link&amp;utm_campaign=sg_resources&amp;utm_content=freepik" TargetMode="External"/><Relationship Id="rId4" Type="http://schemas.openxmlformats.org/officeDocument/2006/relationships/hyperlink" Target="https://www.freepik.com/free-photo/business-people-looking-chart-close-up_1128778.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6.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6.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Unbounded" TargetMode="External"/><Relationship Id="rId2" Type="http://schemas.openxmlformats.org/officeDocument/2006/relationships/notesSlide" Target="../notesSlides/notesSlide41.xml"/><Relationship Id="rId1" Type="http://schemas.openxmlformats.org/officeDocument/2006/relationships/slideLayout" Target="../slideLayouts/slideLayout32.xml"/><Relationship Id="rId4" Type="http://schemas.openxmlformats.org/officeDocument/2006/relationships/hyperlink" Target="https://fonts.google.com/specimen/Actor"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8.png"/><Relationship Id="rId2" Type="http://schemas.openxmlformats.org/officeDocument/2006/relationships/notesSlide" Target="../notesSlides/notesSlide42.xml"/><Relationship Id="rId1" Type="http://schemas.openxmlformats.org/officeDocument/2006/relationships/slideLayout" Target="../slideLayouts/slideLayout3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7.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6.png"/><Relationship Id="rId4" Type="http://schemas.openxmlformats.org/officeDocument/2006/relationships/image" Target="../media/image24.png"/><Relationship Id="rId9" Type="http://schemas.openxmlformats.org/officeDocument/2006/relationships/image" Target="../media/image25.png"/></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3.xml"/><Relationship Id="rId1" Type="http://schemas.openxmlformats.org/officeDocument/2006/relationships/slideLayout" Target="../slideLayouts/slideLayout3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1.xml"/></Relationships>
</file>

<file path=ppt/slides/_rels/slide4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9.xml"/><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6.xml"/><Relationship Id="rId1" Type="http://schemas.openxmlformats.org/officeDocument/2006/relationships/slideLayout" Target="../slideLayouts/slideLayout31.xml"/><Relationship Id="rId4" Type="http://schemas.openxmlformats.org/officeDocument/2006/relationships/image" Target="../media/image2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34"/>
        <p:cNvGrpSpPr/>
        <p:nvPr/>
      </p:nvGrpSpPr>
      <p:grpSpPr>
        <a:xfrm>
          <a:off x="0" y="0"/>
          <a:ext cx="0" cy="0"/>
          <a:chOff x="0" y="0"/>
          <a:chExt cx="0" cy="0"/>
        </a:xfrm>
      </p:grpSpPr>
      <p:sp>
        <p:nvSpPr>
          <p:cNvPr id="435" name="Google Shape;435;p35"/>
          <p:cNvSpPr txBox="1">
            <a:spLocks noGrp="1"/>
          </p:cNvSpPr>
          <p:nvPr>
            <p:ph type="ctrTitle"/>
          </p:nvPr>
        </p:nvSpPr>
        <p:spPr>
          <a:xfrm>
            <a:off x="828750" y="1017725"/>
            <a:ext cx="7486500" cy="2019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latin typeface="Unbounded SemiBold"/>
                <a:ea typeface="Unbounded SemiBold"/>
                <a:cs typeface="Unbounded SemiBold"/>
                <a:sym typeface="Unbounded SemiBold"/>
              </a:rPr>
              <a:t>Análisis </a:t>
            </a:r>
            <a:r>
              <a:rPr lang="en" dirty="0">
                <a:latin typeface="Unbounded Light"/>
                <a:ea typeface="Unbounded Light"/>
                <a:cs typeface="Unbounded Light"/>
                <a:sym typeface="Unbounded Light"/>
              </a:rPr>
              <a:t>del Tejido Empresarial </a:t>
            </a:r>
            <a:r>
              <a:rPr lang="en" dirty="0">
                <a:latin typeface="Unbounded SemiBold" panose="020B0604020202020204" charset="0"/>
                <a:ea typeface="Unbounded Light"/>
                <a:cs typeface="Unbounded Light"/>
                <a:sym typeface="Unbounded Light"/>
              </a:rPr>
              <a:t>TIC</a:t>
            </a:r>
            <a:endParaRPr dirty="0">
              <a:latin typeface="Unbounded SemiBold" panose="020B0604020202020204" charset="0"/>
              <a:ea typeface="Unbounded Light"/>
              <a:cs typeface="Unbounded Light"/>
              <a:sym typeface="Unbounded Light"/>
            </a:endParaRPr>
          </a:p>
        </p:txBody>
      </p:sp>
      <p:sp>
        <p:nvSpPr>
          <p:cNvPr id="436" name="Google Shape;436;p35"/>
          <p:cNvSpPr txBox="1">
            <a:spLocks noGrp="1"/>
          </p:cNvSpPr>
          <p:nvPr>
            <p:ph type="subTitle" idx="1"/>
          </p:nvPr>
        </p:nvSpPr>
        <p:spPr>
          <a:xfrm>
            <a:off x="2307600" y="3189425"/>
            <a:ext cx="4528800" cy="47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Entorno de Córdoba Y Alrededores</a:t>
            </a:r>
            <a:endParaRPr dirty="0"/>
          </a:p>
        </p:txBody>
      </p:sp>
      <p:sp>
        <p:nvSpPr>
          <p:cNvPr id="437" name="Google Shape;437;p35"/>
          <p:cNvSpPr/>
          <p:nvPr/>
        </p:nvSpPr>
        <p:spPr>
          <a:xfrm>
            <a:off x="3799350" y="3919025"/>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5"/>
          <p:cNvSpPr/>
          <p:nvPr/>
        </p:nvSpPr>
        <p:spPr>
          <a:xfrm>
            <a:off x="806025" y="672850"/>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 name="Google Shape;439;p35"/>
          <p:cNvGrpSpPr/>
          <p:nvPr/>
        </p:nvGrpSpPr>
        <p:grpSpPr>
          <a:xfrm rot="7200089">
            <a:off x="7286063" y="3423059"/>
            <a:ext cx="1257916" cy="1342596"/>
            <a:chOff x="-408900" y="504142"/>
            <a:chExt cx="1167600" cy="1246200"/>
          </a:xfrm>
        </p:grpSpPr>
        <p:cxnSp>
          <p:nvCxnSpPr>
            <p:cNvPr id="440" name="Google Shape;440;p35"/>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441" name="Google Shape;441;p35"/>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442" name="Google Shape;442;p35"/>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
        <p:nvSpPr>
          <p:cNvPr id="2" name="Google Shape;436;p35">
            <a:extLst>
              <a:ext uri="{FF2B5EF4-FFF2-40B4-BE49-F238E27FC236}">
                <a16:creationId xmlns:a16="http://schemas.microsoft.com/office/drawing/2014/main" id="{3003C1DC-14D5-C514-D378-96A9E3BC1E62}"/>
              </a:ext>
            </a:extLst>
          </p:cNvPr>
          <p:cNvSpPr txBox="1">
            <a:spLocks/>
          </p:cNvSpPr>
          <p:nvPr/>
        </p:nvSpPr>
        <p:spPr>
          <a:xfrm>
            <a:off x="6685767" y="4677491"/>
            <a:ext cx="2458233" cy="475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lt1"/>
              </a:buClr>
              <a:buSzPts val="1400"/>
              <a:buFont typeface="Actor"/>
              <a:buNone/>
              <a:defRPr sz="1600" b="0" i="0" u="none" strike="noStrike" cap="none">
                <a:solidFill>
                  <a:schemeClr val="lt1"/>
                </a:solidFill>
                <a:latin typeface="Actor"/>
                <a:ea typeface="Actor"/>
                <a:cs typeface="Actor"/>
                <a:sym typeface="Actor"/>
              </a:defRPr>
            </a:lvl1pPr>
            <a:lvl2pPr marL="914400" marR="0" lvl="1"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2pPr>
            <a:lvl3pPr marL="1371600" marR="0" lvl="2"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3pPr>
            <a:lvl4pPr marL="1828800" marR="0" lvl="3"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4pPr>
            <a:lvl5pPr marL="2286000" marR="0" lvl="4"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5pPr>
            <a:lvl6pPr marL="2743200" marR="0" lvl="5"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6pPr>
            <a:lvl7pPr marL="3200400" marR="0" lvl="6"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7pPr>
            <a:lvl8pPr marL="3657600" marR="0" lvl="7"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8pPr>
            <a:lvl9pPr marL="4114800" marR="0" lvl="8" indent="-317500" algn="ctr" rtl="0">
              <a:lnSpc>
                <a:spcPct val="100000"/>
              </a:lnSpc>
              <a:spcBef>
                <a:spcPts val="0"/>
              </a:spcBef>
              <a:spcAft>
                <a:spcPts val="0"/>
              </a:spcAft>
              <a:buClr>
                <a:schemeClr val="lt1"/>
              </a:buClr>
              <a:buSzPts val="1800"/>
              <a:buFont typeface="Actor"/>
              <a:buNone/>
              <a:defRPr sz="1800" b="0" i="0" u="none" strike="noStrike" cap="none">
                <a:solidFill>
                  <a:schemeClr val="lt1"/>
                </a:solidFill>
                <a:latin typeface="Actor"/>
                <a:ea typeface="Actor"/>
                <a:cs typeface="Actor"/>
                <a:sym typeface="Actor"/>
              </a:defRPr>
            </a:lvl9pPr>
          </a:lstStyle>
          <a:p>
            <a:pPr marL="0" indent="0"/>
            <a:r>
              <a:rPr lang="es-ES" dirty="0"/>
              <a:t>Tomás Cabello Fernández</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94"/>
        <p:cNvGrpSpPr/>
        <p:nvPr/>
      </p:nvGrpSpPr>
      <p:grpSpPr>
        <a:xfrm>
          <a:off x="0" y="0"/>
          <a:ext cx="0" cy="0"/>
          <a:chOff x="0" y="0"/>
          <a:chExt cx="0" cy="0"/>
        </a:xfrm>
      </p:grpSpPr>
      <p:sp>
        <p:nvSpPr>
          <p:cNvPr id="995" name="Google Shape;995;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ES" dirty="0"/>
              <a:t>Selección de Empresas</a:t>
            </a:r>
            <a:endParaRPr dirty="0"/>
          </a:p>
        </p:txBody>
      </p:sp>
      <p:graphicFrame>
        <p:nvGraphicFramePr>
          <p:cNvPr id="996" name="Google Shape;996;p68"/>
          <p:cNvGraphicFramePr/>
          <p:nvPr>
            <p:extLst>
              <p:ext uri="{D42A27DB-BD31-4B8C-83A1-F6EECF244321}">
                <p14:modId xmlns:p14="http://schemas.microsoft.com/office/powerpoint/2010/main" val="4174842761"/>
              </p:ext>
            </p:extLst>
          </p:nvPr>
        </p:nvGraphicFramePr>
        <p:xfrm>
          <a:off x="523412" y="1197173"/>
          <a:ext cx="7952627" cy="3524601"/>
        </p:xfrm>
        <a:graphic>
          <a:graphicData uri="http://schemas.openxmlformats.org/drawingml/2006/table">
            <a:tbl>
              <a:tblPr>
                <a:noFill/>
                <a:tableStyleId>{9C86A41C-6602-49C4-BA83-31BE5BF7D53E}</a:tableStyleId>
              </a:tblPr>
              <a:tblGrid>
                <a:gridCol w="2194766">
                  <a:extLst>
                    <a:ext uri="{9D8B030D-6E8A-4147-A177-3AD203B41FA5}">
                      <a16:colId xmlns:a16="http://schemas.microsoft.com/office/drawing/2014/main" val="20000"/>
                    </a:ext>
                  </a:extLst>
                </a:gridCol>
                <a:gridCol w="1996630">
                  <a:extLst>
                    <a:ext uri="{9D8B030D-6E8A-4147-A177-3AD203B41FA5}">
                      <a16:colId xmlns:a16="http://schemas.microsoft.com/office/drawing/2014/main" val="20001"/>
                    </a:ext>
                  </a:extLst>
                </a:gridCol>
                <a:gridCol w="1698991">
                  <a:extLst>
                    <a:ext uri="{9D8B030D-6E8A-4147-A177-3AD203B41FA5}">
                      <a16:colId xmlns:a16="http://schemas.microsoft.com/office/drawing/2014/main" val="20002"/>
                    </a:ext>
                  </a:extLst>
                </a:gridCol>
                <a:gridCol w="2062240">
                  <a:extLst>
                    <a:ext uri="{9D8B030D-6E8A-4147-A177-3AD203B41FA5}">
                      <a16:colId xmlns:a16="http://schemas.microsoft.com/office/drawing/2014/main" val="20003"/>
                    </a:ext>
                  </a:extLst>
                </a:gridCol>
              </a:tblGrid>
              <a:tr h="834900">
                <a:tc>
                  <a:txBody>
                    <a:bodyPr/>
                    <a:lstStyle/>
                    <a:p>
                      <a:pPr marL="0" lvl="0" indent="0" algn="ctr" rtl="0">
                        <a:spcBef>
                          <a:spcPts val="0"/>
                        </a:spcBef>
                        <a:spcAft>
                          <a:spcPts val="0"/>
                        </a:spcAft>
                        <a:buNone/>
                      </a:pPr>
                      <a:endParaRPr sz="2000" b="1">
                        <a:solidFill>
                          <a:schemeClr val="lt1"/>
                        </a:solidFill>
                        <a:latin typeface="Actor"/>
                        <a:ea typeface="Actor"/>
                        <a:cs typeface="Actor"/>
                        <a:sym typeface="Actor"/>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lt1"/>
                          </a:solidFill>
                          <a:latin typeface="Unbounded"/>
                          <a:ea typeface="Unbounded"/>
                          <a:cs typeface="Unbounded"/>
                          <a:sym typeface="Unbounded"/>
                        </a:rPr>
                        <a:t>Ubicación</a:t>
                      </a:r>
                      <a:endParaRPr sz="2000" dirty="0">
                        <a:solidFill>
                          <a:schemeClr val="lt1"/>
                        </a:solidFill>
                        <a:latin typeface="Unbounded"/>
                        <a:ea typeface="Unbounded"/>
                        <a:cs typeface="Unbounded"/>
                        <a:sym typeface="Unbounded"/>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2000" b="1" dirty="0">
                          <a:solidFill>
                            <a:schemeClr val="lt1"/>
                          </a:solidFill>
                          <a:latin typeface="Unbounded"/>
                          <a:ea typeface="Unbounded"/>
                          <a:cs typeface="Unbounded"/>
                          <a:sym typeface="Unbounded"/>
                        </a:rPr>
                        <a:t>Tipo</a:t>
                      </a:r>
                      <a:endParaRPr sz="2000" dirty="0">
                        <a:solidFill>
                          <a:schemeClr val="lt1"/>
                        </a:solidFill>
                        <a:latin typeface="Unbounded"/>
                        <a:ea typeface="Unbounded"/>
                        <a:cs typeface="Unbounded"/>
                        <a:sym typeface="Unbounded"/>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2000" b="1" dirty="0">
                          <a:solidFill>
                            <a:schemeClr val="lt1"/>
                          </a:solidFill>
                          <a:latin typeface="Unbounded"/>
                          <a:ea typeface="Unbounded"/>
                          <a:cs typeface="Unbounded"/>
                          <a:sym typeface="Unbounded"/>
                        </a:rPr>
                        <a:t>Actividad Principal</a:t>
                      </a:r>
                      <a:endParaRPr sz="2000" b="1" dirty="0">
                        <a:solidFill>
                          <a:schemeClr val="lt1"/>
                        </a:solidFill>
                        <a:latin typeface="Unbounded"/>
                        <a:ea typeface="Unbounded"/>
                        <a:cs typeface="Unbounded"/>
                        <a:sym typeface="Unbounded"/>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449547">
                <a:tc>
                  <a:txBody>
                    <a:bodyPr/>
                    <a:lstStyle/>
                    <a:p>
                      <a:pPr marL="0" lvl="0" indent="0" algn="ctr" rtl="0">
                        <a:spcBef>
                          <a:spcPts val="0"/>
                        </a:spcBef>
                        <a:spcAft>
                          <a:spcPts val="0"/>
                        </a:spcAft>
                        <a:buNone/>
                      </a:pPr>
                      <a:r>
                        <a:rPr lang="en" sz="1600" b="1" dirty="0">
                          <a:solidFill>
                            <a:schemeClr val="lt1"/>
                          </a:solidFill>
                          <a:latin typeface="Unbounded"/>
                          <a:ea typeface="Unbounded"/>
                          <a:cs typeface="Unbounded"/>
                          <a:sym typeface="Unbounded"/>
                        </a:rPr>
                        <a:t> Deuser</a:t>
                      </a:r>
                      <a:endParaRPr sz="1600" b="1" dirty="0">
                        <a:solidFill>
                          <a:schemeClr val="lt1"/>
                        </a:solidFill>
                        <a:latin typeface="Unbounded"/>
                        <a:ea typeface="Unbounded"/>
                        <a:cs typeface="Unbounded"/>
                        <a:sym typeface="Unbounded"/>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Córdoba</a:t>
                      </a:r>
                      <a:endParaRPr sz="1600"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600" dirty="0">
                          <a:solidFill>
                            <a:schemeClr val="lt1"/>
                          </a:solidFill>
                          <a:latin typeface="Actor"/>
                          <a:ea typeface="Actor"/>
                          <a:cs typeface="Actor"/>
                          <a:sym typeface="Actor"/>
                        </a:rPr>
                        <a:t>Empresa Grande</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Consultoría / </a:t>
                      </a:r>
                      <a:r>
                        <a:rPr lang="es-ES" sz="1600" dirty="0" err="1">
                          <a:solidFill>
                            <a:schemeClr val="lt1"/>
                          </a:solidFill>
                          <a:latin typeface="Actor"/>
                          <a:ea typeface="Actor"/>
                          <a:cs typeface="Actor"/>
                          <a:sym typeface="Actor"/>
                        </a:rPr>
                        <a:t>Ind</a:t>
                      </a:r>
                      <a:r>
                        <a:rPr lang="es-ES" sz="1600" dirty="0">
                          <a:solidFill>
                            <a:schemeClr val="lt1"/>
                          </a:solidFill>
                          <a:latin typeface="Actor"/>
                          <a:ea typeface="Actor"/>
                          <a:cs typeface="Actor"/>
                          <a:sym typeface="Actor"/>
                        </a:rPr>
                        <a:t>. 4.0</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449547">
                <a:tc>
                  <a:txBody>
                    <a:bodyPr/>
                    <a:lstStyle/>
                    <a:p>
                      <a:pPr marL="0" lvl="0" indent="0" algn="ctr" rtl="0">
                        <a:spcBef>
                          <a:spcPts val="0"/>
                        </a:spcBef>
                        <a:spcAft>
                          <a:spcPts val="0"/>
                        </a:spcAft>
                        <a:buNone/>
                      </a:pPr>
                      <a:r>
                        <a:rPr lang="en" sz="1600" b="1" dirty="0">
                          <a:solidFill>
                            <a:schemeClr val="lt1"/>
                          </a:solidFill>
                          <a:latin typeface="Unbounded"/>
                          <a:ea typeface="Unbounded"/>
                          <a:cs typeface="Unbounded"/>
                          <a:sym typeface="Unbounded"/>
                        </a:rPr>
                        <a:t>Genially</a:t>
                      </a:r>
                      <a:endParaRPr sz="1600" b="1" dirty="0">
                        <a:solidFill>
                          <a:schemeClr val="lt1"/>
                        </a:solidFill>
                        <a:latin typeface="Unbounded"/>
                        <a:ea typeface="Unbounded"/>
                        <a:cs typeface="Unbounded"/>
                        <a:sym typeface="Unbounded"/>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Córdoba</a:t>
                      </a:r>
                      <a:endParaRPr sz="1600"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err="1">
                          <a:solidFill>
                            <a:schemeClr val="lt1"/>
                          </a:solidFill>
                          <a:latin typeface="Actor"/>
                          <a:ea typeface="Actor"/>
                          <a:cs typeface="Actor"/>
                          <a:sym typeface="Actor"/>
                        </a:rPr>
                        <a:t>Scale</a:t>
                      </a:r>
                      <a:r>
                        <a:rPr lang="es-ES" sz="1600" dirty="0">
                          <a:solidFill>
                            <a:schemeClr val="lt1"/>
                          </a:solidFill>
                          <a:latin typeface="Actor"/>
                          <a:ea typeface="Actor"/>
                          <a:cs typeface="Actor"/>
                          <a:sym typeface="Actor"/>
                        </a:rPr>
                        <a:t>-Up (Global)</a:t>
                      </a:r>
                      <a:endParaRPr sz="1600"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Producto Software (SaaS)</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449547">
                <a:tc>
                  <a:txBody>
                    <a:bodyPr/>
                    <a:lstStyle/>
                    <a:p>
                      <a:pPr marL="0" lvl="0" indent="0" algn="ctr" rtl="0">
                        <a:spcBef>
                          <a:spcPts val="0"/>
                        </a:spcBef>
                        <a:spcAft>
                          <a:spcPts val="0"/>
                        </a:spcAft>
                        <a:buNone/>
                      </a:pPr>
                      <a:r>
                        <a:rPr lang="es-ES" sz="1600" b="1" dirty="0" err="1">
                          <a:solidFill>
                            <a:schemeClr val="lt1"/>
                          </a:solidFill>
                          <a:latin typeface="Unbounded"/>
                          <a:ea typeface="Unbounded"/>
                          <a:cs typeface="Unbounded"/>
                          <a:sym typeface="Unbounded"/>
                        </a:rPr>
                        <a:t>Eprinsa</a:t>
                      </a:r>
                      <a:endParaRPr sz="1600" b="1" dirty="0">
                        <a:solidFill>
                          <a:schemeClr val="lt1"/>
                        </a:solidFill>
                        <a:latin typeface="Unbounded"/>
                        <a:ea typeface="Unbounded"/>
                        <a:cs typeface="Unbounded"/>
                        <a:sym typeface="Unbounded"/>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Córdoba</a:t>
                      </a:r>
                      <a:endParaRPr sz="1600"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600" dirty="0">
                          <a:solidFill>
                            <a:schemeClr val="lt1"/>
                          </a:solidFill>
                          <a:latin typeface="Actor"/>
                          <a:ea typeface="Actor"/>
                          <a:cs typeface="Actor"/>
                          <a:sym typeface="Actor"/>
                        </a:rPr>
                        <a:t>Pública</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err="1">
                          <a:solidFill>
                            <a:schemeClr val="lt1"/>
                          </a:solidFill>
                          <a:latin typeface="Actor"/>
                          <a:ea typeface="Actor"/>
                          <a:cs typeface="Actor"/>
                          <a:sym typeface="Actor"/>
                        </a:rPr>
                        <a:t>Admin</a:t>
                      </a:r>
                      <a:r>
                        <a:rPr lang="es-ES" sz="1600" dirty="0">
                          <a:solidFill>
                            <a:schemeClr val="lt1"/>
                          </a:solidFill>
                          <a:latin typeface="Actor"/>
                          <a:ea typeface="Actor"/>
                          <a:cs typeface="Actor"/>
                          <a:sym typeface="Actor"/>
                        </a:rPr>
                        <a:t>. Electrónica</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449547">
                <a:tc>
                  <a:txBody>
                    <a:bodyPr/>
                    <a:lstStyle/>
                    <a:p>
                      <a:pPr marL="0" lvl="0" indent="0" algn="ctr" rtl="0">
                        <a:spcBef>
                          <a:spcPts val="0"/>
                        </a:spcBef>
                        <a:spcAft>
                          <a:spcPts val="0"/>
                        </a:spcAft>
                        <a:buNone/>
                      </a:pPr>
                      <a:r>
                        <a:rPr lang="en" sz="1600" b="1" dirty="0">
                          <a:solidFill>
                            <a:schemeClr val="lt1"/>
                          </a:solidFill>
                          <a:latin typeface="Unbounded"/>
                          <a:ea typeface="Unbounded"/>
                          <a:cs typeface="Unbounded"/>
                          <a:sym typeface="Unbounded"/>
                        </a:rPr>
                        <a:t>Keiter</a:t>
                      </a:r>
                      <a:endParaRPr sz="1600" b="1" dirty="0">
                        <a:solidFill>
                          <a:schemeClr val="lt1"/>
                        </a:solidFill>
                        <a:latin typeface="Unbounded"/>
                        <a:ea typeface="Unbounded"/>
                        <a:cs typeface="Unbounded"/>
                        <a:sym typeface="Unbounded"/>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Lucena</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600" dirty="0">
                          <a:solidFill>
                            <a:schemeClr val="lt1"/>
                          </a:solidFill>
                          <a:latin typeface="Actor"/>
                          <a:ea typeface="Actor"/>
                          <a:cs typeface="Actor"/>
                          <a:sym typeface="Actor"/>
                        </a:rPr>
                        <a:t>Pyme</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Marketing &amp; Web</a:t>
                      </a:r>
                      <a:endParaRPr dirty="0">
                        <a:solidFill>
                          <a:schemeClr val="lt1"/>
                        </a:solidFill>
                        <a:latin typeface="Actor"/>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4"/>
                  </a:ext>
                </a:extLst>
              </a:tr>
              <a:tr h="449547">
                <a:tc>
                  <a:txBody>
                    <a:bodyPr/>
                    <a:lstStyle/>
                    <a:p>
                      <a:pPr marL="0" lvl="0" indent="0" algn="r" rtl="0">
                        <a:spcBef>
                          <a:spcPts val="0"/>
                        </a:spcBef>
                        <a:spcAft>
                          <a:spcPts val="0"/>
                        </a:spcAft>
                        <a:buNone/>
                      </a:pPr>
                      <a:r>
                        <a:rPr lang="es-ES" sz="1600" b="1" dirty="0" err="1">
                          <a:solidFill>
                            <a:schemeClr val="lt1"/>
                          </a:solidFill>
                          <a:latin typeface="Unbounded" panose="020B0604020202020204" charset="0"/>
                          <a:ea typeface="Actor"/>
                          <a:cs typeface="Actor"/>
                          <a:sym typeface="Actor"/>
                        </a:rPr>
                        <a:t>LucasRojas</a:t>
                      </a:r>
                      <a:endParaRPr sz="1600" b="1" dirty="0">
                        <a:solidFill>
                          <a:schemeClr val="lt1"/>
                        </a:solidFill>
                        <a:latin typeface="Unbounded" panose="020B0604020202020204" charset="0"/>
                        <a:ea typeface="Actor"/>
                        <a:cs typeface="Actor"/>
                        <a:sym typeface="Actor"/>
                      </a:endParaRPr>
                    </a:p>
                  </a:txBody>
                  <a:tcPr marL="91425" marR="91425" marT="91425" marB="91425" anchor="ctr">
                    <a:lnL w="19050" cap="flat" cmpd="sng">
                      <a:solidFill>
                        <a:schemeClr val="lt1"/>
                      </a:solidFill>
                      <a:prstDash val="solid"/>
                      <a:round/>
                      <a:headEnd type="none" w="sm" len="sm"/>
                      <a:tailEnd type="none" w="sm" len="sm"/>
                    </a:lnL>
                    <a:lnR w="19050" cap="flat" cmpd="sng" algn="ctr">
                      <a:solidFill>
                        <a:schemeClr val="lt1"/>
                      </a:solidFill>
                      <a:prstDash val="solid"/>
                      <a:round/>
                      <a:headEnd type="none" w="sm" len="sm"/>
                      <a:tailEnd type="none" w="sm" len="sm"/>
                    </a:lnR>
                    <a:lnT w="19050" cap="flat" cmpd="sng" algn="ctr">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Montilla</a:t>
                      </a:r>
                      <a:endParaRPr dirty="0">
                        <a:solidFill>
                          <a:schemeClr val="lt1"/>
                        </a:solidFill>
                        <a:latin typeface="Actor"/>
                        <a:ea typeface="Actor"/>
                        <a:cs typeface="Actor"/>
                        <a:sym typeface="Actor"/>
                      </a:endParaRPr>
                    </a:p>
                  </a:txBody>
                  <a:tcPr marL="91425" marR="91425" marT="91425" marB="91425" anchor="ctr">
                    <a:lnL w="19050" cap="flat" cmpd="sng" algn="ctr">
                      <a:solidFill>
                        <a:schemeClr val="lt1"/>
                      </a:solidFill>
                      <a:prstDash val="solid"/>
                      <a:round/>
                      <a:headEnd type="none" w="sm" len="sm"/>
                      <a:tailEnd type="none" w="sm" len="sm"/>
                    </a:lnL>
                    <a:lnR w="19050" cap="flat" cmpd="sng" algn="ctr">
                      <a:solidFill>
                        <a:schemeClr val="lt1"/>
                      </a:solidFill>
                      <a:prstDash val="solid"/>
                      <a:round/>
                      <a:headEnd type="none" w="sm" len="sm"/>
                      <a:tailEnd type="none" w="sm" len="sm"/>
                    </a:lnR>
                    <a:lnT w="19050" cap="flat" cmpd="sng" algn="ctr">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a:solidFill>
                            <a:schemeClr val="lt1"/>
                          </a:solidFill>
                          <a:latin typeface="Actor"/>
                          <a:ea typeface="Actor"/>
                          <a:cs typeface="Actor"/>
                          <a:sym typeface="Actor"/>
                        </a:rPr>
                        <a:t>Pyme (Industrial)</a:t>
                      </a:r>
                      <a:endParaRPr sz="1600" dirty="0">
                        <a:solidFill>
                          <a:schemeClr val="lt1"/>
                        </a:solidFill>
                        <a:latin typeface="Actor"/>
                        <a:ea typeface="Actor"/>
                        <a:cs typeface="Actor"/>
                        <a:sym typeface="Actor"/>
                      </a:endParaRPr>
                    </a:p>
                  </a:txBody>
                  <a:tcPr marL="91425" marR="91425" marT="91425" marB="91425" anchor="ctr">
                    <a:lnL w="19050" cap="flat" cmpd="sng" algn="ctr">
                      <a:solidFill>
                        <a:schemeClr val="lt1"/>
                      </a:solidFill>
                      <a:prstDash val="solid"/>
                      <a:round/>
                      <a:headEnd type="none" w="sm" len="sm"/>
                      <a:tailEnd type="none" w="sm" len="sm"/>
                    </a:lnL>
                    <a:lnR w="19050" cap="flat" cmpd="sng" algn="ctr">
                      <a:solidFill>
                        <a:schemeClr val="lt1"/>
                      </a:solidFill>
                      <a:prstDash val="solid"/>
                      <a:round/>
                      <a:headEnd type="none" w="sm" len="sm"/>
                      <a:tailEnd type="none" w="sm" len="sm"/>
                    </a:lnR>
                    <a:lnT w="19050" cap="flat" cmpd="sng" algn="ctr">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s-ES" sz="1600" dirty="0" err="1">
                          <a:solidFill>
                            <a:schemeClr val="lt1"/>
                          </a:solidFill>
                          <a:latin typeface="Actor"/>
                          <a:ea typeface="Actor"/>
                          <a:cs typeface="Actor"/>
                          <a:sym typeface="Actor"/>
                        </a:rPr>
                        <a:t>Ecommerce</a:t>
                      </a:r>
                      <a:r>
                        <a:rPr lang="es-ES" sz="1600" dirty="0">
                          <a:solidFill>
                            <a:schemeClr val="lt1"/>
                          </a:solidFill>
                          <a:latin typeface="Actor"/>
                          <a:ea typeface="Actor"/>
                          <a:cs typeface="Actor"/>
                          <a:sym typeface="Actor"/>
                        </a:rPr>
                        <a:t> / </a:t>
                      </a:r>
                      <a:r>
                        <a:rPr lang="es-ES" sz="1600" dirty="0" err="1">
                          <a:solidFill>
                            <a:schemeClr val="lt1"/>
                          </a:solidFill>
                          <a:latin typeface="Actor"/>
                          <a:ea typeface="Actor"/>
                          <a:cs typeface="Actor"/>
                          <a:sym typeface="Actor"/>
                        </a:rPr>
                        <a:t>Transf</a:t>
                      </a:r>
                      <a:r>
                        <a:rPr lang="es-ES" sz="1600" dirty="0">
                          <a:solidFill>
                            <a:schemeClr val="lt1"/>
                          </a:solidFill>
                          <a:latin typeface="Actor"/>
                          <a:ea typeface="Actor"/>
                          <a:cs typeface="Actor"/>
                          <a:sym typeface="Actor"/>
                        </a:rPr>
                        <a:t>. Digital</a:t>
                      </a:r>
                      <a:endParaRPr sz="1600" dirty="0">
                        <a:solidFill>
                          <a:schemeClr val="lt1"/>
                        </a:solidFill>
                        <a:latin typeface="Actor"/>
                        <a:ea typeface="Actor"/>
                        <a:cs typeface="Actor"/>
                        <a:sym typeface="Actor"/>
                      </a:endParaRPr>
                    </a:p>
                  </a:txBody>
                  <a:tcPr marL="91425" marR="91425" marT="91425" marB="91425" anchor="ctr">
                    <a:lnL w="19050" cap="flat" cmpd="sng" algn="ctr">
                      <a:solidFill>
                        <a:schemeClr val="lt1"/>
                      </a:solidFill>
                      <a:prstDash val="solid"/>
                      <a:round/>
                      <a:headEnd type="none" w="sm" len="sm"/>
                      <a:tailEnd type="none" w="sm" len="sm"/>
                    </a:lnL>
                    <a:lnR w="19050" cap="flat" cmpd="sng" algn="ctr">
                      <a:solidFill>
                        <a:schemeClr val="lt1"/>
                      </a:solidFill>
                      <a:prstDash val="solid"/>
                      <a:round/>
                      <a:headEnd type="none" w="sm" len="sm"/>
                      <a:tailEnd type="none" w="sm" len="sm"/>
                    </a:lnR>
                    <a:lnT w="19050" cap="flat" cmpd="sng" algn="ctr">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3472112437"/>
                  </a:ext>
                </a:extLst>
              </a:tr>
            </a:tbl>
          </a:graphicData>
        </a:graphic>
      </p:graphicFrame>
      <p:grpSp>
        <p:nvGrpSpPr>
          <p:cNvPr id="997" name="Google Shape;997;p68"/>
          <p:cNvGrpSpPr/>
          <p:nvPr/>
        </p:nvGrpSpPr>
        <p:grpSpPr>
          <a:xfrm rot="-3599911">
            <a:off x="155523" y="-79752"/>
            <a:ext cx="1257916" cy="1342596"/>
            <a:chOff x="-408900" y="504142"/>
            <a:chExt cx="1167600" cy="1246200"/>
          </a:xfrm>
        </p:grpSpPr>
        <p:cxnSp>
          <p:nvCxnSpPr>
            <p:cNvPr id="998" name="Google Shape;998;p68"/>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999" name="Google Shape;999;p68"/>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1000" name="Google Shape;1000;p68"/>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pic>
        <p:nvPicPr>
          <p:cNvPr id="3" name="Imagen 2">
            <a:extLst>
              <a:ext uri="{FF2B5EF4-FFF2-40B4-BE49-F238E27FC236}">
                <a16:creationId xmlns:a16="http://schemas.microsoft.com/office/drawing/2014/main" id="{8A045BE1-18A4-4D25-A8AB-662D01A6BA95}"/>
              </a:ext>
            </a:extLst>
          </p:cNvPr>
          <p:cNvPicPr>
            <a:picLocks noChangeAspect="1"/>
          </p:cNvPicPr>
          <p:nvPr/>
        </p:nvPicPr>
        <p:blipFill>
          <a:blip r:embed="rId3"/>
          <a:stretch>
            <a:fillRect/>
          </a:stretch>
        </p:blipFill>
        <p:spPr>
          <a:xfrm>
            <a:off x="720000" y="2107116"/>
            <a:ext cx="304800" cy="304800"/>
          </a:xfrm>
          <a:prstGeom prst="rect">
            <a:avLst/>
          </a:prstGeom>
        </p:spPr>
      </p:pic>
      <p:pic>
        <p:nvPicPr>
          <p:cNvPr id="5" name="Imagen 4" descr="Logotipo, Icono&#10;&#10;El contenido generado por IA puede ser incorrecto.">
            <a:extLst>
              <a:ext uri="{FF2B5EF4-FFF2-40B4-BE49-F238E27FC236}">
                <a16:creationId xmlns:a16="http://schemas.microsoft.com/office/drawing/2014/main" id="{ED2EE21B-0F5E-4D6E-E99E-802CB42888BD}"/>
              </a:ext>
            </a:extLst>
          </p:cNvPr>
          <p:cNvPicPr>
            <a:picLocks noChangeAspect="1"/>
          </p:cNvPicPr>
          <p:nvPr/>
        </p:nvPicPr>
        <p:blipFill>
          <a:blip r:embed="rId4"/>
          <a:stretch>
            <a:fillRect/>
          </a:stretch>
        </p:blipFill>
        <p:spPr>
          <a:xfrm>
            <a:off x="690425" y="2620732"/>
            <a:ext cx="363949" cy="362501"/>
          </a:xfrm>
          <a:prstGeom prst="rect">
            <a:avLst/>
          </a:prstGeom>
        </p:spPr>
      </p:pic>
      <p:sp>
        <p:nvSpPr>
          <p:cNvPr id="8" name="AutoShape 2" descr="Imagen de ">
            <a:extLst>
              <a:ext uri="{FF2B5EF4-FFF2-40B4-BE49-F238E27FC236}">
                <a16:creationId xmlns:a16="http://schemas.microsoft.com/office/drawing/2014/main" id="{C7BB4778-48EC-50CD-A9A2-9738D42C668E}"/>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pic>
        <p:nvPicPr>
          <p:cNvPr id="12" name="Imagen 11" descr="Icono&#10;&#10;El contenido generado por IA puede ser incorrecto.">
            <a:extLst>
              <a:ext uri="{FF2B5EF4-FFF2-40B4-BE49-F238E27FC236}">
                <a16:creationId xmlns:a16="http://schemas.microsoft.com/office/drawing/2014/main" id="{0996F1FD-20BE-4AD2-2801-163C9E261B3A}"/>
              </a:ext>
            </a:extLst>
          </p:cNvPr>
          <p:cNvPicPr>
            <a:picLocks noChangeAspect="1"/>
          </p:cNvPicPr>
          <p:nvPr/>
        </p:nvPicPr>
        <p:blipFill>
          <a:blip r:embed="rId5"/>
          <a:stretch>
            <a:fillRect/>
          </a:stretch>
        </p:blipFill>
        <p:spPr>
          <a:xfrm>
            <a:off x="720325" y="3227609"/>
            <a:ext cx="304475" cy="304475"/>
          </a:xfrm>
          <a:prstGeom prst="rect">
            <a:avLst/>
          </a:prstGeom>
        </p:spPr>
      </p:pic>
      <p:pic>
        <p:nvPicPr>
          <p:cNvPr id="16" name="Imagen 15" descr="Icono&#10;&#10;El contenido generado por IA puede ser incorrecto.">
            <a:extLst>
              <a:ext uri="{FF2B5EF4-FFF2-40B4-BE49-F238E27FC236}">
                <a16:creationId xmlns:a16="http://schemas.microsoft.com/office/drawing/2014/main" id="{7817ABB0-479B-24BC-EDB4-92C84D179187}"/>
              </a:ext>
            </a:extLst>
          </p:cNvPr>
          <p:cNvPicPr>
            <a:picLocks noChangeAspect="1"/>
          </p:cNvPicPr>
          <p:nvPr/>
        </p:nvPicPr>
        <p:blipFill>
          <a:blip r:embed="rId6"/>
          <a:stretch>
            <a:fillRect/>
          </a:stretch>
        </p:blipFill>
        <p:spPr>
          <a:xfrm>
            <a:off x="720325" y="3670216"/>
            <a:ext cx="304475" cy="304475"/>
          </a:xfrm>
          <a:prstGeom prst="rect">
            <a:avLst/>
          </a:prstGeom>
        </p:spPr>
      </p:pic>
      <p:pic>
        <p:nvPicPr>
          <p:cNvPr id="22" name="Imagen 21" descr="Interfaz de usuario gráfica&#10;&#10;El contenido generado por IA puede ser incorrecto.">
            <a:extLst>
              <a:ext uri="{FF2B5EF4-FFF2-40B4-BE49-F238E27FC236}">
                <a16:creationId xmlns:a16="http://schemas.microsoft.com/office/drawing/2014/main" id="{E23B15A2-27F6-1421-12C7-55B12129BFFA}"/>
              </a:ext>
            </a:extLst>
          </p:cNvPr>
          <p:cNvPicPr>
            <a:picLocks noChangeAspect="1"/>
          </p:cNvPicPr>
          <p:nvPr/>
        </p:nvPicPr>
        <p:blipFill>
          <a:blip r:embed="rId7"/>
          <a:stretch>
            <a:fillRect/>
          </a:stretch>
        </p:blipFill>
        <p:spPr>
          <a:xfrm>
            <a:off x="719775" y="4234096"/>
            <a:ext cx="305025" cy="305025"/>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687"/>
        <p:cNvGrpSpPr/>
        <p:nvPr/>
      </p:nvGrpSpPr>
      <p:grpSpPr>
        <a:xfrm>
          <a:off x="0" y="0"/>
          <a:ext cx="0" cy="0"/>
          <a:chOff x="0" y="0"/>
          <a:chExt cx="0" cy="0"/>
        </a:xfrm>
      </p:grpSpPr>
      <p:grpSp>
        <p:nvGrpSpPr>
          <p:cNvPr id="688" name="Google Shape;688;p54"/>
          <p:cNvGrpSpPr>
            <a:grpSpLocks/>
          </p:cNvGrpSpPr>
          <p:nvPr/>
        </p:nvGrpSpPr>
        <p:grpSpPr>
          <a:xfrm>
            <a:off x="5313497" y="1426874"/>
            <a:ext cx="3381750" cy="2230328"/>
            <a:chOff x="331763" y="414153"/>
            <a:chExt cx="6903246" cy="5019697"/>
          </a:xfrm>
        </p:grpSpPr>
        <p:sp>
          <p:nvSpPr>
            <p:cNvPr id="689" name="Google Shape;689;p54"/>
            <p:cNvSpPr>
              <a:spLocks/>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4"/>
            <p:cNvSpPr>
              <a:spLocks/>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4"/>
            <p:cNvSpPr>
              <a:spLocks/>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54"/>
            <p:cNvSpPr>
              <a:spLocks/>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694" name="Google Shape;694;p54"/>
          <p:cNvSpPr txBox="1">
            <a:spLocks noGrp="1"/>
          </p:cNvSpPr>
          <p:nvPr>
            <p:ph type="title"/>
          </p:nvPr>
        </p:nvSpPr>
        <p:spPr>
          <a:xfrm>
            <a:off x="875973" y="385274"/>
            <a:ext cx="3381750" cy="1041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Servicios Y Productos</a:t>
            </a:r>
            <a:endParaRPr dirty="0"/>
          </a:p>
        </p:txBody>
      </p:sp>
      <p:sp>
        <p:nvSpPr>
          <p:cNvPr id="695" name="Google Shape;695;p54"/>
          <p:cNvSpPr txBox="1">
            <a:spLocks noGrp="1"/>
          </p:cNvSpPr>
          <p:nvPr>
            <p:ph type="subTitle" idx="1"/>
          </p:nvPr>
        </p:nvSpPr>
        <p:spPr>
          <a:xfrm>
            <a:off x="875973" y="1259234"/>
            <a:ext cx="4177205" cy="3616839"/>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 typeface="Arial" panose="020B0604020202020204" pitchFamily="34" charset="0"/>
              <a:buChar char="•"/>
            </a:pPr>
            <a:r>
              <a:rPr lang="es-ES" sz="1600" b="1" dirty="0">
                <a:solidFill>
                  <a:srgbClr val="CD62F8"/>
                </a:solidFill>
              </a:rPr>
              <a:t>COMERCIO ELECTRÓNICO</a:t>
            </a:r>
          </a:p>
          <a:p>
            <a:pPr marL="0" indent="0"/>
            <a:r>
              <a:rPr lang="es-ES" b="1" dirty="0">
                <a:solidFill>
                  <a:srgbClr val="CD62F8"/>
                </a:solidFill>
              </a:rPr>
              <a:t>Lucas Rojas</a:t>
            </a:r>
            <a:r>
              <a:rPr lang="es-ES" dirty="0">
                <a:solidFill>
                  <a:srgbClr val="CD62F8"/>
                </a:solidFill>
              </a:rPr>
              <a:t>: </a:t>
            </a:r>
            <a:r>
              <a:rPr lang="es-ES" dirty="0"/>
              <a:t>Plataforma de venta online y gestión logística digitalizada.</a:t>
            </a:r>
          </a:p>
          <a:p>
            <a:pPr marL="0" indent="0"/>
            <a:endParaRPr lang="es-ES" dirty="0"/>
          </a:p>
          <a:p>
            <a:pPr marL="285750" indent="-285750">
              <a:buFont typeface="Arial" panose="020B0604020202020204" pitchFamily="34" charset="0"/>
              <a:buChar char="•"/>
            </a:pPr>
            <a:r>
              <a:rPr lang="es-ES" sz="1600" b="1" dirty="0">
                <a:solidFill>
                  <a:srgbClr val="CD62F8"/>
                </a:solidFill>
              </a:rPr>
              <a:t>PRODUCTO SOFTWARE (SAAS)</a:t>
            </a:r>
          </a:p>
          <a:p>
            <a:pPr marL="0" indent="0"/>
            <a:r>
              <a:rPr lang="es-ES" b="1" dirty="0" err="1">
                <a:solidFill>
                  <a:srgbClr val="CD62F8"/>
                </a:solidFill>
              </a:rPr>
              <a:t>Genially</a:t>
            </a:r>
            <a:r>
              <a:rPr lang="es-ES" dirty="0">
                <a:solidFill>
                  <a:srgbClr val="CD62F8"/>
                </a:solidFill>
              </a:rPr>
              <a:t>: </a:t>
            </a:r>
            <a:r>
              <a:rPr lang="es-ES" dirty="0"/>
              <a:t>Herramienta propia para creación de contenidos interactivos.</a:t>
            </a:r>
          </a:p>
          <a:p>
            <a:pPr marL="0" indent="0"/>
            <a:endParaRPr lang="es-ES" dirty="0"/>
          </a:p>
          <a:p>
            <a:pPr marL="285750" indent="-285750">
              <a:buFont typeface="Arial" panose="020B0604020202020204" pitchFamily="34" charset="0"/>
              <a:buChar char="•"/>
            </a:pPr>
            <a:r>
              <a:rPr lang="es-ES" sz="1600" b="1" dirty="0">
                <a:solidFill>
                  <a:srgbClr val="CD62F8"/>
                </a:solidFill>
              </a:rPr>
              <a:t>CONSULTORÍA E INDUSTRIA 4.0</a:t>
            </a:r>
          </a:p>
          <a:p>
            <a:pPr marL="0" indent="0"/>
            <a:r>
              <a:rPr lang="es-ES" b="1" dirty="0" err="1">
                <a:solidFill>
                  <a:srgbClr val="CD62F8"/>
                </a:solidFill>
              </a:rPr>
              <a:t>Deuser</a:t>
            </a:r>
            <a:r>
              <a:rPr lang="es-ES" b="1" dirty="0">
                <a:solidFill>
                  <a:srgbClr val="CD62F8"/>
                </a:solidFill>
              </a:rPr>
              <a:t>: </a:t>
            </a:r>
            <a:r>
              <a:rPr lang="es-ES" dirty="0"/>
              <a:t>Automatización industrial y desarrollo de software para terceros</a:t>
            </a:r>
            <a:r>
              <a:rPr lang="es-ES" sz="1600" dirty="0"/>
              <a:t>.</a:t>
            </a:r>
          </a:p>
          <a:p>
            <a:pPr marL="0" indent="0"/>
            <a:endParaRPr lang="es-ES" sz="1600" dirty="0">
              <a:solidFill>
                <a:srgbClr val="CD62F8"/>
              </a:solidFill>
            </a:endParaRPr>
          </a:p>
          <a:p>
            <a:pPr marL="285750" indent="-285750">
              <a:buFont typeface="Arial" panose="020B0604020202020204" pitchFamily="34" charset="0"/>
              <a:buChar char="•"/>
            </a:pPr>
            <a:r>
              <a:rPr lang="es-ES" sz="1600" b="1" dirty="0">
                <a:solidFill>
                  <a:srgbClr val="CD62F8"/>
                </a:solidFill>
              </a:rPr>
              <a:t>SERVICIOS WEB Y SECTOR PÚBLICO</a:t>
            </a:r>
          </a:p>
          <a:p>
            <a:pPr marL="0" indent="0"/>
            <a:r>
              <a:rPr lang="es-ES" b="1" dirty="0" err="1">
                <a:solidFill>
                  <a:srgbClr val="CD62F8"/>
                </a:solidFill>
              </a:rPr>
              <a:t>Keiter</a:t>
            </a:r>
            <a:r>
              <a:rPr lang="es-ES" b="1" dirty="0">
                <a:solidFill>
                  <a:srgbClr val="CD62F8"/>
                </a:solidFill>
              </a:rPr>
              <a:t> / </a:t>
            </a:r>
            <a:r>
              <a:rPr lang="es-ES" b="1" dirty="0" err="1">
                <a:solidFill>
                  <a:srgbClr val="CD62F8"/>
                </a:solidFill>
              </a:rPr>
              <a:t>Eprinsa</a:t>
            </a:r>
            <a:r>
              <a:rPr lang="es-ES" b="1" dirty="0">
                <a:solidFill>
                  <a:srgbClr val="CD62F8"/>
                </a:solidFill>
              </a:rPr>
              <a:t>: </a:t>
            </a:r>
            <a:r>
              <a:rPr lang="es-ES" dirty="0"/>
              <a:t>Desde marketing digital para Pymes hasta gestión tributaria electrónica.</a:t>
            </a:r>
          </a:p>
          <a:p>
            <a:pPr marL="0" indent="0"/>
            <a:endParaRPr lang="es-ES" sz="1600" dirty="0"/>
          </a:p>
        </p:txBody>
      </p:sp>
      <p:pic>
        <p:nvPicPr>
          <p:cNvPr id="3" name="Imagen 2">
            <a:extLst>
              <a:ext uri="{FF2B5EF4-FFF2-40B4-BE49-F238E27FC236}">
                <a16:creationId xmlns:a16="http://schemas.microsoft.com/office/drawing/2014/main" id="{DC6F41EA-0F18-5953-3976-A5B5E5CD3E2C}"/>
              </a:ext>
            </a:extLst>
          </p:cNvPr>
          <p:cNvPicPr>
            <a:picLocks noChangeAspect="1"/>
          </p:cNvPicPr>
          <p:nvPr/>
        </p:nvPicPr>
        <p:blipFill>
          <a:blip r:embed="rId3"/>
          <a:stretch>
            <a:fillRect/>
          </a:stretch>
        </p:blipFill>
        <p:spPr>
          <a:xfrm>
            <a:off x="5503056" y="1658763"/>
            <a:ext cx="3001921" cy="1470709"/>
          </a:xfrm>
          <a:prstGeom prst="rect">
            <a:avLst/>
          </a:prstGeom>
          <a:ln w="57150">
            <a:solidFill>
              <a:schemeClr val="bg2">
                <a:lumMod val="75000"/>
              </a:schemeClr>
            </a:solidFill>
          </a:ln>
        </p:spPr>
      </p:pic>
      <p:sp>
        <p:nvSpPr>
          <p:cNvPr id="4" name="Google Shape;694;p54">
            <a:extLst>
              <a:ext uri="{FF2B5EF4-FFF2-40B4-BE49-F238E27FC236}">
                <a16:creationId xmlns:a16="http://schemas.microsoft.com/office/drawing/2014/main" id="{6C56FC1C-6A6A-DEF1-1A7A-A9FAF689357C}"/>
              </a:ext>
            </a:extLst>
          </p:cNvPr>
          <p:cNvSpPr txBox="1">
            <a:spLocks/>
          </p:cNvSpPr>
          <p:nvPr/>
        </p:nvSpPr>
        <p:spPr>
          <a:xfrm>
            <a:off x="5313497" y="3657202"/>
            <a:ext cx="3381750" cy="75491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1pPr>
            <a:lvl2pPr marR="0" lvl="1"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2pPr>
            <a:lvl3pPr marR="0" lvl="2"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3pPr>
            <a:lvl4pPr marR="0" lvl="3"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4pPr>
            <a:lvl5pPr marR="0" lvl="4"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5pPr>
            <a:lvl6pPr marR="0" lvl="5"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6pPr>
            <a:lvl7pPr marR="0" lvl="6"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7pPr>
            <a:lvl8pPr marR="0" lvl="7"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8pPr>
            <a:lvl9pPr marR="0" lvl="8"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9pPr>
          </a:lstStyle>
          <a:p>
            <a:pPr algn="ctr"/>
            <a:r>
              <a:rPr lang="es-ES" sz="1600" dirty="0"/>
              <a:t>Ejemplo de E-Commerce (Lucas Rojas)</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36"/>
        <p:cNvGrpSpPr/>
        <p:nvPr/>
      </p:nvGrpSpPr>
      <p:grpSpPr>
        <a:xfrm>
          <a:off x="0" y="0"/>
          <a:ext cx="0" cy="0"/>
          <a:chOff x="0" y="0"/>
          <a:chExt cx="0" cy="0"/>
        </a:xfrm>
      </p:grpSpPr>
      <p:sp>
        <p:nvSpPr>
          <p:cNvPr id="537" name="Google Shape;537;p43"/>
          <p:cNvSpPr txBox="1">
            <a:spLocks noGrp="1"/>
          </p:cNvSpPr>
          <p:nvPr>
            <p:ph type="title"/>
          </p:nvPr>
        </p:nvSpPr>
        <p:spPr>
          <a:xfrm>
            <a:off x="271431" y="416299"/>
            <a:ext cx="8601107"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ES" sz="2800" dirty="0"/>
              <a:t>Tecnologías Y Perfiles Demandados</a:t>
            </a:r>
            <a:endParaRPr sz="2800" dirty="0"/>
          </a:p>
        </p:txBody>
      </p:sp>
      <p:sp>
        <p:nvSpPr>
          <p:cNvPr id="538" name="Google Shape;538;p43"/>
          <p:cNvSpPr txBox="1">
            <a:spLocks noGrp="1"/>
          </p:cNvSpPr>
          <p:nvPr>
            <p:ph type="subTitle" idx="1"/>
          </p:nvPr>
        </p:nvSpPr>
        <p:spPr>
          <a:xfrm>
            <a:off x="619856" y="2697779"/>
            <a:ext cx="2469939" cy="180028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Es la demanda principal en Córdoba (Deuser, Genially, Keiter) .</a:t>
            </a:r>
          </a:p>
          <a:p>
            <a:pPr marL="0" lvl="0" indent="0" algn="ctr" rtl="0">
              <a:spcBef>
                <a:spcPts val="0"/>
              </a:spcBef>
              <a:spcAft>
                <a:spcPts val="0"/>
              </a:spcAft>
              <a:buNone/>
            </a:pPr>
            <a:br>
              <a:rPr lang="en" dirty="0"/>
            </a:br>
            <a:r>
              <a:rPr lang="en" b="1" dirty="0"/>
              <a:t>Tecnologías Clave:</a:t>
            </a:r>
            <a:br>
              <a:rPr lang="en" dirty="0"/>
            </a:br>
            <a:r>
              <a:rPr lang="en" dirty="0"/>
              <a:t>C# (.NET), </a:t>
            </a:r>
          </a:p>
          <a:p>
            <a:pPr marL="0" lvl="0" indent="0" algn="ctr" rtl="0">
              <a:spcBef>
                <a:spcPts val="0"/>
              </a:spcBef>
              <a:spcAft>
                <a:spcPts val="0"/>
              </a:spcAft>
              <a:buNone/>
            </a:pPr>
            <a:r>
              <a:rPr lang="en" dirty="0"/>
              <a:t>JavaScript (React / Angular) Y PHP (Para Comercio Local).</a:t>
            </a:r>
            <a:endParaRPr dirty="0"/>
          </a:p>
        </p:txBody>
      </p:sp>
      <p:sp>
        <p:nvSpPr>
          <p:cNvPr id="539" name="Google Shape;539;p43"/>
          <p:cNvSpPr txBox="1">
            <a:spLocks noGrp="1"/>
          </p:cNvSpPr>
          <p:nvPr>
            <p:ph type="subTitle" idx="2"/>
          </p:nvPr>
        </p:nvSpPr>
        <p:spPr>
          <a:xfrm>
            <a:off x="3299460" y="2776982"/>
            <a:ext cx="2545080" cy="16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Necesario en empresa pública (Eprinsa) como privada (Deuser).</a:t>
            </a:r>
          </a:p>
          <a:p>
            <a:pPr marL="0" lvl="0" indent="0" algn="ctr" rtl="0">
              <a:spcBef>
                <a:spcPts val="0"/>
              </a:spcBef>
              <a:spcAft>
                <a:spcPts val="0"/>
              </a:spcAft>
              <a:buNone/>
            </a:pPr>
            <a:endParaRPr lang="en" dirty="0"/>
          </a:p>
          <a:p>
            <a:pPr marL="0" lvl="0" indent="0" algn="ctr" rtl="0">
              <a:spcBef>
                <a:spcPts val="0"/>
              </a:spcBef>
              <a:spcAft>
                <a:spcPts val="0"/>
              </a:spcAft>
              <a:buNone/>
            </a:pPr>
            <a:r>
              <a:rPr lang="en" b="1" dirty="0"/>
              <a:t>Tecnologías Clave: </a:t>
            </a:r>
          </a:p>
          <a:p>
            <a:pPr marL="0" lvl="0" indent="0" algn="ctr" rtl="0">
              <a:spcBef>
                <a:spcPts val="0"/>
              </a:spcBef>
              <a:spcAft>
                <a:spcPts val="0"/>
              </a:spcAft>
              <a:buNone/>
            </a:pPr>
            <a:r>
              <a:rPr lang="en" dirty="0"/>
              <a:t>AWS / Azure, Ciberseguridad y Administración de Sistemas Linux.</a:t>
            </a:r>
            <a:endParaRPr dirty="0"/>
          </a:p>
        </p:txBody>
      </p:sp>
      <p:sp>
        <p:nvSpPr>
          <p:cNvPr id="540" name="Google Shape;540;p43"/>
          <p:cNvSpPr txBox="1">
            <a:spLocks noGrp="1"/>
          </p:cNvSpPr>
          <p:nvPr>
            <p:ph type="subTitle" idx="3"/>
          </p:nvPr>
        </p:nvSpPr>
        <p:spPr>
          <a:xfrm>
            <a:off x="6154393" y="2776969"/>
            <a:ext cx="2269500" cy="164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El auge del “Producto Propio” (Genially) exige perfiles mixtos.</a:t>
            </a:r>
          </a:p>
          <a:p>
            <a:pPr marL="0" lvl="0" indent="0" algn="ctr" rtl="0">
              <a:spcBef>
                <a:spcPts val="0"/>
              </a:spcBef>
              <a:spcAft>
                <a:spcPts val="0"/>
              </a:spcAft>
              <a:buNone/>
            </a:pPr>
            <a:endParaRPr lang="en" dirty="0"/>
          </a:p>
          <a:p>
            <a:pPr marL="0" lvl="0" indent="0" algn="ctr" rtl="0">
              <a:spcBef>
                <a:spcPts val="0"/>
              </a:spcBef>
              <a:spcAft>
                <a:spcPts val="0"/>
              </a:spcAft>
              <a:buNone/>
            </a:pPr>
            <a:r>
              <a:rPr lang="en" b="1" dirty="0"/>
              <a:t>Perfiles Clave:</a:t>
            </a:r>
            <a:br>
              <a:rPr lang="en" dirty="0"/>
            </a:br>
            <a:r>
              <a:rPr lang="en" dirty="0"/>
              <a:t>Diseñadores UX / UI, Product Owners y Expertos en Marketing Digital.</a:t>
            </a:r>
            <a:endParaRPr dirty="0"/>
          </a:p>
        </p:txBody>
      </p:sp>
      <p:sp>
        <p:nvSpPr>
          <p:cNvPr id="541" name="Google Shape;541;p43"/>
          <p:cNvSpPr txBox="1">
            <a:spLocks noGrp="1"/>
          </p:cNvSpPr>
          <p:nvPr>
            <p:ph type="subTitle" idx="4"/>
          </p:nvPr>
        </p:nvSpPr>
        <p:spPr>
          <a:xfrm>
            <a:off x="495086" y="2018350"/>
            <a:ext cx="2719543" cy="79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ES" dirty="0"/>
              <a:t>Desarrollo Web (Full-</a:t>
            </a:r>
            <a:r>
              <a:rPr lang="es-ES" dirty="0" err="1"/>
              <a:t>Stack</a:t>
            </a:r>
            <a:r>
              <a:rPr lang="es-ES" dirty="0"/>
              <a:t>)</a:t>
            </a:r>
            <a:endParaRPr dirty="0"/>
          </a:p>
        </p:txBody>
      </p:sp>
      <p:sp>
        <p:nvSpPr>
          <p:cNvPr id="542" name="Google Shape;542;p43"/>
          <p:cNvSpPr txBox="1">
            <a:spLocks noGrp="1"/>
          </p:cNvSpPr>
          <p:nvPr>
            <p:ph type="subTitle" idx="5"/>
          </p:nvPr>
        </p:nvSpPr>
        <p:spPr>
          <a:xfrm>
            <a:off x="3437234" y="2020642"/>
            <a:ext cx="2269500" cy="75634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ES" dirty="0"/>
              <a:t>Cloud y Sistemas</a:t>
            </a:r>
            <a:endParaRPr dirty="0"/>
          </a:p>
        </p:txBody>
      </p:sp>
      <p:sp>
        <p:nvSpPr>
          <p:cNvPr id="543" name="Google Shape;543;p43"/>
          <p:cNvSpPr txBox="1">
            <a:spLocks noGrp="1"/>
          </p:cNvSpPr>
          <p:nvPr>
            <p:ph type="subTitle" idx="6"/>
          </p:nvPr>
        </p:nvSpPr>
        <p:spPr>
          <a:xfrm>
            <a:off x="6333417" y="2015394"/>
            <a:ext cx="1899770" cy="761588"/>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ES" dirty="0"/>
              <a:t>Diseño y Negocio</a:t>
            </a:r>
            <a:endParaRPr dirty="0"/>
          </a:p>
        </p:txBody>
      </p:sp>
      <p:sp>
        <p:nvSpPr>
          <p:cNvPr id="544" name="Google Shape;544;p43"/>
          <p:cNvSpPr/>
          <p:nvPr/>
        </p:nvSpPr>
        <p:spPr>
          <a:xfrm>
            <a:off x="1455677" y="1154712"/>
            <a:ext cx="798300" cy="798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3"/>
          <p:cNvSpPr/>
          <p:nvPr/>
        </p:nvSpPr>
        <p:spPr>
          <a:xfrm>
            <a:off x="4172864" y="1154712"/>
            <a:ext cx="798300" cy="798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3"/>
          <p:cNvSpPr/>
          <p:nvPr/>
        </p:nvSpPr>
        <p:spPr>
          <a:xfrm>
            <a:off x="6890002" y="1154712"/>
            <a:ext cx="798300" cy="798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 name="Imagen 4" descr="Icono&#10;&#10;El contenido generado por IA puede ser incorrecto.">
            <a:extLst>
              <a:ext uri="{FF2B5EF4-FFF2-40B4-BE49-F238E27FC236}">
                <a16:creationId xmlns:a16="http://schemas.microsoft.com/office/drawing/2014/main" id="{11987B2D-98A3-6D21-D371-18D53FABF4AE}"/>
              </a:ext>
            </a:extLst>
          </p:cNvPr>
          <p:cNvPicPr>
            <a:picLocks noChangeAspect="1"/>
          </p:cNvPicPr>
          <p:nvPr/>
        </p:nvPicPr>
        <p:blipFill>
          <a:blip r:embed="rId3"/>
          <a:stretch>
            <a:fillRect/>
          </a:stretch>
        </p:blipFill>
        <p:spPr>
          <a:xfrm>
            <a:off x="1472040" y="1171075"/>
            <a:ext cx="765573" cy="765573"/>
          </a:xfrm>
          <a:prstGeom prst="rect">
            <a:avLst/>
          </a:prstGeom>
        </p:spPr>
      </p:pic>
      <p:pic>
        <p:nvPicPr>
          <p:cNvPr id="7" name="Imagen 6" descr="Icono&#10;&#10;El contenido generado por IA puede ser incorrecto.">
            <a:extLst>
              <a:ext uri="{FF2B5EF4-FFF2-40B4-BE49-F238E27FC236}">
                <a16:creationId xmlns:a16="http://schemas.microsoft.com/office/drawing/2014/main" id="{BE317570-7A9C-C816-25C7-FD6FD08BA3BF}"/>
              </a:ext>
            </a:extLst>
          </p:cNvPr>
          <p:cNvPicPr>
            <a:picLocks noChangeAspect="1"/>
          </p:cNvPicPr>
          <p:nvPr/>
        </p:nvPicPr>
        <p:blipFill>
          <a:blip r:embed="rId4"/>
          <a:stretch>
            <a:fillRect/>
          </a:stretch>
        </p:blipFill>
        <p:spPr>
          <a:xfrm>
            <a:off x="4007138" y="988999"/>
            <a:ext cx="1129723" cy="1129723"/>
          </a:xfrm>
          <a:prstGeom prst="rect">
            <a:avLst/>
          </a:prstGeom>
        </p:spPr>
      </p:pic>
      <p:pic>
        <p:nvPicPr>
          <p:cNvPr id="9" name="Imagen 8" descr="Icono&#10;&#10;El contenido generado por IA puede ser incorrecto.">
            <a:extLst>
              <a:ext uri="{FF2B5EF4-FFF2-40B4-BE49-F238E27FC236}">
                <a16:creationId xmlns:a16="http://schemas.microsoft.com/office/drawing/2014/main" id="{F6C9BEBA-2B18-271C-9F45-78766E0829CB}"/>
              </a:ext>
            </a:extLst>
          </p:cNvPr>
          <p:cNvPicPr>
            <a:picLocks noChangeAspect="1"/>
          </p:cNvPicPr>
          <p:nvPr/>
        </p:nvPicPr>
        <p:blipFill>
          <a:blip r:embed="rId5"/>
          <a:stretch>
            <a:fillRect/>
          </a:stretch>
        </p:blipFill>
        <p:spPr>
          <a:xfrm>
            <a:off x="7044088" y="1308796"/>
            <a:ext cx="490128" cy="490128"/>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71"/>
        <p:cNvGrpSpPr/>
        <p:nvPr/>
      </p:nvGrpSpPr>
      <p:grpSpPr>
        <a:xfrm>
          <a:off x="0" y="0"/>
          <a:ext cx="0" cy="0"/>
          <a:chOff x="0" y="0"/>
          <a:chExt cx="0" cy="0"/>
        </a:xfrm>
      </p:grpSpPr>
      <p:sp>
        <p:nvSpPr>
          <p:cNvPr id="872" name="Google Shape;872;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Conclusiones </a:t>
            </a:r>
            <a:r>
              <a:rPr lang="en" b="0" dirty="0"/>
              <a:t>Y Oportunidades</a:t>
            </a:r>
            <a:endParaRPr b="0" dirty="0"/>
          </a:p>
        </p:txBody>
      </p:sp>
      <p:cxnSp>
        <p:nvCxnSpPr>
          <p:cNvPr id="873" name="Google Shape;873;p65"/>
          <p:cNvCxnSpPr>
            <a:cxnSpLocks/>
            <a:stCxn id="874" idx="1"/>
            <a:endCxn id="875" idx="1"/>
          </p:cNvCxnSpPr>
          <p:nvPr/>
        </p:nvCxnSpPr>
        <p:spPr>
          <a:xfrm rot="10800000" flipV="1">
            <a:off x="953080" y="1366485"/>
            <a:ext cx="12700" cy="1833846"/>
          </a:xfrm>
          <a:prstGeom prst="bentConnector3">
            <a:avLst>
              <a:gd name="adj1" fmla="val 1920000"/>
            </a:avLst>
          </a:prstGeom>
          <a:noFill/>
          <a:ln w="19050" cap="flat" cmpd="sng">
            <a:solidFill>
              <a:schemeClr val="lt1"/>
            </a:solidFill>
            <a:prstDash val="solid"/>
            <a:round/>
            <a:headEnd type="diamond" w="med" len="med"/>
            <a:tailEnd type="diamond" w="med" len="med"/>
          </a:ln>
        </p:spPr>
      </p:cxnSp>
      <p:cxnSp>
        <p:nvCxnSpPr>
          <p:cNvPr id="879" name="Google Shape;879;p65"/>
          <p:cNvCxnSpPr>
            <a:cxnSpLocks/>
            <a:stCxn id="875" idx="1"/>
            <a:endCxn id="880" idx="1"/>
          </p:cNvCxnSpPr>
          <p:nvPr/>
        </p:nvCxnSpPr>
        <p:spPr>
          <a:xfrm rot="10800000" flipH="1" flipV="1">
            <a:off x="953079" y="3200331"/>
            <a:ext cx="12701" cy="1071386"/>
          </a:xfrm>
          <a:prstGeom prst="bentConnector3">
            <a:avLst>
              <a:gd name="adj1" fmla="val -1799858"/>
            </a:avLst>
          </a:prstGeom>
          <a:noFill/>
          <a:ln w="19050" cap="flat" cmpd="sng">
            <a:solidFill>
              <a:schemeClr val="lt1"/>
            </a:solidFill>
            <a:prstDash val="solid"/>
            <a:round/>
            <a:headEnd type="diamond" w="med" len="med"/>
            <a:tailEnd type="diamond" w="med" len="med"/>
          </a:ln>
        </p:spPr>
      </p:cxnSp>
      <p:sp>
        <p:nvSpPr>
          <p:cNvPr id="894" name="Google Shape;894;p65"/>
          <p:cNvSpPr txBox="1"/>
          <p:nvPr/>
        </p:nvSpPr>
        <p:spPr>
          <a:xfrm>
            <a:off x="876878" y="3686867"/>
            <a:ext cx="648404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dirty="0">
                <a:solidFill>
                  <a:schemeClr val="lt1"/>
                </a:solidFill>
                <a:latin typeface="Unbounded"/>
                <a:ea typeface="Unbounded"/>
                <a:cs typeface="Unbounded"/>
                <a:sym typeface="Unbounded"/>
              </a:rPr>
              <a:t>El modelo SaaS en el futuro (Freelance)</a:t>
            </a:r>
            <a:endParaRPr sz="2000" b="1" dirty="0">
              <a:solidFill>
                <a:schemeClr val="lt1"/>
              </a:solidFill>
              <a:latin typeface="Unbounded"/>
              <a:ea typeface="Unbounded"/>
              <a:cs typeface="Unbounded"/>
              <a:sym typeface="Unbounded"/>
            </a:endParaRPr>
          </a:p>
        </p:txBody>
      </p:sp>
      <p:sp>
        <p:nvSpPr>
          <p:cNvPr id="880" name="Google Shape;880;p65"/>
          <p:cNvSpPr txBox="1"/>
          <p:nvPr/>
        </p:nvSpPr>
        <p:spPr>
          <a:xfrm>
            <a:off x="965781" y="3987017"/>
            <a:ext cx="6788839" cy="569400"/>
          </a:xfrm>
          <a:prstGeom prst="rect">
            <a:avLst/>
          </a:prstGeom>
          <a:noFill/>
          <a:ln>
            <a:noFill/>
          </a:ln>
        </p:spPr>
        <p:txBody>
          <a:bodyPr spcFirstLastPara="1" wrap="square" lIns="91425" tIns="91425" rIns="91425" bIns="91425" anchor="t" anchorCtr="0">
            <a:noAutofit/>
          </a:bodyPr>
          <a:lstStyle/>
          <a:p>
            <a:pPr marL="0" lvl="0" indent="0" rtl="0">
              <a:lnSpc>
                <a:spcPct val="115000"/>
              </a:lnSpc>
              <a:spcBef>
                <a:spcPts val="0"/>
              </a:spcBef>
              <a:spcAft>
                <a:spcPts val="0"/>
              </a:spcAft>
              <a:buNone/>
            </a:pPr>
            <a:r>
              <a:rPr lang="es-ES" dirty="0">
                <a:solidFill>
                  <a:schemeClr val="bg1"/>
                </a:solidFill>
                <a:latin typeface="Actor" panose="020B0604020202020204" charset="0"/>
              </a:rPr>
              <a:t>Seguir el ejemplo de </a:t>
            </a:r>
            <a:r>
              <a:rPr lang="es-ES" b="1" dirty="0" err="1">
                <a:solidFill>
                  <a:schemeClr val="bg1"/>
                </a:solidFill>
                <a:latin typeface="Actor" panose="020B0604020202020204" charset="0"/>
              </a:rPr>
              <a:t>Genially</a:t>
            </a:r>
            <a:r>
              <a:rPr lang="es-ES" dirty="0">
                <a:solidFill>
                  <a:schemeClr val="bg1"/>
                </a:solidFill>
                <a:latin typeface="Actor" panose="020B0604020202020204" charset="0"/>
              </a:rPr>
              <a:t>. En lugar de vender horas de programación, crear un producto software propio que resuelva una necesidad y venderlo al mundo.</a:t>
            </a:r>
            <a:endParaRPr dirty="0">
              <a:solidFill>
                <a:schemeClr val="bg1"/>
              </a:solidFill>
              <a:latin typeface="Actor" panose="020B0604020202020204" charset="0"/>
              <a:ea typeface="Actor"/>
              <a:cs typeface="Actor"/>
              <a:sym typeface="Actor"/>
            </a:endParaRPr>
          </a:p>
        </p:txBody>
      </p:sp>
      <p:sp>
        <p:nvSpPr>
          <p:cNvPr id="895" name="Google Shape;895;p65"/>
          <p:cNvSpPr txBox="1"/>
          <p:nvPr/>
        </p:nvSpPr>
        <p:spPr>
          <a:xfrm>
            <a:off x="720000" y="2497054"/>
            <a:ext cx="5564443"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dirty="0">
                <a:solidFill>
                  <a:schemeClr val="lt1"/>
                </a:solidFill>
                <a:latin typeface="Unbounded"/>
                <a:ea typeface="Unbounded"/>
                <a:cs typeface="Unbounded"/>
                <a:sym typeface="Unbounded"/>
              </a:rPr>
              <a:t>Integración de Sistemas (APIs)</a:t>
            </a:r>
            <a:endParaRPr sz="2000" b="1" dirty="0">
              <a:solidFill>
                <a:schemeClr val="lt1"/>
              </a:solidFill>
              <a:latin typeface="Unbounded"/>
              <a:ea typeface="Unbounded"/>
              <a:cs typeface="Unbounded"/>
              <a:sym typeface="Unbounded"/>
            </a:endParaRPr>
          </a:p>
        </p:txBody>
      </p:sp>
      <p:sp>
        <p:nvSpPr>
          <p:cNvPr id="875" name="Google Shape;875;p65"/>
          <p:cNvSpPr txBox="1"/>
          <p:nvPr/>
        </p:nvSpPr>
        <p:spPr>
          <a:xfrm>
            <a:off x="953080" y="2800627"/>
            <a:ext cx="6788839" cy="799408"/>
          </a:xfrm>
          <a:prstGeom prst="rect">
            <a:avLst/>
          </a:prstGeom>
          <a:noFill/>
          <a:ln>
            <a:noFill/>
          </a:ln>
        </p:spPr>
        <p:txBody>
          <a:bodyPr spcFirstLastPara="1" wrap="square" lIns="91425" tIns="91425" rIns="91425" bIns="91425" anchor="t" anchorCtr="0">
            <a:noAutofit/>
          </a:bodyPr>
          <a:lstStyle/>
          <a:p>
            <a:pPr marL="0" lvl="0" indent="0" rtl="0">
              <a:lnSpc>
                <a:spcPct val="115000"/>
              </a:lnSpc>
              <a:spcBef>
                <a:spcPts val="0"/>
              </a:spcBef>
              <a:spcAft>
                <a:spcPts val="0"/>
              </a:spcAft>
              <a:buNone/>
            </a:pPr>
            <a:r>
              <a:rPr lang="es-ES" dirty="0">
                <a:solidFill>
                  <a:schemeClr val="bg1"/>
                </a:solidFill>
                <a:latin typeface="Actor" panose="020B0604020202020204" charset="0"/>
              </a:rPr>
              <a:t>Hay empresas que ya tienen tienda online (como Lucas Rojas) y ERP, pero algo anticuados y poco escalables. El perfil de desarrollador que sepa crear </a:t>
            </a:r>
            <a:r>
              <a:rPr lang="es-ES" dirty="0" err="1">
                <a:solidFill>
                  <a:schemeClr val="bg1"/>
                </a:solidFill>
                <a:latin typeface="Actor" panose="020B0604020202020204" charset="0"/>
              </a:rPr>
              <a:t>APIs</a:t>
            </a:r>
            <a:r>
              <a:rPr lang="es-ES" dirty="0">
                <a:solidFill>
                  <a:schemeClr val="bg1"/>
                </a:solidFill>
                <a:latin typeface="Actor" panose="020B0604020202020204" charset="0"/>
              </a:rPr>
              <a:t> y enlazar estas a diferentes softwares es muy buscado.</a:t>
            </a:r>
            <a:endParaRPr dirty="0">
              <a:solidFill>
                <a:schemeClr val="bg1"/>
              </a:solidFill>
              <a:latin typeface="Actor" panose="020B0604020202020204" charset="0"/>
              <a:ea typeface="Actor"/>
              <a:cs typeface="Actor"/>
              <a:sym typeface="Actor"/>
            </a:endParaRPr>
          </a:p>
        </p:txBody>
      </p:sp>
      <p:sp>
        <p:nvSpPr>
          <p:cNvPr id="874" name="Google Shape;874;p65"/>
          <p:cNvSpPr txBox="1"/>
          <p:nvPr/>
        </p:nvSpPr>
        <p:spPr>
          <a:xfrm>
            <a:off x="953080" y="1124085"/>
            <a:ext cx="539378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s-ES" sz="2000" b="1" dirty="0">
                <a:solidFill>
                  <a:schemeClr val="lt1"/>
                </a:solidFill>
                <a:latin typeface="Unbounded"/>
                <a:ea typeface="Unbounded"/>
                <a:cs typeface="Unbounded"/>
                <a:sym typeface="Unbounded"/>
              </a:rPr>
              <a:t>Oportunidad en la </a:t>
            </a:r>
            <a:r>
              <a:rPr lang="es-ES" sz="2000" b="1" dirty="0" err="1">
                <a:solidFill>
                  <a:schemeClr val="lt1"/>
                </a:solidFill>
                <a:latin typeface="Unbounded"/>
                <a:ea typeface="Unbounded"/>
                <a:cs typeface="Unbounded"/>
                <a:sym typeface="Unbounded"/>
              </a:rPr>
              <a:t>AgroIndustria</a:t>
            </a:r>
            <a:endParaRPr sz="2000" b="1" dirty="0">
              <a:solidFill>
                <a:schemeClr val="lt1"/>
              </a:solidFill>
              <a:latin typeface="Unbounded"/>
              <a:ea typeface="Unbounded"/>
              <a:cs typeface="Unbounded"/>
              <a:sym typeface="Unbounded"/>
            </a:endParaRPr>
          </a:p>
        </p:txBody>
      </p:sp>
      <p:sp>
        <p:nvSpPr>
          <p:cNvPr id="898" name="Google Shape;898;p65"/>
          <p:cNvSpPr txBox="1"/>
          <p:nvPr/>
        </p:nvSpPr>
        <p:spPr>
          <a:xfrm>
            <a:off x="953080" y="1511932"/>
            <a:ext cx="6788839" cy="901713"/>
          </a:xfrm>
          <a:prstGeom prst="rect">
            <a:avLst/>
          </a:prstGeom>
          <a:noFill/>
          <a:ln>
            <a:noFill/>
          </a:ln>
        </p:spPr>
        <p:txBody>
          <a:bodyPr spcFirstLastPara="1" wrap="square" lIns="91425" tIns="91425" rIns="91425" bIns="91425" anchor="t" anchorCtr="0">
            <a:noAutofit/>
          </a:bodyPr>
          <a:lstStyle/>
          <a:p>
            <a:pPr marL="0" lvl="0" indent="0" rtl="0">
              <a:lnSpc>
                <a:spcPct val="115000"/>
              </a:lnSpc>
              <a:spcBef>
                <a:spcPts val="0"/>
              </a:spcBef>
              <a:spcAft>
                <a:spcPts val="0"/>
              </a:spcAft>
              <a:buNone/>
            </a:pPr>
            <a:r>
              <a:rPr lang="es-ES" sz="1600" dirty="0">
                <a:solidFill>
                  <a:schemeClr val="bg1"/>
                </a:solidFill>
                <a:latin typeface="Actor" panose="020B0604020202020204" charset="0"/>
              </a:rPr>
              <a:t>Actualmente existe una gran demanda no cubierta de software a medida para cooperativas (aceite y vino) en zonas como Montilla y Lucena. Digitalizar el campo es una oportunidad de oro.</a:t>
            </a:r>
            <a:endParaRPr sz="1600" dirty="0">
              <a:solidFill>
                <a:schemeClr val="bg1"/>
              </a:solidFill>
              <a:latin typeface="Actor" panose="020B0604020202020204" charset="0"/>
              <a:ea typeface="Actor"/>
              <a:cs typeface="Actor"/>
              <a:sym typeface="Actor"/>
            </a:endParaRPr>
          </a:p>
        </p:txBody>
      </p:sp>
      <p:pic>
        <p:nvPicPr>
          <p:cNvPr id="31" name="Imagen 30" descr="Icono&#10;&#10;El contenido generado por IA puede ser incorrecto.">
            <a:extLst>
              <a:ext uri="{FF2B5EF4-FFF2-40B4-BE49-F238E27FC236}">
                <a16:creationId xmlns:a16="http://schemas.microsoft.com/office/drawing/2014/main" id="{CE40C5D4-47AB-852E-E47E-F8F14B7E22A1}"/>
              </a:ext>
            </a:extLst>
          </p:cNvPr>
          <p:cNvPicPr>
            <a:picLocks noChangeAspect="1"/>
          </p:cNvPicPr>
          <p:nvPr/>
        </p:nvPicPr>
        <p:blipFill>
          <a:blip r:embed="rId3"/>
          <a:stretch>
            <a:fillRect/>
          </a:stretch>
        </p:blipFill>
        <p:spPr>
          <a:xfrm>
            <a:off x="7600958" y="2739454"/>
            <a:ext cx="758876" cy="758876"/>
          </a:xfrm>
          <a:prstGeom prst="rect">
            <a:avLst/>
          </a:prstGeom>
        </p:spPr>
      </p:pic>
      <p:pic>
        <p:nvPicPr>
          <p:cNvPr id="33" name="Imagen 32" descr="Icono&#10;&#10;El contenido generado por IA puede ser incorrecto.">
            <a:extLst>
              <a:ext uri="{FF2B5EF4-FFF2-40B4-BE49-F238E27FC236}">
                <a16:creationId xmlns:a16="http://schemas.microsoft.com/office/drawing/2014/main" id="{D189DB08-F658-C0FB-BD37-7B6E621F48D7}"/>
              </a:ext>
            </a:extLst>
          </p:cNvPr>
          <p:cNvPicPr>
            <a:picLocks noChangeAspect="1"/>
          </p:cNvPicPr>
          <p:nvPr/>
        </p:nvPicPr>
        <p:blipFill>
          <a:blip r:embed="rId4"/>
          <a:stretch>
            <a:fillRect/>
          </a:stretch>
        </p:blipFill>
        <p:spPr>
          <a:xfrm>
            <a:off x="7600959" y="1659542"/>
            <a:ext cx="758876" cy="758876"/>
          </a:xfrm>
          <a:prstGeom prst="rect">
            <a:avLst/>
          </a:prstGeom>
        </p:spPr>
      </p:pic>
      <p:pic>
        <p:nvPicPr>
          <p:cNvPr id="35" name="Imagen 34" descr="Icono&#10;&#10;El contenido generado por IA puede ser incorrecto.">
            <a:extLst>
              <a:ext uri="{FF2B5EF4-FFF2-40B4-BE49-F238E27FC236}">
                <a16:creationId xmlns:a16="http://schemas.microsoft.com/office/drawing/2014/main" id="{D13DDFEA-2691-1572-9727-2742A57BA66B}"/>
              </a:ext>
            </a:extLst>
          </p:cNvPr>
          <p:cNvPicPr>
            <a:picLocks noChangeAspect="1"/>
          </p:cNvPicPr>
          <p:nvPr/>
        </p:nvPicPr>
        <p:blipFill>
          <a:blip r:embed="rId5"/>
          <a:stretch>
            <a:fillRect/>
          </a:stretch>
        </p:blipFill>
        <p:spPr>
          <a:xfrm>
            <a:off x="7536793" y="3728064"/>
            <a:ext cx="887205" cy="887205"/>
          </a:xfrm>
          <a:prstGeom prst="rect">
            <a:avLst/>
          </a:prstGeom>
        </p:spPr>
      </p:pic>
    </p:spTree>
    <p:extLst>
      <p:ext uri="{BB962C8B-B14F-4D97-AF65-F5344CB8AC3E}">
        <p14:creationId xmlns:p14="http://schemas.microsoft.com/office/powerpoint/2010/main" val="204862454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20"/>
        <p:cNvGrpSpPr/>
        <p:nvPr/>
      </p:nvGrpSpPr>
      <p:grpSpPr>
        <a:xfrm>
          <a:off x="0" y="0"/>
          <a:ext cx="0" cy="0"/>
          <a:chOff x="0" y="0"/>
          <a:chExt cx="0" cy="0"/>
        </a:xfrm>
      </p:grpSpPr>
      <p:sp>
        <p:nvSpPr>
          <p:cNvPr id="1021" name="Google Shape;1021;p69"/>
          <p:cNvSpPr txBox="1">
            <a:spLocks noGrp="1"/>
          </p:cNvSpPr>
          <p:nvPr>
            <p:ph type="title"/>
          </p:nvPr>
        </p:nvSpPr>
        <p:spPr>
          <a:xfrm>
            <a:off x="1224600" y="539500"/>
            <a:ext cx="6694800" cy="109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Gracias</a:t>
            </a:r>
            <a:endParaRPr dirty="0"/>
          </a:p>
        </p:txBody>
      </p:sp>
      <p:sp>
        <p:nvSpPr>
          <p:cNvPr id="1022" name="Google Shape;1022;p69"/>
          <p:cNvSpPr txBox="1">
            <a:spLocks noGrp="1"/>
          </p:cNvSpPr>
          <p:nvPr>
            <p:ph type="subTitle" idx="1"/>
          </p:nvPr>
        </p:nvSpPr>
        <p:spPr>
          <a:xfrm>
            <a:off x="2347950" y="1574325"/>
            <a:ext cx="4448100" cy="122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000" b="1" dirty="0"/>
              <a:t>DO YOU HAVE ANY QUESTIONS?</a:t>
            </a:r>
            <a:endParaRPr sz="2000" b="1" dirty="0"/>
          </a:p>
          <a:p>
            <a:pPr marL="0" lvl="0" indent="0" algn="ctr" rtl="0">
              <a:spcBef>
                <a:spcPts val="1000"/>
              </a:spcBef>
              <a:spcAft>
                <a:spcPts val="0"/>
              </a:spcAft>
              <a:buNone/>
            </a:pPr>
            <a:r>
              <a:rPr lang="en" dirty="0"/>
              <a:t>youremail@freepik.com</a:t>
            </a:r>
            <a:endParaRPr dirty="0"/>
          </a:p>
          <a:p>
            <a:pPr marL="0" lvl="0" indent="0" algn="ctr" rtl="0">
              <a:spcBef>
                <a:spcPts val="0"/>
              </a:spcBef>
              <a:spcAft>
                <a:spcPts val="0"/>
              </a:spcAft>
              <a:buNone/>
            </a:pPr>
            <a:r>
              <a:rPr lang="en" dirty="0"/>
              <a:t>+34 654 321 432</a:t>
            </a:r>
            <a:endParaRPr dirty="0"/>
          </a:p>
          <a:p>
            <a:pPr marL="0" lvl="0" indent="0" algn="ctr" rtl="0">
              <a:spcBef>
                <a:spcPts val="0"/>
              </a:spcBef>
              <a:spcAft>
                <a:spcPts val="0"/>
              </a:spcAft>
              <a:buNone/>
            </a:pPr>
            <a:r>
              <a:rPr lang="en" dirty="0"/>
              <a:t>yourwebsite.com</a:t>
            </a:r>
            <a:endParaRPr dirty="0"/>
          </a:p>
        </p:txBody>
      </p:sp>
      <p:sp>
        <p:nvSpPr>
          <p:cNvPr id="1023" name="Google Shape;1023;p69"/>
          <p:cNvSpPr txBox="1"/>
          <p:nvPr/>
        </p:nvSpPr>
        <p:spPr>
          <a:xfrm>
            <a:off x="2496150" y="4215875"/>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dirty="0">
                <a:solidFill>
                  <a:schemeClr val="lt1"/>
                </a:solidFill>
                <a:latin typeface="Actor"/>
                <a:ea typeface="Actor"/>
                <a:cs typeface="Actor"/>
                <a:sym typeface="Actor"/>
              </a:rPr>
              <a:t>Please keep this slide for attribution</a:t>
            </a:r>
            <a:endParaRPr sz="1200" dirty="0">
              <a:solidFill>
                <a:schemeClr val="lt1"/>
              </a:solidFill>
              <a:latin typeface="Actor"/>
              <a:ea typeface="Actor"/>
              <a:cs typeface="Actor"/>
              <a:sym typeface="Actor"/>
            </a:endParaRPr>
          </a:p>
        </p:txBody>
      </p:sp>
      <p:grpSp>
        <p:nvGrpSpPr>
          <p:cNvPr id="1024" name="Google Shape;1024;p69"/>
          <p:cNvGrpSpPr/>
          <p:nvPr/>
        </p:nvGrpSpPr>
        <p:grpSpPr>
          <a:xfrm rot="7200089">
            <a:off x="7517888" y="3674784"/>
            <a:ext cx="1257916" cy="1342596"/>
            <a:chOff x="-408900" y="504142"/>
            <a:chExt cx="1167600" cy="1246200"/>
          </a:xfrm>
        </p:grpSpPr>
        <p:cxnSp>
          <p:nvCxnSpPr>
            <p:cNvPr id="1025" name="Google Shape;1025;p69"/>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1026" name="Google Shape;1026;p69"/>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1027" name="Google Shape;1027;p69"/>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
        <p:nvSpPr>
          <p:cNvPr id="1028" name="Google Shape;1028;p69"/>
          <p:cNvSpPr/>
          <p:nvPr/>
        </p:nvSpPr>
        <p:spPr>
          <a:xfrm>
            <a:off x="3382352" y="2979528"/>
            <a:ext cx="485659" cy="48619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 name="Google Shape;1029;p69"/>
          <p:cNvGrpSpPr/>
          <p:nvPr/>
        </p:nvGrpSpPr>
        <p:grpSpPr>
          <a:xfrm>
            <a:off x="4013676" y="2979889"/>
            <a:ext cx="486174" cy="485672"/>
            <a:chOff x="3303268" y="3817349"/>
            <a:chExt cx="346056" cy="345674"/>
          </a:xfrm>
        </p:grpSpPr>
        <p:sp>
          <p:nvSpPr>
            <p:cNvPr id="1030" name="Google Shape;1030;p6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6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6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6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69"/>
          <p:cNvGrpSpPr/>
          <p:nvPr/>
        </p:nvGrpSpPr>
        <p:grpSpPr>
          <a:xfrm>
            <a:off x="4644602" y="2979889"/>
            <a:ext cx="486174" cy="485672"/>
            <a:chOff x="3752358" y="3817349"/>
            <a:chExt cx="346056" cy="345674"/>
          </a:xfrm>
        </p:grpSpPr>
        <p:sp>
          <p:nvSpPr>
            <p:cNvPr id="1035" name="Google Shape;1035;p6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6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6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6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 name="Google Shape;1039;p69"/>
          <p:cNvGrpSpPr/>
          <p:nvPr/>
        </p:nvGrpSpPr>
        <p:grpSpPr>
          <a:xfrm>
            <a:off x="5275528" y="2979889"/>
            <a:ext cx="486129" cy="485672"/>
            <a:chOff x="4201447" y="3817349"/>
            <a:chExt cx="346024" cy="345674"/>
          </a:xfrm>
        </p:grpSpPr>
        <p:sp>
          <p:nvSpPr>
            <p:cNvPr id="1040" name="Google Shape;1040;p6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6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46"/>
        <p:cNvGrpSpPr/>
        <p:nvPr/>
      </p:nvGrpSpPr>
      <p:grpSpPr>
        <a:xfrm>
          <a:off x="0" y="0"/>
          <a:ext cx="0" cy="0"/>
          <a:chOff x="0" y="0"/>
          <a:chExt cx="0" cy="0"/>
        </a:xfrm>
      </p:grpSpPr>
      <p:sp>
        <p:nvSpPr>
          <p:cNvPr id="447" name="Google Shape;447;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a:t>
            </a:r>
            <a:r>
              <a:rPr lang="en" b="0"/>
              <a:t>this template</a:t>
            </a:r>
            <a:endParaRPr b="0"/>
          </a:p>
        </p:txBody>
      </p:sp>
      <p:sp>
        <p:nvSpPr>
          <p:cNvPr id="448" name="Google Shape;448;p36"/>
          <p:cNvSpPr txBox="1">
            <a:spLocks noGrp="1"/>
          </p:cNvSpPr>
          <p:nvPr>
            <p:ph type="body" idx="1"/>
          </p:nvPr>
        </p:nvSpPr>
        <p:spPr>
          <a:xfrm>
            <a:off x="720000" y="1136951"/>
            <a:ext cx="7704000" cy="353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delete this slide when you’re done editing the presentation</a:t>
            </a:r>
            <a:endParaRPr/>
          </a:p>
        </p:txBody>
      </p:sp>
      <p:graphicFrame>
        <p:nvGraphicFramePr>
          <p:cNvPr id="449" name="Google Shape;449;p36"/>
          <p:cNvGraphicFramePr/>
          <p:nvPr/>
        </p:nvGraphicFramePr>
        <p:xfrm>
          <a:off x="713213" y="1722838"/>
          <a:ext cx="7704000" cy="2103000"/>
        </p:xfrm>
        <a:graphic>
          <a:graphicData uri="http://schemas.openxmlformats.org/drawingml/2006/table">
            <a:tbl>
              <a:tblPr>
                <a:noFill/>
                <a:tableStyleId>{9C86A41C-6602-49C4-BA83-31BE5BF7D53E}</a:tableStyleId>
              </a:tblPr>
              <a:tblGrid>
                <a:gridCol w="2780400">
                  <a:extLst>
                    <a:ext uri="{9D8B030D-6E8A-4147-A177-3AD203B41FA5}">
                      <a16:colId xmlns:a16="http://schemas.microsoft.com/office/drawing/2014/main" val="20000"/>
                    </a:ext>
                  </a:extLst>
                </a:gridCol>
                <a:gridCol w="4923600">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000" b="1" u="sng">
                          <a:solidFill>
                            <a:schemeClr val="hlink"/>
                          </a:solidFill>
                          <a:latin typeface="Unbounded"/>
                          <a:ea typeface="Unbounded"/>
                          <a:cs typeface="Unbounded"/>
                          <a:sym typeface="Unbounded"/>
                          <a:hlinkClick r:id="rId3" action="ppaction://hlinksldjump"/>
                        </a:rPr>
                        <a:t>Fonts</a:t>
                      </a:r>
                      <a:endParaRPr sz="1000" b="1" u="sng">
                        <a:solidFill>
                          <a:schemeClr val="lt1"/>
                        </a:solidFill>
                        <a:latin typeface="Unbounded"/>
                        <a:ea typeface="Unbounded"/>
                        <a:cs typeface="Unbounded"/>
                        <a:sym typeface="Unbounded"/>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lt1"/>
                          </a:solidFill>
                          <a:latin typeface="Actor"/>
                          <a:ea typeface="Actor"/>
                          <a:cs typeface="Actor"/>
                          <a:sym typeface="Actor"/>
                        </a:rPr>
                        <a:t>To view this template correctly in PowerPoint, download and install the fonts we used</a:t>
                      </a:r>
                      <a:endParaRPr sz="1000">
                        <a:solidFill>
                          <a:schemeClr val="lt1"/>
                        </a:solidFill>
                        <a:latin typeface="Actor"/>
                        <a:ea typeface="Actor"/>
                        <a:cs typeface="Actor"/>
                        <a:sym typeface="Actor"/>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000" b="1" u="sng">
                          <a:solidFill>
                            <a:schemeClr val="hlink"/>
                          </a:solidFill>
                          <a:latin typeface="Unbounded"/>
                          <a:ea typeface="Unbounded"/>
                          <a:cs typeface="Unbounded"/>
                          <a:sym typeface="Unbounded"/>
                          <a:hlinkClick r:id="rId4" action="ppaction://hlinksldjump"/>
                        </a:rPr>
                        <a:t>Used</a:t>
                      </a:r>
                      <a:r>
                        <a:rPr lang="en" sz="1000" b="1">
                          <a:solidFill>
                            <a:schemeClr val="hlink"/>
                          </a:solidFill>
                          <a:uFill>
                            <a:noFill/>
                          </a:uFill>
                          <a:latin typeface="Unbounded"/>
                          <a:ea typeface="Unbounded"/>
                          <a:cs typeface="Unbounded"/>
                          <a:sym typeface="Unbounded"/>
                          <a:hlinkClick r:id="rId4" action="ppaction://hlinksldjump"/>
                        </a:rPr>
                        <a:t> </a:t>
                      </a:r>
                      <a:r>
                        <a:rPr lang="en" sz="1000" b="1">
                          <a:solidFill>
                            <a:schemeClr val="lt1"/>
                          </a:solidFill>
                          <a:latin typeface="Unbounded"/>
                          <a:ea typeface="Unbounded"/>
                          <a:cs typeface="Unbounded"/>
                          <a:sym typeface="Unbounded"/>
                        </a:rPr>
                        <a:t>and </a:t>
                      </a:r>
                      <a:r>
                        <a:rPr lang="en" sz="1000" b="1" u="sng">
                          <a:solidFill>
                            <a:schemeClr val="hlink"/>
                          </a:solidFill>
                          <a:latin typeface="Unbounded"/>
                          <a:ea typeface="Unbounded"/>
                          <a:cs typeface="Unbounded"/>
                          <a:sym typeface="Unbounded"/>
                          <a:hlinkClick r:id="rId5" action="ppaction://hlinksldjump"/>
                        </a:rPr>
                        <a:t>alternative resources</a:t>
                      </a:r>
                      <a:endParaRPr sz="1000" b="1" u="sng">
                        <a:solidFill>
                          <a:schemeClr val="lt1"/>
                        </a:solidFill>
                        <a:latin typeface="Unbounded"/>
                        <a:ea typeface="Unbounded"/>
                        <a:cs typeface="Unbounded"/>
                        <a:sym typeface="Unbounded"/>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lt1"/>
                          </a:solidFill>
                          <a:latin typeface="Actor"/>
                          <a:ea typeface="Actor"/>
                          <a:cs typeface="Actor"/>
                          <a:sym typeface="Actor"/>
                        </a:rPr>
                        <a:t>An assortment of graphic resources that are suitable for use in this presentation</a:t>
                      </a:r>
                      <a:endParaRPr sz="1000">
                        <a:solidFill>
                          <a:schemeClr val="lt1"/>
                        </a:solidFill>
                        <a:latin typeface="Actor"/>
                        <a:ea typeface="Actor"/>
                        <a:cs typeface="Actor"/>
                        <a:sym typeface="Actor"/>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000" b="1" u="sng">
                          <a:solidFill>
                            <a:schemeClr val="hlink"/>
                          </a:solidFill>
                          <a:latin typeface="Unbounded"/>
                          <a:ea typeface="Unbounded"/>
                          <a:cs typeface="Unbounded"/>
                          <a:sym typeface="Unbounded"/>
                          <a:hlinkClick r:id="rId6" action="ppaction://hlinksldjump"/>
                        </a:rPr>
                        <a:t>Thanks slide</a:t>
                      </a:r>
                      <a:endParaRPr sz="1000" b="1" u="sng">
                        <a:solidFill>
                          <a:schemeClr val="lt1"/>
                        </a:solidFill>
                        <a:latin typeface="Unbounded"/>
                        <a:ea typeface="Unbounded"/>
                        <a:cs typeface="Unbounded"/>
                        <a:sym typeface="Unbounded"/>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lt1"/>
                          </a:solidFill>
                          <a:latin typeface="Actor"/>
                          <a:ea typeface="Actor"/>
                          <a:cs typeface="Actor"/>
                          <a:sym typeface="Actor"/>
                        </a:rPr>
                        <a:t>You must keep it so that proper credits for our design are given</a:t>
                      </a:r>
                      <a:endParaRPr sz="1000">
                        <a:solidFill>
                          <a:schemeClr val="lt1"/>
                        </a:solidFill>
                        <a:latin typeface="Actor"/>
                        <a:ea typeface="Actor"/>
                        <a:cs typeface="Actor"/>
                        <a:sym typeface="Actor"/>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000" b="1" u="sng">
                          <a:solidFill>
                            <a:schemeClr val="hlink"/>
                          </a:solidFill>
                          <a:latin typeface="Unbounded"/>
                          <a:ea typeface="Unbounded"/>
                          <a:cs typeface="Unbounded"/>
                          <a:sym typeface="Unbounded"/>
                          <a:hlinkClick r:id="rId3" action="ppaction://hlinksldjump"/>
                        </a:rPr>
                        <a:t>Colors</a:t>
                      </a:r>
                      <a:endParaRPr sz="1000" b="1" u="sng">
                        <a:solidFill>
                          <a:schemeClr val="lt1"/>
                        </a:solidFill>
                        <a:latin typeface="Unbounded"/>
                        <a:ea typeface="Unbounded"/>
                        <a:cs typeface="Unbounded"/>
                        <a:sym typeface="Unbounded"/>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lt1"/>
                          </a:solidFill>
                          <a:latin typeface="Actor"/>
                          <a:ea typeface="Actor"/>
                          <a:cs typeface="Actor"/>
                          <a:sym typeface="Actor"/>
                        </a:rPr>
                        <a:t>All the colors used in this presentation</a:t>
                      </a:r>
                      <a:endParaRPr sz="1000">
                        <a:solidFill>
                          <a:schemeClr val="lt1"/>
                        </a:solidFill>
                        <a:latin typeface="Actor"/>
                        <a:ea typeface="Actor"/>
                        <a:cs typeface="Actor"/>
                        <a:sym typeface="Actor"/>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000" b="1" u="sng">
                          <a:solidFill>
                            <a:schemeClr val="hlink"/>
                          </a:solidFill>
                          <a:latin typeface="Unbounded"/>
                          <a:ea typeface="Unbounded"/>
                          <a:cs typeface="Unbounded"/>
                          <a:sym typeface="Unbounded"/>
                          <a:hlinkClick r:id="rId7" action="ppaction://hlinksldjump"/>
                        </a:rPr>
                        <a:t>Icons</a:t>
                      </a:r>
                      <a:r>
                        <a:rPr lang="en" sz="1000" b="1">
                          <a:solidFill>
                            <a:schemeClr val="hlink"/>
                          </a:solidFill>
                          <a:uFill>
                            <a:noFill/>
                          </a:uFill>
                          <a:latin typeface="Unbounded"/>
                          <a:ea typeface="Unbounded"/>
                          <a:cs typeface="Unbounded"/>
                          <a:sym typeface="Unbounded"/>
                          <a:hlinkClick r:id="rId7" action="ppaction://hlinksldjump"/>
                        </a:rPr>
                        <a:t> </a:t>
                      </a:r>
                      <a:r>
                        <a:rPr lang="en" sz="1000" b="1">
                          <a:solidFill>
                            <a:schemeClr val="lt1"/>
                          </a:solidFill>
                          <a:latin typeface="Unbounded"/>
                          <a:ea typeface="Unbounded"/>
                          <a:cs typeface="Unbounded"/>
                          <a:sym typeface="Unbounded"/>
                        </a:rPr>
                        <a:t>and </a:t>
                      </a:r>
                      <a:r>
                        <a:rPr lang="en" sz="1000" b="1" u="sng">
                          <a:solidFill>
                            <a:schemeClr val="hlink"/>
                          </a:solidFill>
                          <a:latin typeface="Unbounded"/>
                          <a:ea typeface="Unbounded"/>
                          <a:cs typeface="Unbounded"/>
                          <a:sym typeface="Unbounded"/>
                          <a:hlinkClick r:id="rId8" action="ppaction://hlinksldjump"/>
                        </a:rPr>
                        <a:t>infographic resources</a:t>
                      </a:r>
                      <a:endParaRPr sz="1000" b="1" u="sng">
                        <a:solidFill>
                          <a:schemeClr val="lt1"/>
                        </a:solidFill>
                        <a:latin typeface="Unbounded"/>
                        <a:ea typeface="Unbounded"/>
                        <a:cs typeface="Unbounded"/>
                        <a:sym typeface="Unbounded"/>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lt1"/>
                          </a:solidFill>
                          <a:latin typeface="Actor"/>
                          <a:ea typeface="Actor"/>
                          <a:cs typeface="Actor"/>
                          <a:sym typeface="Actor"/>
                        </a:rPr>
                        <a:t>These can be used in the template, and their size and color can be edited</a:t>
                      </a:r>
                      <a:endParaRPr sz="1000">
                        <a:solidFill>
                          <a:schemeClr val="lt1"/>
                        </a:solidFill>
                        <a:latin typeface="Actor"/>
                        <a:ea typeface="Actor"/>
                        <a:cs typeface="Actor"/>
                        <a:sym typeface="Actor"/>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000" b="1">
                          <a:solidFill>
                            <a:schemeClr val="lt1"/>
                          </a:solidFill>
                          <a:latin typeface="Unbounded"/>
                          <a:ea typeface="Unbounded"/>
                          <a:cs typeface="Unbounded"/>
                          <a:sym typeface="Unbounded"/>
                        </a:rPr>
                        <a:t>Editable presentation theme</a:t>
                      </a:r>
                      <a:r>
                        <a:rPr lang="en" sz="1000" b="1" u="sng">
                          <a:solidFill>
                            <a:schemeClr val="lt1"/>
                          </a:solidFill>
                          <a:latin typeface="Unbounded"/>
                          <a:ea typeface="Unbounded"/>
                          <a:cs typeface="Unbounded"/>
                          <a:sym typeface="Unbounded"/>
                        </a:rPr>
                        <a:t> </a:t>
                      </a:r>
                      <a:endParaRPr sz="1000" b="1" u="sng">
                        <a:solidFill>
                          <a:schemeClr val="lt1"/>
                        </a:solidFill>
                        <a:latin typeface="Unbounded"/>
                        <a:ea typeface="Unbounded"/>
                        <a:cs typeface="Unbounded"/>
                        <a:sym typeface="Unbounded"/>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lt1"/>
                          </a:solidFill>
                          <a:latin typeface="Actor"/>
                          <a:ea typeface="Actor"/>
                          <a:cs typeface="Actor"/>
                          <a:sym typeface="Actor"/>
                        </a:rPr>
                        <a:t>You can edit the master slides easily. For more info, click </a:t>
                      </a:r>
                      <a:r>
                        <a:rPr lang="en" sz="1000">
                          <a:solidFill>
                            <a:schemeClr val="lt1"/>
                          </a:solidFill>
                          <a:uFill>
                            <a:noFill/>
                          </a:uFill>
                          <a:latin typeface="Actor"/>
                          <a:ea typeface="Actor"/>
                          <a:cs typeface="Actor"/>
                          <a:sym typeface="Actor"/>
                          <a:hlinkClick r:id="rId9">
                            <a:extLst>
                              <a:ext uri="{A12FA001-AC4F-418D-AE19-62706E023703}">
                                <ahyp:hlinkClr xmlns:ahyp="http://schemas.microsoft.com/office/drawing/2018/hyperlinkcolor" val="tx"/>
                              </a:ext>
                            </a:extLst>
                          </a:hlinkClick>
                        </a:rPr>
                        <a:t>here</a:t>
                      </a:r>
                      <a:endParaRPr sz="1000">
                        <a:solidFill>
                          <a:schemeClr val="lt1"/>
                        </a:solidFill>
                        <a:latin typeface="Actor"/>
                        <a:ea typeface="Actor"/>
                        <a:cs typeface="Actor"/>
                        <a:sym typeface="Actor"/>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450" name="Google Shape;450;p36"/>
          <p:cNvSpPr txBox="1"/>
          <p:nvPr/>
        </p:nvSpPr>
        <p:spPr>
          <a:xfrm>
            <a:off x="1324713" y="4070600"/>
            <a:ext cx="30000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b="1">
                <a:solidFill>
                  <a:schemeClr val="lt1"/>
                </a:solidFill>
                <a:latin typeface="Actor"/>
                <a:ea typeface="Actor"/>
                <a:cs typeface="Actor"/>
                <a:sym typeface="Actor"/>
              </a:rPr>
              <a:t>For more info:</a:t>
            </a:r>
            <a:br>
              <a:rPr lang="en" sz="1200">
                <a:solidFill>
                  <a:schemeClr val="lt1"/>
                </a:solidFill>
                <a:latin typeface="Actor"/>
                <a:ea typeface="Actor"/>
                <a:cs typeface="Actor"/>
                <a:sym typeface="Actor"/>
              </a:rPr>
            </a:br>
            <a:r>
              <a:rPr lang="en" sz="1200" u="sng">
                <a:solidFill>
                  <a:schemeClr val="lt1"/>
                </a:solidFill>
                <a:latin typeface="Actor"/>
                <a:ea typeface="Actor"/>
                <a:cs typeface="Actor"/>
                <a:sym typeface="Actor"/>
                <a:hlinkClick r:id="rId10">
                  <a:extLst>
                    <a:ext uri="{A12FA001-AC4F-418D-AE19-62706E023703}">
                      <ahyp:hlinkClr xmlns:ahyp="http://schemas.microsoft.com/office/drawing/2018/hyperlinkcolor" val="tx"/>
                    </a:ext>
                  </a:extLst>
                </a:hlinkClick>
              </a:rPr>
              <a:t>Slidesgo </a:t>
            </a:r>
            <a:r>
              <a:rPr lang="en" sz="1200">
                <a:solidFill>
                  <a:schemeClr val="lt1"/>
                </a:solidFill>
                <a:latin typeface="Actor"/>
                <a:ea typeface="Actor"/>
                <a:cs typeface="Actor"/>
                <a:sym typeface="Actor"/>
              </a:rPr>
              <a:t>| </a:t>
            </a:r>
            <a:r>
              <a:rPr lang="en" sz="1200" u="sng">
                <a:solidFill>
                  <a:schemeClr val="lt1"/>
                </a:solidFill>
                <a:latin typeface="Actor"/>
                <a:ea typeface="Actor"/>
                <a:cs typeface="Actor"/>
                <a:sym typeface="Actor"/>
                <a:hlinkClick r:id="rId11">
                  <a:extLst>
                    <a:ext uri="{A12FA001-AC4F-418D-AE19-62706E023703}">
                      <ahyp:hlinkClr xmlns:ahyp="http://schemas.microsoft.com/office/drawing/2018/hyperlinkcolor" val="tx"/>
                    </a:ext>
                  </a:extLst>
                </a:hlinkClick>
              </a:rPr>
              <a:t>Blog</a:t>
            </a:r>
            <a:r>
              <a:rPr lang="en" sz="1200" u="sng">
                <a:solidFill>
                  <a:schemeClr val="lt1"/>
                </a:solidFill>
                <a:latin typeface="Actor"/>
                <a:ea typeface="Actor"/>
                <a:cs typeface="Actor"/>
                <a:sym typeface="Actor"/>
              </a:rPr>
              <a:t> </a:t>
            </a:r>
            <a:r>
              <a:rPr lang="en" sz="1200">
                <a:solidFill>
                  <a:schemeClr val="lt1"/>
                </a:solidFill>
                <a:latin typeface="Actor"/>
                <a:ea typeface="Actor"/>
                <a:cs typeface="Actor"/>
                <a:sym typeface="Actor"/>
              </a:rPr>
              <a:t>| </a:t>
            </a:r>
            <a:r>
              <a:rPr lang="en" sz="1200" u="sng">
                <a:solidFill>
                  <a:schemeClr val="lt1"/>
                </a:solidFill>
                <a:latin typeface="Actor"/>
                <a:ea typeface="Actor"/>
                <a:cs typeface="Actor"/>
                <a:sym typeface="Actor"/>
                <a:hlinkClick r:id="rId12">
                  <a:extLst>
                    <a:ext uri="{A12FA001-AC4F-418D-AE19-62706E023703}">
                      <ahyp:hlinkClr xmlns:ahyp="http://schemas.microsoft.com/office/drawing/2018/hyperlinkcolor" val="tx"/>
                    </a:ext>
                  </a:extLst>
                </a:hlinkClick>
              </a:rPr>
              <a:t>FAQ</a:t>
            </a:r>
            <a:r>
              <a:rPr lang="en" sz="1200" u="sng">
                <a:solidFill>
                  <a:schemeClr val="lt1"/>
                </a:solidFill>
                <a:latin typeface="Actor"/>
                <a:ea typeface="Actor"/>
                <a:cs typeface="Actor"/>
                <a:sym typeface="Actor"/>
              </a:rPr>
              <a:t>s</a:t>
            </a:r>
            <a:endParaRPr sz="1200" u="sng">
              <a:solidFill>
                <a:schemeClr val="lt1"/>
              </a:solidFill>
              <a:latin typeface="Actor"/>
              <a:ea typeface="Actor"/>
              <a:cs typeface="Actor"/>
              <a:sym typeface="Actor"/>
            </a:endParaRPr>
          </a:p>
        </p:txBody>
      </p:sp>
      <p:sp>
        <p:nvSpPr>
          <p:cNvPr id="451" name="Google Shape;451;p36"/>
          <p:cNvSpPr txBox="1"/>
          <p:nvPr/>
        </p:nvSpPr>
        <p:spPr>
          <a:xfrm>
            <a:off x="4049900" y="4070600"/>
            <a:ext cx="34908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b="1">
                <a:solidFill>
                  <a:schemeClr val="lt1"/>
                </a:solidFill>
                <a:latin typeface="Actor"/>
                <a:ea typeface="Actor"/>
                <a:cs typeface="Actor"/>
                <a:sym typeface="Actor"/>
              </a:rPr>
              <a:t>You can visit our sister projects:</a:t>
            </a:r>
            <a:br>
              <a:rPr lang="en" sz="1200">
                <a:solidFill>
                  <a:schemeClr val="lt1"/>
                </a:solidFill>
                <a:latin typeface="Actor"/>
                <a:ea typeface="Actor"/>
                <a:cs typeface="Actor"/>
                <a:sym typeface="Actor"/>
              </a:rPr>
            </a:br>
            <a:r>
              <a:rPr lang="en" sz="1200" u="sng">
                <a:solidFill>
                  <a:schemeClr val="lt1"/>
                </a:solidFill>
                <a:latin typeface="Actor"/>
                <a:ea typeface="Actor"/>
                <a:cs typeface="Actor"/>
                <a:sym typeface="Actor"/>
                <a:hlinkClick r:id="rId13">
                  <a:extLst>
                    <a:ext uri="{A12FA001-AC4F-418D-AE19-62706E023703}">
                      <ahyp:hlinkClr xmlns:ahyp="http://schemas.microsoft.com/office/drawing/2018/hyperlinkcolor" val="tx"/>
                    </a:ext>
                  </a:extLst>
                </a:hlinkClick>
              </a:rPr>
              <a:t>Freepik</a:t>
            </a:r>
            <a:r>
              <a:rPr lang="en" sz="1200" u="sng">
                <a:solidFill>
                  <a:schemeClr val="lt1"/>
                </a:solidFill>
                <a:latin typeface="Actor"/>
                <a:ea typeface="Actor"/>
                <a:cs typeface="Actor"/>
                <a:sym typeface="Actor"/>
              </a:rPr>
              <a:t> </a:t>
            </a:r>
            <a:r>
              <a:rPr lang="en" sz="1200">
                <a:solidFill>
                  <a:schemeClr val="lt1"/>
                </a:solidFill>
                <a:latin typeface="Actor"/>
                <a:ea typeface="Actor"/>
                <a:cs typeface="Actor"/>
                <a:sym typeface="Actor"/>
              </a:rPr>
              <a:t>| </a:t>
            </a:r>
            <a:r>
              <a:rPr lang="en" sz="1200" u="sng">
                <a:solidFill>
                  <a:schemeClr val="lt1"/>
                </a:solidFill>
                <a:latin typeface="Actor"/>
                <a:ea typeface="Actor"/>
                <a:cs typeface="Actor"/>
                <a:sym typeface="Actor"/>
                <a:hlinkClick r:id="rId14">
                  <a:extLst>
                    <a:ext uri="{A12FA001-AC4F-418D-AE19-62706E023703}">
                      <ahyp:hlinkClr xmlns:ahyp="http://schemas.microsoft.com/office/drawing/2018/hyperlinkcolor" val="tx"/>
                    </a:ext>
                  </a:extLst>
                </a:hlinkClick>
              </a:rPr>
              <a:t>Flaticon</a:t>
            </a:r>
            <a:r>
              <a:rPr lang="en" sz="1200" u="sng">
                <a:solidFill>
                  <a:schemeClr val="lt1"/>
                </a:solidFill>
                <a:latin typeface="Actor"/>
                <a:ea typeface="Actor"/>
                <a:cs typeface="Actor"/>
                <a:sym typeface="Actor"/>
              </a:rPr>
              <a:t> </a:t>
            </a:r>
            <a:r>
              <a:rPr lang="en" sz="1200">
                <a:solidFill>
                  <a:schemeClr val="lt1"/>
                </a:solidFill>
                <a:latin typeface="Actor"/>
                <a:ea typeface="Actor"/>
                <a:cs typeface="Actor"/>
                <a:sym typeface="Actor"/>
              </a:rPr>
              <a:t>| </a:t>
            </a:r>
            <a:r>
              <a:rPr lang="en" sz="1200" u="sng">
                <a:solidFill>
                  <a:schemeClr val="lt1"/>
                </a:solidFill>
                <a:latin typeface="Actor"/>
                <a:ea typeface="Actor"/>
                <a:cs typeface="Actor"/>
                <a:sym typeface="Actor"/>
                <a:hlinkClick r:id="rId15">
                  <a:extLst>
                    <a:ext uri="{A12FA001-AC4F-418D-AE19-62706E023703}">
                      <ahyp:hlinkClr xmlns:ahyp="http://schemas.microsoft.com/office/drawing/2018/hyperlinkcolor" val="tx"/>
                    </a:ext>
                  </a:extLst>
                </a:hlinkClick>
              </a:rPr>
              <a:t>Storyset</a:t>
            </a:r>
            <a:r>
              <a:rPr lang="en" sz="1200" u="sng">
                <a:solidFill>
                  <a:schemeClr val="lt1"/>
                </a:solidFill>
                <a:latin typeface="Actor"/>
                <a:ea typeface="Actor"/>
                <a:cs typeface="Actor"/>
                <a:sym typeface="Actor"/>
              </a:rPr>
              <a:t> </a:t>
            </a:r>
            <a:r>
              <a:rPr lang="en" sz="1200">
                <a:solidFill>
                  <a:schemeClr val="lt1"/>
                </a:solidFill>
                <a:latin typeface="Actor"/>
                <a:ea typeface="Actor"/>
                <a:cs typeface="Actor"/>
                <a:sym typeface="Actor"/>
              </a:rPr>
              <a:t>| </a:t>
            </a:r>
            <a:r>
              <a:rPr lang="en" sz="1200" u="sng">
                <a:solidFill>
                  <a:schemeClr val="lt1"/>
                </a:solidFill>
                <a:latin typeface="Actor"/>
                <a:ea typeface="Actor"/>
                <a:cs typeface="Actor"/>
                <a:sym typeface="Actor"/>
                <a:hlinkClick r:id="rId16">
                  <a:extLst>
                    <a:ext uri="{A12FA001-AC4F-418D-AE19-62706E023703}">
                      <ahyp:hlinkClr xmlns:ahyp="http://schemas.microsoft.com/office/drawing/2018/hyperlinkcolor" val="tx"/>
                    </a:ext>
                  </a:extLst>
                </a:hlinkClick>
              </a:rPr>
              <a:t>Wepik </a:t>
            </a:r>
            <a:r>
              <a:rPr lang="en" sz="1200">
                <a:solidFill>
                  <a:schemeClr val="lt1"/>
                </a:solidFill>
                <a:latin typeface="Actor"/>
                <a:ea typeface="Actor"/>
                <a:cs typeface="Actor"/>
                <a:sym typeface="Actor"/>
              </a:rPr>
              <a:t>| </a:t>
            </a:r>
            <a:r>
              <a:rPr lang="en" sz="1200" u="sng">
                <a:solidFill>
                  <a:schemeClr val="lt1"/>
                </a:solidFill>
                <a:latin typeface="Actor"/>
                <a:ea typeface="Actor"/>
                <a:cs typeface="Actor"/>
                <a:sym typeface="Actor"/>
                <a:hlinkClick r:id="rId17">
                  <a:extLst>
                    <a:ext uri="{A12FA001-AC4F-418D-AE19-62706E023703}">
                      <ahyp:hlinkClr xmlns:ahyp="http://schemas.microsoft.com/office/drawing/2018/hyperlinkcolor" val="tx"/>
                    </a:ext>
                  </a:extLst>
                </a:hlinkClick>
              </a:rPr>
              <a:t>Videvo</a:t>
            </a:r>
            <a:endParaRPr sz="1200" u="sng">
              <a:solidFill>
                <a:schemeClr val="lt1"/>
              </a:solidFill>
              <a:latin typeface="Actor"/>
              <a:ea typeface="Actor"/>
              <a:cs typeface="Actor"/>
              <a:sym typeface="Acto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55"/>
        <p:cNvGrpSpPr/>
        <p:nvPr/>
      </p:nvGrpSpPr>
      <p:grpSpPr>
        <a:xfrm>
          <a:off x="0" y="0"/>
          <a:ext cx="0" cy="0"/>
          <a:chOff x="0" y="0"/>
          <a:chExt cx="0" cy="0"/>
        </a:xfrm>
      </p:grpSpPr>
      <p:sp>
        <p:nvSpPr>
          <p:cNvPr id="456" name="Google Shape;456;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a:t>
            </a:r>
            <a:r>
              <a:rPr lang="en" b="0"/>
              <a:t> contents</a:t>
            </a:r>
            <a:endParaRPr b="0"/>
          </a:p>
        </p:txBody>
      </p:sp>
      <p:sp>
        <p:nvSpPr>
          <p:cNvPr id="457" name="Google Shape;457;p37"/>
          <p:cNvSpPr txBox="1">
            <a:spLocks noGrp="1"/>
          </p:cNvSpPr>
          <p:nvPr>
            <p:ph type="subTitle" idx="1"/>
          </p:nvPr>
        </p:nvSpPr>
        <p:spPr>
          <a:xfrm>
            <a:off x="719975" y="3440725"/>
            <a:ext cx="2305500" cy="62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458" name="Google Shape;458;p37"/>
          <p:cNvSpPr txBox="1">
            <a:spLocks noGrp="1"/>
          </p:cNvSpPr>
          <p:nvPr>
            <p:ph type="subTitle" idx="2"/>
          </p:nvPr>
        </p:nvSpPr>
        <p:spPr>
          <a:xfrm>
            <a:off x="3419250" y="3440725"/>
            <a:ext cx="2305500" cy="62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459" name="Google Shape;459;p37"/>
          <p:cNvSpPr txBox="1">
            <a:spLocks noGrp="1"/>
          </p:cNvSpPr>
          <p:nvPr>
            <p:ph type="subTitle" idx="3"/>
          </p:nvPr>
        </p:nvSpPr>
        <p:spPr>
          <a:xfrm>
            <a:off x="6118524" y="3440725"/>
            <a:ext cx="2305500" cy="62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460" name="Google Shape;460;p37"/>
          <p:cNvSpPr txBox="1">
            <a:spLocks noGrp="1"/>
          </p:cNvSpPr>
          <p:nvPr>
            <p:ph type="title" idx="4"/>
          </p:nvPr>
        </p:nvSpPr>
        <p:spPr>
          <a:xfrm>
            <a:off x="1434126" y="1702025"/>
            <a:ext cx="877200" cy="84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461" name="Google Shape;461;p37"/>
          <p:cNvSpPr txBox="1">
            <a:spLocks noGrp="1"/>
          </p:cNvSpPr>
          <p:nvPr>
            <p:ph type="title" idx="5"/>
          </p:nvPr>
        </p:nvSpPr>
        <p:spPr>
          <a:xfrm>
            <a:off x="4133400" y="1702025"/>
            <a:ext cx="877200" cy="84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462" name="Google Shape;462;p37"/>
          <p:cNvSpPr txBox="1">
            <a:spLocks noGrp="1"/>
          </p:cNvSpPr>
          <p:nvPr>
            <p:ph type="title" idx="6"/>
          </p:nvPr>
        </p:nvSpPr>
        <p:spPr>
          <a:xfrm>
            <a:off x="6832674" y="1702025"/>
            <a:ext cx="877200" cy="84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463" name="Google Shape;463;p37"/>
          <p:cNvSpPr txBox="1">
            <a:spLocks noGrp="1"/>
          </p:cNvSpPr>
          <p:nvPr>
            <p:ph type="subTitle" idx="7"/>
          </p:nvPr>
        </p:nvSpPr>
        <p:spPr>
          <a:xfrm>
            <a:off x="719976" y="2715825"/>
            <a:ext cx="2305500" cy="754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sp>
        <p:nvSpPr>
          <p:cNvPr id="464" name="Google Shape;464;p37"/>
          <p:cNvSpPr txBox="1">
            <a:spLocks noGrp="1"/>
          </p:cNvSpPr>
          <p:nvPr>
            <p:ph type="subTitle" idx="8"/>
          </p:nvPr>
        </p:nvSpPr>
        <p:spPr>
          <a:xfrm>
            <a:off x="3419250" y="2715825"/>
            <a:ext cx="2305500" cy="754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sp>
        <p:nvSpPr>
          <p:cNvPr id="465" name="Google Shape;465;p37"/>
          <p:cNvSpPr txBox="1">
            <a:spLocks noGrp="1"/>
          </p:cNvSpPr>
          <p:nvPr>
            <p:ph type="subTitle" idx="9"/>
          </p:nvPr>
        </p:nvSpPr>
        <p:spPr>
          <a:xfrm>
            <a:off x="6118524" y="2715825"/>
            <a:ext cx="2305500" cy="754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grpSp>
        <p:nvGrpSpPr>
          <p:cNvPr id="466" name="Google Shape;466;p37"/>
          <p:cNvGrpSpPr/>
          <p:nvPr/>
        </p:nvGrpSpPr>
        <p:grpSpPr>
          <a:xfrm rot="3930563">
            <a:off x="7643448" y="-131792"/>
            <a:ext cx="1257888" cy="1342566"/>
            <a:chOff x="-408900" y="504142"/>
            <a:chExt cx="1167600" cy="1246200"/>
          </a:xfrm>
        </p:grpSpPr>
        <p:cxnSp>
          <p:nvCxnSpPr>
            <p:cNvPr id="467" name="Google Shape;467;p37"/>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468" name="Google Shape;468;p37"/>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469" name="Google Shape;469;p37"/>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73"/>
        <p:cNvGrpSpPr/>
        <p:nvPr/>
      </p:nvGrpSpPr>
      <p:grpSpPr>
        <a:xfrm>
          <a:off x="0" y="0"/>
          <a:ext cx="0" cy="0"/>
          <a:chOff x="0" y="0"/>
          <a:chExt cx="0" cy="0"/>
        </a:xfrm>
      </p:grpSpPr>
      <p:sp>
        <p:nvSpPr>
          <p:cNvPr id="476" name="Google Shape;476;p38"/>
          <p:cNvSpPr/>
          <p:nvPr/>
        </p:nvSpPr>
        <p:spPr>
          <a:xfrm>
            <a:off x="3799350" y="4428669"/>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8"/>
          <p:cNvSpPr/>
          <p:nvPr/>
        </p:nvSpPr>
        <p:spPr>
          <a:xfrm>
            <a:off x="7932058" y="4220256"/>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 name="Google Shape;478;p38"/>
          <p:cNvGrpSpPr/>
          <p:nvPr/>
        </p:nvGrpSpPr>
        <p:grpSpPr>
          <a:xfrm rot="-3599911">
            <a:off x="67791" y="-242411"/>
            <a:ext cx="1257916" cy="1342596"/>
            <a:chOff x="-408900" y="504142"/>
            <a:chExt cx="1167600" cy="1246200"/>
          </a:xfrm>
        </p:grpSpPr>
        <p:cxnSp>
          <p:nvCxnSpPr>
            <p:cNvPr id="479" name="Google Shape;479;p38"/>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480" name="Google Shape;480;p38"/>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481" name="Google Shape;481;p38"/>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
        <p:nvSpPr>
          <p:cNvPr id="6" name="Google Shape;1021;p69">
            <a:extLst>
              <a:ext uri="{FF2B5EF4-FFF2-40B4-BE49-F238E27FC236}">
                <a16:creationId xmlns:a16="http://schemas.microsoft.com/office/drawing/2014/main" id="{5A004E4B-0745-C6D9-DBEC-496170BEDA3D}"/>
              </a:ext>
            </a:extLst>
          </p:cNvPr>
          <p:cNvSpPr txBox="1">
            <a:spLocks noGrp="1"/>
          </p:cNvSpPr>
          <p:nvPr>
            <p:ph type="title"/>
          </p:nvPr>
        </p:nvSpPr>
        <p:spPr>
          <a:xfrm>
            <a:off x="844179" y="1368348"/>
            <a:ext cx="3420002" cy="881757"/>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Gracias</a:t>
            </a:r>
            <a:endParaRPr dirty="0"/>
          </a:p>
        </p:txBody>
      </p:sp>
      <p:sp>
        <p:nvSpPr>
          <p:cNvPr id="7" name="Google Shape;1022;p69">
            <a:extLst>
              <a:ext uri="{FF2B5EF4-FFF2-40B4-BE49-F238E27FC236}">
                <a16:creationId xmlns:a16="http://schemas.microsoft.com/office/drawing/2014/main" id="{5CA7295F-724C-C190-6FB0-2C562149D5A1}"/>
              </a:ext>
            </a:extLst>
          </p:cNvPr>
          <p:cNvSpPr txBox="1">
            <a:spLocks noGrp="1"/>
          </p:cNvSpPr>
          <p:nvPr>
            <p:ph type="subTitle" idx="1"/>
          </p:nvPr>
        </p:nvSpPr>
        <p:spPr>
          <a:xfrm>
            <a:off x="912326" y="2158176"/>
            <a:ext cx="3656610" cy="1077636"/>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b="1" dirty="0"/>
              <a:t>¿Alguna pregunta?</a:t>
            </a:r>
            <a:endParaRPr sz="2000" b="1" dirty="0"/>
          </a:p>
          <a:p>
            <a:pPr marL="0" lvl="0" indent="0" algn="l" rtl="0">
              <a:spcBef>
                <a:spcPts val="1000"/>
              </a:spcBef>
              <a:spcAft>
                <a:spcPts val="0"/>
              </a:spcAft>
              <a:buNone/>
            </a:pPr>
            <a:r>
              <a:rPr lang="es-ES" dirty="0"/>
              <a:t>tomascabfer4@gmail.com</a:t>
            </a:r>
            <a:endParaRPr dirty="0"/>
          </a:p>
          <a:p>
            <a:pPr marL="0" lvl="0" indent="0" algn="l" rtl="0">
              <a:spcBef>
                <a:spcPts val="0"/>
              </a:spcBef>
              <a:spcAft>
                <a:spcPts val="0"/>
              </a:spcAft>
              <a:buNone/>
            </a:pPr>
            <a:r>
              <a:rPr lang="en" dirty="0"/>
              <a:t>Desarrollo De Aplicaciones Web</a:t>
            </a:r>
            <a:endParaRPr dirty="0"/>
          </a:p>
        </p:txBody>
      </p:sp>
      <p:sp>
        <p:nvSpPr>
          <p:cNvPr id="9" name="Google Shape;1028;p69">
            <a:extLst>
              <a:ext uri="{FF2B5EF4-FFF2-40B4-BE49-F238E27FC236}">
                <a16:creationId xmlns:a16="http://schemas.microsoft.com/office/drawing/2014/main" id="{EC975489-C97E-663C-7ECF-40799AA9A870}"/>
              </a:ext>
            </a:extLst>
          </p:cNvPr>
          <p:cNvSpPr/>
          <p:nvPr/>
        </p:nvSpPr>
        <p:spPr>
          <a:xfrm>
            <a:off x="990932" y="3316439"/>
            <a:ext cx="485659" cy="48619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grpSp>
        <p:nvGrpSpPr>
          <p:cNvPr id="10" name="Google Shape;1029;p69">
            <a:extLst>
              <a:ext uri="{FF2B5EF4-FFF2-40B4-BE49-F238E27FC236}">
                <a16:creationId xmlns:a16="http://schemas.microsoft.com/office/drawing/2014/main" id="{84E6B932-86A8-5F93-5B74-75F5CBB818EA}"/>
              </a:ext>
            </a:extLst>
          </p:cNvPr>
          <p:cNvGrpSpPr/>
          <p:nvPr/>
        </p:nvGrpSpPr>
        <p:grpSpPr>
          <a:xfrm>
            <a:off x="1622256" y="3316800"/>
            <a:ext cx="486174" cy="485672"/>
            <a:chOff x="3303268" y="3817349"/>
            <a:chExt cx="346056" cy="345674"/>
          </a:xfrm>
        </p:grpSpPr>
        <p:sp>
          <p:nvSpPr>
            <p:cNvPr id="11" name="Google Shape;1030;p69">
              <a:extLst>
                <a:ext uri="{FF2B5EF4-FFF2-40B4-BE49-F238E27FC236}">
                  <a16:creationId xmlns:a16="http://schemas.microsoft.com/office/drawing/2014/main" id="{2E48CE68-2F05-814B-79C8-2A63BE264F2C}"/>
                </a:ext>
              </a:extLst>
            </p:cNvPr>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sp>
          <p:nvSpPr>
            <p:cNvPr id="12" name="Google Shape;1031;p69">
              <a:extLst>
                <a:ext uri="{FF2B5EF4-FFF2-40B4-BE49-F238E27FC236}">
                  <a16:creationId xmlns:a16="http://schemas.microsoft.com/office/drawing/2014/main" id="{978E6D3F-A2AF-0E77-360F-C25935CD55ED}"/>
                </a:ext>
              </a:extLst>
            </p:cNvPr>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sp>
          <p:nvSpPr>
            <p:cNvPr id="13" name="Google Shape;1032;p69">
              <a:extLst>
                <a:ext uri="{FF2B5EF4-FFF2-40B4-BE49-F238E27FC236}">
                  <a16:creationId xmlns:a16="http://schemas.microsoft.com/office/drawing/2014/main" id="{4DE5D7C1-EF7A-33E7-A1DE-54B65A0DEF64}"/>
                </a:ext>
              </a:extLst>
            </p:cNvPr>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sp>
          <p:nvSpPr>
            <p:cNvPr id="14" name="Google Shape;1033;p69">
              <a:extLst>
                <a:ext uri="{FF2B5EF4-FFF2-40B4-BE49-F238E27FC236}">
                  <a16:creationId xmlns:a16="http://schemas.microsoft.com/office/drawing/2014/main" id="{23835DC9-5687-9DA7-9BA1-01BB73D959CA}"/>
                </a:ext>
              </a:extLst>
            </p:cNvPr>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grpSp>
      <p:grpSp>
        <p:nvGrpSpPr>
          <p:cNvPr id="15" name="Google Shape;1034;p69">
            <a:extLst>
              <a:ext uri="{FF2B5EF4-FFF2-40B4-BE49-F238E27FC236}">
                <a16:creationId xmlns:a16="http://schemas.microsoft.com/office/drawing/2014/main" id="{4E868CC6-05AD-E7F5-6CAA-A74E47630672}"/>
              </a:ext>
            </a:extLst>
          </p:cNvPr>
          <p:cNvGrpSpPr/>
          <p:nvPr/>
        </p:nvGrpSpPr>
        <p:grpSpPr>
          <a:xfrm>
            <a:off x="2253182" y="3316800"/>
            <a:ext cx="486174" cy="485672"/>
            <a:chOff x="3752358" y="3817349"/>
            <a:chExt cx="346056" cy="345674"/>
          </a:xfrm>
        </p:grpSpPr>
        <p:sp>
          <p:nvSpPr>
            <p:cNvPr id="16" name="Google Shape;1035;p69">
              <a:extLst>
                <a:ext uri="{FF2B5EF4-FFF2-40B4-BE49-F238E27FC236}">
                  <a16:creationId xmlns:a16="http://schemas.microsoft.com/office/drawing/2014/main" id="{344EA322-6403-4B01-7EF8-FE3B1F3FE185}"/>
                </a:ext>
              </a:extLst>
            </p:cNvPr>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sp>
          <p:nvSpPr>
            <p:cNvPr id="17" name="Google Shape;1036;p69">
              <a:extLst>
                <a:ext uri="{FF2B5EF4-FFF2-40B4-BE49-F238E27FC236}">
                  <a16:creationId xmlns:a16="http://schemas.microsoft.com/office/drawing/2014/main" id="{86518FA5-CD81-BFFF-2D98-E19142A8A0BA}"/>
                </a:ext>
              </a:extLst>
            </p:cNvPr>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sp>
          <p:nvSpPr>
            <p:cNvPr id="18" name="Google Shape;1037;p69">
              <a:extLst>
                <a:ext uri="{FF2B5EF4-FFF2-40B4-BE49-F238E27FC236}">
                  <a16:creationId xmlns:a16="http://schemas.microsoft.com/office/drawing/2014/main" id="{A7B0573E-F4F4-A2F1-8A6A-F8E78D46884B}"/>
                </a:ext>
              </a:extLst>
            </p:cNvPr>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sp>
          <p:nvSpPr>
            <p:cNvPr id="19" name="Google Shape;1038;p69">
              <a:extLst>
                <a:ext uri="{FF2B5EF4-FFF2-40B4-BE49-F238E27FC236}">
                  <a16:creationId xmlns:a16="http://schemas.microsoft.com/office/drawing/2014/main" id="{07781666-DD22-296B-18C1-C8793C871FEB}"/>
                </a:ext>
              </a:extLst>
            </p:cNvPr>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grpSp>
      <p:grpSp>
        <p:nvGrpSpPr>
          <p:cNvPr id="20" name="Google Shape;1039;p69">
            <a:extLst>
              <a:ext uri="{FF2B5EF4-FFF2-40B4-BE49-F238E27FC236}">
                <a16:creationId xmlns:a16="http://schemas.microsoft.com/office/drawing/2014/main" id="{70F8DF5E-2005-7FB4-7790-E8F05C603FA8}"/>
              </a:ext>
            </a:extLst>
          </p:cNvPr>
          <p:cNvGrpSpPr/>
          <p:nvPr/>
        </p:nvGrpSpPr>
        <p:grpSpPr>
          <a:xfrm>
            <a:off x="2884108" y="3316800"/>
            <a:ext cx="486129" cy="485672"/>
            <a:chOff x="4201447" y="3817349"/>
            <a:chExt cx="346024" cy="345674"/>
          </a:xfrm>
        </p:grpSpPr>
        <p:sp>
          <p:nvSpPr>
            <p:cNvPr id="21" name="Google Shape;1040;p69">
              <a:extLst>
                <a:ext uri="{FF2B5EF4-FFF2-40B4-BE49-F238E27FC236}">
                  <a16:creationId xmlns:a16="http://schemas.microsoft.com/office/drawing/2014/main" id="{5F505B52-CBE6-6216-B1D9-C43E141D2E5C}"/>
                </a:ext>
              </a:extLst>
            </p:cNvPr>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sp>
          <p:nvSpPr>
            <p:cNvPr id="22" name="Google Shape;1041;p69">
              <a:extLst>
                <a:ext uri="{FF2B5EF4-FFF2-40B4-BE49-F238E27FC236}">
                  <a16:creationId xmlns:a16="http://schemas.microsoft.com/office/drawing/2014/main" id="{4693E7ED-DD3D-3523-9CB9-61EAA88699F5}"/>
                </a:ext>
              </a:extLst>
            </p:cNvPr>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spcFirstLastPara="1" wrap="square" lIns="91425" tIns="91425" rIns="91425" bIns="91425" anchor="ctr" anchorCtr="0">
              <a:noAutofit/>
            </a:bodyPr>
            <a:lstStyle/>
            <a:p>
              <a:pPr marL="0" lvl="0" indent="0" rtl="0">
                <a:spcBef>
                  <a:spcPts val="0"/>
                </a:spcBef>
                <a:spcAft>
                  <a:spcPts val="0"/>
                </a:spcAft>
                <a:buNone/>
              </a:pPr>
              <a:endParaRPr/>
            </a:p>
          </p:txBody>
        </p:sp>
      </p:grpSp>
      <p:sp>
        <p:nvSpPr>
          <p:cNvPr id="23" name="Google Shape;1021;p69">
            <a:extLst>
              <a:ext uri="{FF2B5EF4-FFF2-40B4-BE49-F238E27FC236}">
                <a16:creationId xmlns:a16="http://schemas.microsoft.com/office/drawing/2014/main" id="{52C4EFE0-8A4F-3B72-953C-36102AD6C8D9}"/>
              </a:ext>
            </a:extLst>
          </p:cNvPr>
          <p:cNvSpPr txBox="1">
            <a:spLocks/>
          </p:cNvSpPr>
          <p:nvPr/>
        </p:nvSpPr>
        <p:spPr>
          <a:xfrm>
            <a:off x="5085019" y="640803"/>
            <a:ext cx="2954081" cy="10911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900"/>
              <a:buFont typeface="Unbounded"/>
              <a:buNone/>
              <a:defRPr sz="5000" b="1" i="0" u="none" strike="noStrike" cap="none">
                <a:solidFill>
                  <a:schemeClr val="lt1"/>
                </a:solidFill>
                <a:latin typeface="Unbounded"/>
                <a:ea typeface="Unbounded"/>
                <a:cs typeface="Unbounded"/>
                <a:sym typeface="Unbounded"/>
              </a:defRPr>
            </a:lvl1pPr>
            <a:lvl2pPr marR="0" lvl="1"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2pPr>
            <a:lvl3pPr marR="0" lvl="2"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3pPr>
            <a:lvl4pPr marR="0" lvl="3"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4pPr>
            <a:lvl5pPr marR="0" lvl="4"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5pPr>
            <a:lvl6pPr marR="0" lvl="5"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6pPr>
            <a:lvl7pPr marR="0" lvl="6"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7pPr>
            <a:lvl8pPr marR="0" lvl="7"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8pPr>
            <a:lvl9pPr marR="0" lvl="8" algn="ctr" rtl="0">
              <a:lnSpc>
                <a:spcPct val="100000"/>
              </a:lnSpc>
              <a:spcBef>
                <a:spcPts val="0"/>
              </a:spcBef>
              <a:spcAft>
                <a:spcPts val="0"/>
              </a:spcAft>
              <a:buClr>
                <a:schemeClr val="lt1"/>
              </a:buClr>
              <a:buSzPts val="2900"/>
              <a:buFont typeface="Unbounded"/>
              <a:buNone/>
              <a:defRPr sz="2900" b="1" i="0" u="none" strike="noStrike" cap="none">
                <a:solidFill>
                  <a:schemeClr val="lt1"/>
                </a:solidFill>
                <a:latin typeface="Unbounded"/>
                <a:ea typeface="Unbounded"/>
                <a:cs typeface="Unbounded"/>
                <a:sym typeface="Unbounded"/>
              </a:defRPr>
            </a:lvl9pPr>
          </a:lstStyle>
          <a:p>
            <a:pPr algn="l"/>
            <a:r>
              <a:rPr lang="es-ES" sz="2800" dirty="0"/>
              <a:t>Fuentes y Referencias</a:t>
            </a:r>
          </a:p>
        </p:txBody>
      </p:sp>
      <p:sp>
        <p:nvSpPr>
          <p:cNvPr id="24" name="CuadroTexto 23">
            <a:extLst>
              <a:ext uri="{FF2B5EF4-FFF2-40B4-BE49-F238E27FC236}">
                <a16:creationId xmlns:a16="http://schemas.microsoft.com/office/drawing/2014/main" id="{19B56E41-83AC-914E-3E0E-E56C34CF214D}"/>
              </a:ext>
            </a:extLst>
          </p:cNvPr>
          <p:cNvSpPr txBox="1"/>
          <p:nvPr/>
        </p:nvSpPr>
        <p:spPr>
          <a:xfrm>
            <a:off x="5084254" y="1602959"/>
            <a:ext cx="4058981" cy="2954655"/>
          </a:xfrm>
          <a:prstGeom prst="rect">
            <a:avLst/>
          </a:prstGeom>
          <a:noFill/>
        </p:spPr>
        <p:txBody>
          <a:bodyPr wrap="square" rtlCol="0">
            <a:spAutoFit/>
          </a:bodyPr>
          <a:lstStyle/>
          <a:p>
            <a:r>
              <a:rPr lang="es-ES" sz="2000" b="1" dirty="0">
                <a:solidFill>
                  <a:schemeClr val="bg1"/>
                </a:solidFill>
                <a:latin typeface="Actor" panose="020B0604020202020204" charset="0"/>
              </a:rPr>
              <a:t>1. Sitios Web Corporativos</a:t>
            </a:r>
          </a:p>
          <a:p>
            <a:r>
              <a:rPr lang="es-ES" dirty="0">
                <a:solidFill>
                  <a:schemeClr val="bg1"/>
                </a:solidFill>
                <a:latin typeface="Actor" panose="020B0604020202020204" charset="0"/>
                <a:hlinkClick r:id="rId3"/>
              </a:rPr>
              <a:t>www.lucasrojas.com</a:t>
            </a:r>
            <a:r>
              <a:rPr lang="es-ES" dirty="0">
                <a:solidFill>
                  <a:schemeClr val="bg1"/>
                </a:solidFill>
                <a:latin typeface="Actor" panose="020B0604020202020204" charset="0"/>
              </a:rPr>
              <a:t> | </a:t>
            </a:r>
            <a:r>
              <a:rPr lang="es-ES" dirty="0">
                <a:solidFill>
                  <a:schemeClr val="bg1"/>
                </a:solidFill>
                <a:latin typeface="Actor" panose="020B0604020202020204" charset="0"/>
                <a:hlinkClick r:id="rId4"/>
              </a:rPr>
              <a:t>www.genial.ly</a:t>
            </a:r>
            <a:r>
              <a:rPr lang="es-ES" dirty="0">
                <a:solidFill>
                  <a:schemeClr val="bg1"/>
                </a:solidFill>
                <a:latin typeface="Actor" panose="020B0604020202020204" charset="0"/>
              </a:rPr>
              <a:t> | </a:t>
            </a:r>
            <a:r>
              <a:rPr lang="es-ES" dirty="0">
                <a:solidFill>
                  <a:schemeClr val="bg1"/>
                </a:solidFill>
                <a:latin typeface="Actor" panose="020B0604020202020204" charset="0"/>
                <a:hlinkClick r:id="rId5"/>
              </a:rPr>
              <a:t>www.deuser.es</a:t>
            </a:r>
            <a:r>
              <a:rPr lang="es-ES" dirty="0">
                <a:solidFill>
                  <a:schemeClr val="bg1"/>
                </a:solidFill>
                <a:latin typeface="Actor" panose="020B0604020202020204" charset="0"/>
              </a:rPr>
              <a:t> </a:t>
            </a:r>
            <a:br>
              <a:rPr lang="es-ES" sz="2000" b="1" dirty="0">
                <a:solidFill>
                  <a:schemeClr val="bg1"/>
                </a:solidFill>
                <a:latin typeface="Actor" panose="020B0604020202020204" charset="0"/>
              </a:rPr>
            </a:br>
            <a:r>
              <a:rPr lang="es-ES" sz="2000" b="1" dirty="0">
                <a:solidFill>
                  <a:schemeClr val="bg1"/>
                </a:solidFill>
                <a:latin typeface="Actor" panose="020B0604020202020204" charset="0"/>
              </a:rPr>
              <a:t>2. Redes Profesionales</a:t>
            </a:r>
          </a:p>
          <a:p>
            <a:r>
              <a:rPr lang="es-ES" b="1" dirty="0">
                <a:solidFill>
                  <a:schemeClr val="bg1"/>
                </a:solidFill>
                <a:latin typeface="Actor" panose="020B0604020202020204" charset="0"/>
              </a:rPr>
              <a:t>LinkedIn: </a:t>
            </a:r>
            <a:r>
              <a:rPr lang="es-ES" dirty="0">
                <a:solidFill>
                  <a:schemeClr val="bg1"/>
                </a:solidFill>
                <a:latin typeface="Actor" panose="020B0604020202020204" charset="0"/>
              </a:rPr>
              <a:t>Análisis de perfiles técnicos y</a:t>
            </a:r>
          </a:p>
          <a:p>
            <a:r>
              <a:rPr lang="es-ES" dirty="0">
                <a:solidFill>
                  <a:schemeClr val="bg1"/>
                </a:solidFill>
                <a:latin typeface="Actor" panose="020B0604020202020204" charset="0"/>
              </a:rPr>
              <a:t>Organigramas de </a:t>
            </a:r>
            <a:r>
              <a:rPr lang="es-ES" dirty="0" err="1">
                <a:solidFill>
                  <a:schemeClr val="bg1"/>
                </a:solidFill>
                <a:latin typeface="Actor" panose="020B0604020202020204" charset="0"/>
              </a:rPr>
              <a:t>Deuser</a:t>
            </a:r>
            <a:r>
              <a:rPr lang="es-ES" dirty="0">
                <a:solidFill>
                  <a:schemeClr val="bg1"/>
                </a:solidFill>
                <a:latin typeface="Actor" panose="020B0604020202020204" charset="0"/>
              </a:rPr>
              <a:t> y </a:t>
            </a:r>
            <a:r>
              <a:rPr lang="es-ES" dirty="0" err="1">
                <a:solidFill>
                  <a:schemeClr val="bg1"/>
                </a:solidFill>
                <a:latin typeface="Actor" panose="020B0604020202020204" charset="0"/>
              </a:rPr>
              <a:t>Genially</a:t>
            </a:r>
            <a:r>
              <a:rPr lang="es-ES" dirty="0">
                <a:solidFill>
                  <a:schemeClr val="bg1"/>
                </a:solidFill>
                <a:latin typeface="Actor" panose="020B0604020202020204" charset="0"/>
              </a:rPr>
              <a:t>.</a:t>
            </a:r>
          </a:p>
          <a:p>
            <a:r>
              <a:rPr lang="es-ES" sz="2000" b="1" dirty="0">
                <a:solidFill>
                  <a:schemeClr val="bg1"/>
                </a:solidFill>
                <a:latin typeface="Actor" panose="020B0604020202020204" charset="0"/>
              </a:rPr>
              <a:t>3. Prensa y Artículos</a:t>
            </a:r>
          </a:p>
          <a:p>
            <a:r>
              <a:rPr lang="es-ES" b="1" dirty="0">
                <a:solidFill>
                  <a:schemeClr val="bg1"/>
                </a:solidFill>
                <a:latin typeface="Actor" panose="020B0604020202020204" charset="0"/>
              </a:rPr>
              <a:t>Diario Córdoba: </a:t>
            </a:r>
            <a:r>
              <a:rPr lang="es-ES" dirty="0">
                <a:solidFill>
                  <a:schemeClr val="bg1"/>
                </a:solidFill>
                <a:latin typeface="Actor" panose="020B0604020202020204" charset="0"/>
              </a:rPr>
              <a:t> Noticias sobre la integración de </a:t>
            </a:r>
            <a:r>
              <a:rPr lang="es-ES" dirty="0" err="1">
                <a:solidFill>
                  <a:schemeClr val="bg1"/>
                </a:solidFill>
                <a:latin typeface="Actor" panose="020B0604020202020204" charset="0"/>
              </a:rPr>
              <a:t>Deuser</a:t>
            </a:r>
            <a:r>
              <a:rPr lang="es-ES" dirty="0">
                <a:solidFill>
                  <a:schemeClr val="bg1"/>
                </a:solidFill>
                <a:latin typeface="Actor" panose="020B0604020202020204" charset="0"/>
              </a:rPr>
              <a:t> en </a:t>
            </a:r>
            <a:r>
              <a:rPr lang="es-ES" dirty="0" err="1">
                <a:solidFill>
                  <a:schemeClr val="bg1"/>
                </a:solidFill>
                <a:latin typeface="Actor" panose="020B0604020202020204" charset="0"/>
              </a:rPr>
              <a:t>Minsait</a:t>
            </a:r>
            <a:r>
              <a:rPr lang="es-ES" dirty="0">
                <a:solidFill>
                  <a:schemeClr val="bg1"/>
                </a:solidFill>
                <a:latin typeface="Actor" panose="020B0604020202020204" charset="0"/>
              </a:rPr>
              <a:t>.</a:t>
            </a:r>
          </a:p>
          <a:p>
            <a:r>
              <a:rPr lang="es-ES" b="1" dirty="0">
                <a:solidFill>
                  <a:schemeClr val="bg1"/>
                </a:solidFill>
                <a:latin typeface="Actor" panose="020B0604020202020204" charset="0"/>
              </a:rPr>
              <a:t>Web de Diputación de Córdoba: Información sobre servicios de </a:t>
            </a:r>
            <a:r>
              <a:rPr lang="es-ES" b="1" dirty="0" err="1">
                <a:solidFill>
                  <a:schemeClr val="bg1"/>
                </a:solidFill>
                <a:latin typeface="Actor" panose="020B0604020202020204" charset="0"/>
              </a:rPr>
              <a:t>Eprinsa</a:t>
            </a:r>
            <a:r>
              <a:rPr lang="es-ES" b="1" dirty="0">
                <a:solidFill>
                  <a:schemeClr val="bg1"/>
                </a:solidFill>
                <a:latin typeface="Actor" panose="020B0604020202020204" charset="0"/>
              </a:rPr>
              <a:t>.</a:t>
            </a:r>
            <a:endParaRPr lang="es-ES" dirty="0">
              <a:solidFill>
                <a:schemeClr val="bg1"/>
              </a:solidFill>
              <a:latin typeface="Actor" panose="020B0604020202020204" charset="0"/>
            </a:endParaRPr>
          </a:p>
          <a:p>
            <a:endParaRPr lang="es-ES"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85"/>
        <p:cNvGrpSpPr/>
        <p:nvPr/>
      </p:nvGrpSpPr>
      <p:grpSpPr>
        <a:xfrm>
          <a:off x="0" y="0"/>
          <a:ext cx="0" cy="0"/>
          <a:chOff x="0" y="0"/>
          <a:chExt cx="0" cy="0"/>
        </a:xfrm>
      </p:grpSpPr>
      <p:sp>
        <p:nvSpPr>
          <p:cNvPr id="486" name="Google Shape;486;p39"/>
          <p:cNvSpPr txBox="1">
            <a:spLocks noGrp="1"/>
          </p:cNvSpPr>
          <p:nvPr>
            <p:ph type="title"/>
          </p:nvPr>
        </p:nvSpPr>
        <p:spPr>
          <a:xfrm>
            <a:off x="1426950" y="2357700"/>
            <a:ext cx="6290100" cy="138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a:t>
            </a:r>
            <a:r>
              <a:rPr lang="en" b="0"/>
              <a:t>the section</a:t>
            </a:r>
            <a:endParaRPr b="0"/>
          </a:p>
        </p:txBody>
      </p:sp>
      <p:sp>
        <p:nvSpPr>
          <p:cNvPr id="487" name="Google Shape;487;p39"/>
          <p:cNvSpPr txBox="1">
            <a:spLocks noGrp="1"/>
          </p:cNvSpPr>
          <p:nvPr>
            <p:ph type="title" idx="2"/>
          </p:nvPr>
        </p:nvSpPr>
        <p:spPr>
          <a:xfrm>
            <a:off x="3734400" y="776150"/>
            <a:ext cx="1675200" cy="138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488" name="Google Shape;488;p39"/>
          <p:cNvSpPr txBox="1">
            <a:spLocks noGrp="1"/>
          </p:cNvSpPr>
          <p:nvPr>
            <p:ph type="subTitle" idx="1"/>
          </p:nvPr>
        </p:nvSpPr>
        <p:spPr>
          <a:xfrm>
            <a:off x="2567250" y="3857300"/>
            <a:ext cx="4009500" cy="37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p:txBody>
      </p:sp>
      <p:grpSp>
        <p:nvGrpSpPr>
          <p:cNvPr id="489" name="Google Shape;489;p39"/>
          <p:cNvGrpSpPr/>
          <p:nvPr/>
        </p:nvGrpSpPr>
        <p:grpSpPr>
          <a:xfrm rot="-8441737" flipH="1">
            <a:off x="457794" y="3373587"/>
            <a:ext cx="1257847" cy="1342522"/>
            <a:chOff x="-408900" y="504142"/>
            <a:chExt cx="1167600" cy="1246200"/>
          </a:xfrm>
        </p:grpSpPr>
        <p:cxnSp>
          <p:nvCxnSpPr>
            <p:cNvPr id="490" name="Google Shape;490;p39"/>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491" name="Google Shape;491;p39"/>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492" name="Google Shape;492;p39"/>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96"/>
        <p:cNvGrpSpPr/>
        <p:nvPr/>
      </p:nvGrpSpPr>
      <p:grpSpPr>
        <a:xfrm>
          <a:off x="0" y="0"/>
          <a:ext cx="0" cy="0"/>
          <a:chOff x="0" y="0"/>
          <a:chExt cx="0" cy="0"/>
        </a:xfrm>
      </p:grpSpPr>
      <p:sp>
        <p:nvSpPr>
          <p:cNvPr id="497" name="Google Shape;497;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need </a:t>
            </a:r>
            <a:r>
              <a:rPr lang="en" b="0"/>
              <a:t>longer text?</a:t>
            </a:r>
            <a:endParaRPr b="0"/>
          </a:p>
        </p:txBody>
      </p:sp>
      <p:sp>
        <p:nvSpPr>
          <p:cNvPr id="498" name="Google Shape;498;p40"/>
          <p:cNvSpPr txBox="1">
            <a:spLocks noGrp="1"/>
          </p:cNvSpPr>
          <p:nvPr>
            <p:ph type="subTitle" idx="1"/>
          </p:nvPr>
        </p:nvSpPr>
        <p:spPr>
          <a:xfrm>
            <a:off x="4985195" y="1431250"/>
            <a:ext cx="2947800" cy="280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499" name="Google Shape;499;p40"/>
          <p:cNvSpPr txBox="1">
            <a:spLocks noGrp="1"/>
          </p:cNvSpPr>
          <p:nvPr>
            <p:ph type="subTitle" idx="2"/>
          </p:nvPr>
        </p:nvSpPr>
        <p:spPr>
          <a:xfrm>
            <a:off x="1211000" y="1431250"/>
            <a:ext cx="2947800" cy="280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03"/>
        <p:cNvGrpSpPr/>
        <p:nvPr/>
      </p:nvGrpSpPr>
      <p:grpSpPr>
        <a:xfrm>
          <a:off x="0" y="0"/>
          <a:ext cx="0" cy="0"/>
          <a:chOff x="0" y="0"/>
          <a:chExt cx="0" cy="0"/>
        </a:xfrm>
      </p:grpSpPr>
      <p:sp>
        <p:nvSpPr>
          <p:cNvPr id="504" name="Google Shape;504;p41"/>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slide title</a:t>
            </a:r>
            <a:r>
              <a:rPr lang="en" b="0"/>
              <a:t> goes here!</a:t>
            </a:r>
            <a:endParaRPr b="0"/>
          </a:p>
        </p:txBody>
      </p:sp>
      <p:sp>
        <p:nvSpPr>
          <p:cNvPr id="505" name="Google Shape;505;p41"/>
          <p:cNvSpPr txBox="1">
            <a:spLocks noGrp="1"/>
          </p:cNvSpPr>
          <p:nvPr>
            <p:ph type="subTitle" idx="1"/>
          </p:nvPr>
        </p:nvSpPr>
        <p:spPr>
          <a:xfrm>
            <a:off x="2426250" y="1654500"/>
            <a:ext cx="4291500" cy="229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30200" algn="l" rtl="0">
              <a:spcBef>
                <a:spcPts val="1000"/>
              </a:spcBef>
              <a:spcAft>
                <a:spcPts val="0"/>
              </a:spcAft>
              <a:buSzPts val="1600"/>
              <a:buFont typeface="Actor"/>
              <a:buChar char="●"/>
            </a:pPr>
            <a:r>
              <a:rPr lang="en"/>
              <a:t>They’re simple </a:t>
            </a:r>
            <a:endParaRPr/>
          </a:p>
          <a:p>
            <a:pPr marL="457200" lvl="0" indent="-330200" algn="l" rtl="0">
              <a:spcBef>
                <a:spcPts val="0"/>
              </a:spcBef>
              <a:spcAft>
                <a:spcPts val="0"/>
              </a:spcAft>
              <a:buSzPts val="1600"/>
              <a:buFont typeface="Actor"/>
              <a:buChar char="●"/>
            </a:pPr>
            <a:r>
              <a:rPr lang="en"/>
              <a:t>You can organize your ideas clearly</a:t>
            </a:r>
            <a:endParaRPr/>
          </a:p>
          <a:p>
            <a:pPr marL="457200" lvl="0" indent="-330200" algn="l" rtl="0">
              <a:spcBef>
                <a:spcPts val="0"/>
              </a:spcBef>
              <a:spcAft>
                <a:spcPts val="0"/>
              </a:spcAft>
              <a:buSzPts val="1600"/>
              <a:buFont typeface="Actor"/>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grpSp>
        <p:nvGrpSpPr>
          <p:cNvPr id="506" name="Google Shape;506;p41"/>
          <p:cNvGrpSpPr/>
          <p:nvPr/>
        </p:nvGrpSpPr>
        <p:grpSpPr>
          <a:xfrm rot="-7200089" flipH="1">
            <a:off x="266875" y="3814659"/>
            <a:ext cx="1257916" cy="1342596"/>
            <a:chOff x="-408900" y="504142"/>
            <a:chExt cx="1167600" cy="1246200"/>
          </a:xfrm>
        </p:grpSpPr>
        <p:cxnSp>
          <p:nvCxnSpPr>
            <p:cNvPr id="507" name="Google Shape;507;p41"/>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508" name="Google Shape;508;p41"/>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509" name="Google Shape;509;p41"/>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13"/>
        <p:cNvGrpSpPr/>
        <p:nvPr/>
      </p:nvGrpSpPr>
      <p:grpSpPr>
        <a:xfrm>
          <a:off x="0" y="0"/>
          <a:ext cx="0" cy="0"/>
          <a:chOff x="0" y="0"/>
          <a:chExt cx="0" cy="0"/>
        </a:xfrm>
      </p:grpSpPr>
      <p:sp>
        <p:nvSpPr>
          <p:cNvPr id="514" name="Google Shape;514;p42"/>
          <p:cNvSpPr/>
          <p:nvPr/>
        </p:nvSpPr>
        <p:spPr>
          <a:xfrm>
            <a:off x="2395650" y="1373131"/>
            <a:ext cx="798300" cy="798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2"/>
          <p:cNvSpPr/>
          <p:nvPr/>
        </p:nvSpPr>
        <p:spPr>
          <a:xfrm>
            <a:off x="5950051" y="1373131"/>
            <a:ext cx="798300" cy="7983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divide</a:t>
            </a:r>
            <a:r>
              <a:rPr lang="en" b="0"/>
              <a:t> the content</a:t>
            </a:r>
            <a:endParaRPr b="0"/>
          </a:p>
        </p:txBody>
      </p:sp>
      <p:sp>
        <p:nvSpPr>
          <p:cNvPr id="517" name="Google Shape;517;p42"/>
          <p:cNvSpPr txBox="1">
            <a:spLocks noGrp="1"/>
          </p:cNvSpPr>
          <p:nvPr>
            <p:ph type="subTitle" idx="1"/>
          </p:nvPr>
        </p:nvSpPr>
        <p:spPr>
          <a:xfrm>
            <a:off x="4923151" y="2645775"/>
            <a:ext cx="2852100" cy="168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518" name="Google Shape;518;p42"/>
          <p:cNvSpPr txBox="1">
            <a:spLocks noGrp="1"/>
          </p:cNvSpPr>
          <p:nvPr>
            <p:ph type="subTitle" idx="2"/>
          </p:nvPr>
        </p:nvSpPr>
        <p:spPr>
          <a:xfrm>
            <a:off x="1368750" y="2645775"/>
            <a:ext cx="2852100" cy="168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sp>
        <p:nvSpPr>
          <p:cNvPr id="519" name="Google Shape;519;p42"/>
          <p:cNvSpPr txBox="1">
            <a:spLocks noGrp="1"/>
          </p:cNvSpPr>
          <p:nvPr>
            <p:ph type="subTitle" idx="3"/>
          </p:nvPr>
        </p:nvSpPr>
        <p:spPr>
          <a:xfrm>
            <a:off x="1368750" y="2158150"/>
            <a:ext cx="28521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520" name="Google Shape;520;p42"/>
          <p:cNvSpPr txBox="1">
            <a:spLocks noGrp="1"/>
          </p:cNvSpPr>
          <p:nvPr>
            <p:ph type="subTitle" idx="4"/>
          </p:nvPr>
        </p:nvSpPr>
        <p:spPr>
          <a:xfrm>
            <a:off x="4923151" y="2158150"/>
            <a:ext cx="28521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grpSp>
        <p:nvGrpSpPr>
          <p:cNvPr id="521" name="Google Shape;521;p42"/>
          <p:cNvGrpSpPr/>
          <p:nvPr/>
        </p:nvGrpSpPr>
        <p:grpSpPr>
          <a:xfrm>
            <a:off x="2588928" y="1566192"/>
            <a:ext cx="411743" cy="412179"/>
            <a:chOff x="7538896" y="1970156"/>
            <a:chExt cx="361147" cy="361529"/>
          </a:xfrm>
        </p:grpSpPr>
        <p:sp>
          <p:nvSpPr>
            <p:cNvPr id="522" name="Google Shape;522;p42"/>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2"/>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2"/>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2"/>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2"/>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2"/>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 name="Google Shape;528;p42"/>
          <p:cNvGrpSpPr/>
          <p:nvPr/>
        </p:nvGrpSpPr>
        <p:grpSpPr>
          <a:xfrm>
            <a:off x="6116532" y="1576334"/>
            <a:ext cx="465338" cy="391895"/>
            <a:chOff x="2171474" y="3369229"/>
            <a:chExt cx="408156" cy="343737"/>
          </a:xfrm>
        </p:grpSpPr>
        <p:sp>
          <p:nvSpPr>
            <p:cNvPr id="529" name="Google Shape;529;p42"/>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2"/>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2"/>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2"/>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61"/>
        <p:cNvGrpSpPr/>
        <p:nvPr/>
      </p:nvGrpSpPr>
      <p:grpSpPr>
        <a:xfrm>
          <a:off x="0" y="0"/>
          <a:ext cx="0" cy="0"/>
          <a:chOff x="0" y="0"/>
          <a:chExt cx="0" cy="0"/>
        </a:xfrm>
      </p:grpSpPr>
      <p:sp>
        <p:nvSpPr>
          <p:cNvPr id="562" name="Google Shape;562;p44"/>
          <p:cNvSpPr txBox="1">
            <a:spLocks noGrp="1"/>
          </p:cNvSpPr>
          <p:nvPr>
            <p:ph type="subTitle" idx="1"/>
          </p:nvPr>
        </p:nvSpPr>
        <p:spPr>
          <a:xfrm>
            <a:off x="875200" y="1663400"/>
            <a:ext cx="3189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 the planet its reddish cast, and it’s made of basalt</a:t>
            </a:r>
            <a:endParaRPr/>
          </a:p>
        </p:txBody>
      </p:sp>
      <p:sp>
        <p:nvSpPr>
          <p:cNvPr id="563" name="Google Shape;563;p44"/>
          <p:cNvSpPr txBox="1">
            <a:spLocks noGrp="1"/>
          </p:cNvSpPr>
          <p:nvPr>
            <p:ph type="subTitle" idx="2"/>
          </p:nvPr>
        </p:nvSpPr>
        <p:spPr>
          <a:xfrm>
            <a:off x="5079806" y="1663400"/>
            <a:ext cx="3189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 It has a toxic atmosphere</a:t>
            </a:r>
            <a:endParaRPr/>
          </a:p>
        </p:txBody>
      </p:sp>
      <p:sp>
        <p:nvSpPr>
          <p:cNvPr id="564" name="Google Shape;564;p44"/>
          <p:cNvSpPr txBox="1">
            <a:spLocks noGrp="1"/>
          </p:cNvSpPr>
          <p:nvPr>
            <p:ph type="subTitle" idx="3"/>
          </p:nvPr>
        </p:nvSpPr>
        <p:spPr>
          <a:xfrm>
            <a:off x="875200" y="3323975"/>
            <a:ext cx="3189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and named after a Roman God</a:t>
            </a:r>
            <a:endParaRPr/>
          </a:p>
        </p:txBody>
      </p:sp>
      <p:sp>
        <p:nvSpPr>
          <p:cNvPr id="565" name="Google Shape;565;p44"/>
          <p:cNvSpPr txBox="1">
            <a:spLocks noGrp="1"/>
          </p:cNvSpPr>
          <p:nvPr>
            <p:ph type="subTitle" idx="4"/>
          </p:nvPr>
        </p:nvSpPr>
        <p:spPr>
          <a:xfrm>
            <a:off x="5079806" y="3323975"/>
            <a:ext cx="3189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It's composed mostly of hydrogen and helium. It’s the sixth planet from the Sun</a:t>
            </a:r>
            <a:endParaRPr/>
          </a:p>
        </p:txBody>
      </p:sp>
      <p:sp>
        <p:nvSpPr>
          <p:cNvPr id="566" name="Google Shape;566;p44"/>
          <p:cNvSpPr txBox="1">
            <a:spLocks noGrp="1"/>
          </p:cNvSpPr>
          <p:nvPr>
            <p:ph type="subTitle" idx="5"/>
          </p:nvPr>
        </p:nvSpPr>
        <p:spPr>
          <a:xfrm>
            <a:off x="875250" y="1370050"/>
            <a:ext cx="3189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567" name="Google Shape;567;p44"/>
          <p:cNvSpPr txBox="1">
            <a:spLocks noGrp="1"/>
          </p:cNvSpPr>
          <p:nvPr>
            <p:ph type="subTitle" idx="6"/>
          </p:nvPr>
        </p:nvSpPr>
        <p:spPr>
          <a:xfrm>
            <a:off x="875200" y="3030700"/>
            <a:ext cx="3189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568" name="Google Shape;568;p44"/>
          <p:cNvSpPr txBox="1">
            <a:spLocks noGrp="1"/>
          </p:cNvSpPr>
          <p:nvPr>
            <p:ph type="subTitle" idx="7"/>
          </p:nvPr>
        </p:nvSpPr>
        <p:spPr>
          <a:xfrm>
            <a:off x="5079775" y="1370050"/>
            <a:ext cx="3189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569" name="Google Shape;569;p44"/>
          <p:cNvSpPr txBox="1">
            <a:spLocks noGrp="1"/>
          </p:cNvSpPr>
          <p:nvPr>
            <p:ph type="subTitle" idx="8"/>
          </p:nvPr>
        </p:nvSpPr>
        <p:spPr>
          <a:xfrm>
            <a:off x="5079775" y="3030700"/>
            <a:ext cx="31890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570" name="Google Shape;570;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Divide the content </a:t>
            </a:r>
            <a:r>
              <a:rPr lang="en" b="0"/>
              <a:t>into four ideas</a:t>
            </a:r>
            <a:endParaRPr b="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74"/>
        <p:cNvGrpSpPr/>
        <p:nvPr/>
      </p:nvGrpSpPr>
      <p:grpSpPr>
        <a:xfrm>
          <a:off x="0" y="0"/>
          <a:ext cx="0" cy="0"/>
          <a:chOff x="0" y="0"/>
          <a:chExt cx="0" cy="0"/>
        </a:xfrm>
      </p:grpSpPr>
      <p:sp>
        <p:nvSpPr>
          <p:cNvPr id="575" name="Google Shape;575;p45"/>
          <p:cNvSpPr txBox="1">
            <a:spLocks noGrp="1"/>
          </p:cNvSpPr>
          <p:nvPr>
            <p:ph type="subTitle" idx="1"/>
          </p:nvPr>
        </p:nvSpPr>
        <p:spPr>
          <a:xfrm>
            <a:off x="720000" y="1576888"/>
            <a:ext cx="2130000" cy="116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 the planet its reddish cast</a:t>
            </a:r>
            <a:endParaRPr/>
          </a:p>
        </p:txBody>
      </p:sp>
      <p:sp>
        <p:nvSpPr>
          <p:cNvPr id="576" name="Google Shape;576;p45"/>
          <p:cNvSpPr txBox="1">
            <a:spLocks noGrp="1"/>
          </p:cNvSpPr>
          <p:nvPr>
            <p:ph type="subTitle" idx="2"/>
          </p:nvPr>
        </p:nvSpPr>
        <p:spPr>
          <a:xfrm>
            <a:off x="3511200" y="1576888"/>
            <a:ext cx="2121600" cy="116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a:t>
            </a:r>
            <a:endParaRPr/>
          </a:p>
        </p:txBody>
      </p:sp>
      <p:sp>
        <p:nvSpPr>
          <p:cNvPr id="577" name="Google Shape;577;p45"/>
          <p:cNvSpPr txBox="1">
            <a:spLocks noGrp="1"/>
          </p:cNvSpPr>
          <p:nvPr>
            <p:ph type="subTitle" idx="3"/>
          </p:nvPr>
        </p:nvSpPr>
        <p:spPr>
          <a:xfrm>
            <a:off x="720000" y="3371550"/>
            <a:ext cx="2130000" cy="116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the only one in the Solar System that harbors life. This is where we all live</a:t>
            </a:r>
            <a:endParaRPr/>
          </a:p>
        </p:txBody>
      </p:sp>
      <p:sp>
        <p:nvSpPr>
          <p:cNvPr id="578" name="Google Shape;578;p45"/>
          <p:cNvSpPr txBox="1">
            <a:spLocks noGrp="1"/>
          </p:cNvSpPr>
          <p:nvPr>
            <p:ph type="subTitle" idx="4"/>
          </p:nvPr>
        </p:nvSpPr>
        <p:spPr>
          <a:xfrm>
            <a:off x="3511200" y="3371550"/>
            <a:ext cx="2121600" cy="116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rings. It's composed mostly of hydrogen and helium. It’s the sixth planet from the Sun</a:t>
            </a:r>
            <a:endParaRPr/>
          </a:p>
        </p:txBody>
      </p:sp>
      <p:sp>
        <p:nvSpPr>
          <p:cNvPr id="579" name="Google Shape;579;p45"/>
          <p:cNvSpPr txBox="1">
            <a:spLocks noGrp="1"/>
          </p:cNvSpPr>
          <p:nvPr>
            <p:ph type="subTitle" idx="5"/>
          </p:nvPr>
        </p:nvSpPr>
        <p:spPr>
          <a:xfrm>
            <a:off x="6310800" y="1576888"/>
            <a:ext cx="2113200" cy="116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 It's also the fourth-largest planet by diameter in the Solar System</a:t>
            </a:r>
            <a:endParaRPr/>
          </a:p>
        </p:txBody>
      </p:sp>
      <p:sp>
        <p:nvSpPr>
          <p:cNvPr id="580" name="Google Shape;580;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Reviewing </a:t>
            </a:r>
            <a:r>
              <a:rPr lang="en" b="0"/>
              <a:t>concepts </a:t>
            </a:r>
            <a:endParaRPr b="0"/>
          </a:p>
        </p:txBody>
      </p:sp>
      <p:sp>
        <p:nvSpPr>
          <p:cNvPr id="581" name="Google Shape;581;p45"/>
          <p:cNvSpPr txBox="1">
            <a:spLocks noGrp="1"/>
          </p:cNvSpPr>
          <p:nvPr>
            <p:ph type="subTitle" idx="6"/>
          </p:nvPr>
        </p:nvSpPr>
        <p:spPr>
          <a:xfrm>
            <a:off x="6310800" y="3371550"/>
            <a:ext cx="2113200" cy="116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a:t>
            </a:r>
            <a:endParaRPr/>
          </a:p>
        </p:txBody>
      </p:sp>
      <p:sp>
        <p:nvSpPr>
          <p:cNvPr id="582" name="Google Shape;582;p45"/>
          <p:cNvSpPr txBox="1">
            <a:spLocks noGrp="1"/>
          </p:cNvSpPr>
          <p:nvPr>
            <p:ph type="subTitle" idx="7"/>
          </p:nvPr>
        </p:nvSpPr>
        <p:spPr>
          <a:xfrm>
            <a:off x="724200" y="1199252"/>
            <a:ext cx="2121600" cy="43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583" name="Google Shape;583;p45"/>
          <p:cNvSpPr txBox="1">
            <a:spLocks noGrp="1"/>
          </p:cNvSpPr>
          <p:nvPr>
            <p:ph type="subTitle" idx="8"/>
          </p:nvPr>
        </p:nvSpPr>
        <p:spPr>
          <a:xfrm>
            <a:off x="3515376" y="1199252"/>
            <a:ext cx="2113200" cy="43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584" name="Google Shape;584;p45"/>
          <p:cNvSpPr txBox="1">
            <a:spLocks noGrp="1"/>
          </p:cNvSpPr>
          <p:nvPr>
            <p:ph type="subTitle" idx="9"/>
          </p:nvPr>
        </p:nvSpPr>
        <p:spPr>
          <a:xfrm>
            <a:off x="6314952" y="1199252"/>
            <a:ext cx="2104800" cy="43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585" name="Google Shape;585;p45"/>
          <p:cNvSpPr txBox="1">
            <a:spLocks noGrp="1"/>
          </p:cNvSpPr>
          <p:nvPr>
            <p:ph type="subTitle" idx="13"/>
          </p:nvPr>
        </p:nvSpPr>
        <p:spPr>
          <a:xfrm>
            <a:off x="724200" y="2990649"/>
            <a:ext cx="2121600" cy="43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Earth</a:t>
            </a:r>
            <a:endParaRPr/>
          </a:p>
        </p:txBody>
      </p:sp>
      <p:sp>
        <p:nvSpPr>
          <p:cNvPr id="586" name="Google Shape;586;p45"/>
          <p:cNvSpPr txBox="1">
            <a:spLocks noGrp="1"/>
          </p:cNvSpPr>
          <p:nvPr>
            <p:ph type="subTitle" idx="14"/>
          </p:nvPr>
        </p:nvSpPr>
        <p:spPr>
          <a:xfrm>
            <a:off x="3515376" y="2990649"/>
            <a:ext cx="2113200" cy="43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587" name="Google Shape;587;p45"/>
          <p:cNvSpPr txBox="1">
            <a:spLocks noGrp="1"/>
          </p:cNvSpPr>
          <p:nvPr>
            <p:ph type="subTitle" idx="15"/>
          </p:nvPr>
        </p:nvSpPr>
        <p:spPr>
          <a:xfrm>
            <a:off x="6314952" y="2990649"/>
            <a:ext cx="2104800" cy="43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91"/>
        <p:cNvGrpSpPr/>
        <p:nvPr/>
      </p:nvGrpSpPr>
      <p:grpSpPr>
        <a:xfrm>
          <a:off x="0" y="0"/>
          <a:ext cx="0" cy="0"/>
          <a:chOff x="0" y="0"/>
          <a:chExt cx="0" cy="0"/>
        </a:xfrm>
      </p:grpSpPr>
      <p:sp>
        <p:nvSpPr>
          <p:cNvPr id="592" name="Google Shape;592;p46"/>
          <p:cNvSpPr txBox="1">
            <a:spLocks noGrp="1"/>
          </p:cNvSpPr>
          <p:nvPr>
            <p:ph type="title"/>
          </p:nvPr>
        </p:nvSpPr>
        <p:spPr>
          <a:xfrm>
            <a:off x="1969350" y="1685100"/>
            <a:ext cx="5205300" cy="2078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a:t>
            </a:r>
            <a:r>
              <a:rPr lang="en" b="0"/>
              <a:t>words</a:t>
            </a:r>
            <a:endParaRPr b="0"/>
          </a:p>
        </p:txBody>
      </p:sp>
      <p:sp>
        <p:nvSpPr>
          <p:cNvPr id="593" name="Google Shape;593;p46"/>
          <p:cNvSpPr/>
          <p:nvPr/>
        </p:nvSpPr>
        <p:spPr>
          <a:xfrm>
            <a:off x="7863750" y="3441775"/>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6"/>
          <p:cNvSpPr/>
          <p:nvPr/>
        </p:nvSpPr>
        <p:spPr>
          <a:xfrm>
            <a:off x="3799350" y="118205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 name="Google Shape;595;p46"/>
          <p:cNvGrpSpPr/>
          <p:nvPr/>
        </p:nvGrpSpPr>
        <p:grpSpPr>
          <a:xfrm rot="3599911" flipH="1">
            <a:off x="7441538" y="243109"/>
            <a:ext cx="1257916" cy="1342596"/>
            <a:chOff x="-408900" y="504142"/>
            <a:chExt cx="1167600" cy="1246200"/>
          </a:xfrm>
        </p:grpSpPr>
        <p:cxnSp>
          <p:nvCxnSpPr>
            <p:cNvPr id="596" name="Google Shape;596;p46"/>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597" name="Google Shape;597;p46"/>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598" name="Google Shape;598;p46"/>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02"/>
        <p:cNvGrpSpPr/>
        <p:nvPr/>
      </p:nvGrpSpPr>
      <p:grpSpPr>
        <a:xfrm>
          <a:off x="0" y="0"/>
          <a:ext cx="0" cy="0"/>
          <a:chOff x="0" y="0"/>
          <a:chExt cx="0" cy="0"/>
        </a:xfrm>
      </p:grpSpPr>
      <p:sp>
        <p:nvSpPr>
          <p:cNvPr id="603" name="Google Shape;603;p47"/>
          <p:cNvSpPr txBox="1">
            <a:spLocks noGrp="1"/>
          </p:cNvSpPr>
          <p:nvPr>
            <p:ph type="subTitle" idx="1"/>
          </p:nvPr>
        </p:nvSpPr>
        <p:spPr>
          <a:xfrm>
            <a:off x="1145925" y="1242650"/>
            <a:ext cx="6852300" cy="186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that can inspire the reader”</a:t>
            </a:r>
            <a:endParaRPr/>
          </a:p>
        </p:txBody>
      </p:sp>
      <p:sp>
        <p:nvSpPr>
          <p:cNvPr id="604" name="Google Shape;604;p47"/>
          <p:cNvSpPr txBox="1">
            <a:spLocks noGrp="1"/>
          </p:cNvSpPr>
          <p:nvPr>
            <p:ph type="title"/>
          </p:nvPr>
        </p:nvSpPr>
        <p:spPr>
          <a:xfrm>
            <a:off x="1145775" y="3216525"/>
            <a:ext cx="68523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a:t>
            </a:r>
            <a:r>
              <a:rPr lang="en" b="0"/>
              <a:t>Famous</a:t>
            </a:r>
            <a:endParaRPr b="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08"/>
        <p:cNvGrpSpPr/>
        <p:nvPr/>
      </p:nvGrpSpPr>
      <p:grpSpPr>
        <a:xfrm>
          <a:off x="0" y="0"/>
          <a:ext cx="0" cy="0"/>
          <a:chOff x="0" y="0"/>
          <a:chExt cx="0" cy="0"/>
        </a:xfrm>
      </p:grpSpPr>
      <p:pic>
        <p:nvPicPr>
          <p:cNvPr id="609" name="Google Shape;609;p48"/>
          <p:cNvPicPr preferRelativeResize="0">
            <a:picLocks noGrp="1"/>
          </p:cNvPicPr>
          <p:nvPr>
            <p:ph type="pic" idx="2"/>
          </p:nvPr>
        </p:nvPicPr>
        <p:blipFill rotWithShape="1">
          <a:blip r:embed="rId3">
            <a:alphaModFix/>
          </a:blip>
          <a:srcRect t="7862" b="7862"/>
          <a:stretch/>
        </p:blipFill>
        <p:spPr>
          <a:xfrm>
            <a:off x="0" y="0"/>
            <a:ext cx="9144003" cy="5143502"/>
          </a:xfrm>
          <a:prstGeom prst="rect">
            <a:avLst/>
          </a:prstGeom>
        </p:spPr>
      </p:pic>
      <p:grpSp>
        <p:nvGrpSpPr>
          <p:cNvPr id="610" name="Google Shape;610;p48"/>
          <p:cNvGrpSpPr/>
          <p:nvPr/>
        </p:nvGrpSpPr>
        <p:grpSpPr>
          <a:xfrm>
            <a:off x="256575" y="-447450"/>
            <a:ext cx="9333576" cy="5476145"/>
            <a:chOff x="256575" y="-447450"/>
            <a:chExt cx="9333576" cy="5476145"/>
          </a:xfrm>
        </p:grpSpPr>
        <p:sp>
          <p:nvSpPr>
            <p:cNvPr id="611" name="Google Shape;611;p48"/>
            <p:cNvSpPr/>
            <p:nvPr/>
          </p:nvSpPr>
          <p:spPr>
            <a:xfrm>
              <a:off x="7894550" y="-447450"/>
              <a:ext cx="746400" cy="1306200"/>
            </a:xfrm>
            <a:custGeom>
              <a:avLst/>
              <a:gdLst/>
              <a:ahLst/>
              <a:cxnLst/>
              <a:rect l="l" t="t" r="r" b="b"/>
              <a:pathLst>
                <a:path w="29856" h="52248" extrusionOk="0">
                  <a:moveTo>
                    <a:pt x="20668" y="8089"/>
                  </a:moveTo>
                  <a:cubicBezTo>
                    <a:pt x="20666" y="8116"/>
                    <a:pt x="20665" y="8144"/>
                    <a:pt x="20664" y="8171"/>
                  </a:cubicBezTo>
                  <a:cubicBezTo>
                    <a:pt x="20665" y="8144"/>
                    <a:pt x="20667" y="8116"/>
                    <a:pt x="20668" y="8089"/>
                  </a:cubicBezTo>
                  <a:close/>
                  <a:moveTo>
                    <a:pt x="24585" y="4346"/>
                  </a:moveTo>
                  <a:cubicBezTo>
                    <a:pt x="26590" y="4346"/>
                    <a:pt x="27886" y="4872"/>
                    <a:pt x="28285" y="5736"/>
                  </a:cubicBezTo>
                  <a:cubicBezTo>
                    <a:pt x="28913" y="7071"/>
                    <a:pt x="27420" y="9193"/>
                    <a:pt x="24671" y="11235"/>
                  </a:cubicBezTo>
                  <a:lnTo>
                    <a:pt x="24435" y="11235"/>
                  </a:lnTo>
                  <a:cubicBezTo>
                    <a:pt x="24042" y="11235"/>
                    <a:pt x="23571" y="11235"/>
                    <a:pt x="23099" y="11314"/>
                  </a:cubicBezTo>
                  <a:cubicBezTo>
                    <a:pt x="19642" y="11707"/>
                    <a:pt x="16185" y="12649"/>
                    <a:pt x="12885" y="14142"/>
                  </a:cubicBezTo>
                  <a:cubicBezTo>
                    <a:pt x="10136" y="15242"/>
                    <a:pt x="7464" y="16735"/>
                    <a:pt x="5029" y="18542"/>
                  </a:cubicBezTo>
                  <a:cubicBezTo>
                    <a:pt x="3222" y="18542"/>
                    <a:pt x="1965" y="18071"/>
                    <a:pt x="1572" y="17206"/>
                  </a:cubicBezTo>
                  <a:cubicBezTo>
                    <a:pt x="550" y="14849"/>
                    <a:pt x="5814" y="10292"/>
                    <a:pt x="13043" y="7150"/>
                  </a:cubicBezTo>
                  <a:cubicBezTo>
                    <a:pt x="15085" y="6286"/>
                    <a:pt x="17128" y="5578"/>
                    <a:pt x="19249" y="5107"/>
                  </a:cubicBezTo>
                  <a:cubicBezTo>
                    <a:pt x="20170" y="5798"/>
                    <a:pt x="20716" y="6938"/>
                    <a:pt x="20668" y="8089"/>
                  </a:cubicBezTo>
                  <a:lnTo>
                    <a:pt x="20668" y="8089"/>
                  </a:lnTo>
                  <a:cubicBezTo>
                    <a:pt x="20775" y="6395"/>
                    <a:pt x="21790" y="4941"/>
                    <a:pt x="23413" y="4400"/>
                  </a:cubicBezTo>
                  <a:cubicBezTo>
                    <a:pt x="23827" y="4363"/>
                    <a:pt x="24218" y="4346"/>
                    <a:pt x="24585" y="4346"/>
                  </a:cubicBezTo>
                  <a:close/>
                  <a:moveTo>
                    <a:pt x="24121" y="11707"/>
                  </a:moveTo>
                  <a:cubicBezTo>
                    <a:pt x="21842" y="13278"/>
                    <a:pt x="19407" y="14692"/>
                    <a:pt x="16814" y="15792"/>
                  </a:cubicBezTo>
                  <a:cubicBezTo>
                    <a:pt x="13278" y="17364"/>
                    <a:pt x="9586" y="18306"/>
                    <a:pt x="5736" y="18542"/>
                  </a:cubicBezTo>
                  <a:cubicBezTo>
                    <a:pt x="8014" y="16971"/>
                    <a:pt x="10528" y="15556"/>
                    <a:pt x="13121" y="14457"/>
                  </a:cubicBezTo>
                  <a:cubicBezTo>
                    <a:pt x="16264" y="13042"/>
                    <a:pt x="19721" y="12100"/>
                    <a:pt x="23178" y="11707"/>
                  </a:cubicBezTo>
                  <a:close/>
                  <a:moveTo>
                    <a:pt x="24828" y="11707"/>
                  </a:moveTo>
                  <a:cubicBezTo>
                    <a:pt x="26713" y="11785"/>
                    <a:pt x="27970" y="12257"/>
                    <a:pt x="28285" y="13121"/>
                  </a:cubicBezTo>
                  <a:cubicBezTo>
                    <a:pt x="28835" y="14457"/>
                    <a:pt x="27420" y="16499"/>
                    <a:pt x="24671" y="18621"/>
                  </a:cubicBezTo>
                  <a:lnTo>
                    <a:pt x="24435" y="18621"/>
                  </a:lnTo>
                  <a:cubicBezTo>
                    <a:pt x="24042" y="18621"/>
                    <a:pt x="23571" y="18699"/>
                    <a:pt x="23099" y="18699"/>
                  </a:cubicBezTo>
                  <a:cubicBezTo>
                    <a:pt x="19564" y="19092"/>
                    <a:pt x="16185" y="20035"/>
                    <a:pt x="12885" y="21528"/>
                  </a:cubicBezTo>
                  <a:cubicBezTo>
                    <a:pt x="10136" y="22628"/>
                    <a:pt x="7464" y="24120"/>
                    <a:pt x="5029" y="25927"/>
                  </a:cubicBezTo>
                  <a:cubicBezTo>
                    <a:pt x="3222" y="25849"/>
                    <a:pt x="1965" y="25377"/>
                    <a:pt x="1572" y="24592"/>
                  </a:cubicBezTo>
                  <a:cubicBezTo>
                    <a:pt x="943" y="23256"/>
                    <a:pt x="2436" y="21135"/>
                    <a:pt x="5186" y="19092"/>
                  </a:cubicBezTo>
                  <a:cubicBezTo>
                    <a:pt x="8093" y="19092"/>
                    <a:pt x="12414" y="18149"/>
                    <a:pt x="16971" y="16185"/>
                  </a:cubicBezTo>
                  <a:cubicBezTo>
                    <a:pt x="19721" y="15007"/>
                    <a:pt x="22392" y="13514"/>
                    <a:pt x="24828" y="11707"/>
                  </a:cubicBezTo>
                  <a:close/>
                  <a:moveTo>
                    <a:pt x="24121" y="19092"/>
                  </a:moveTo>
                  <a:cubicBezTo>
                    <a:pt x="21842" y="20663"/>
                    <a:pt x="19407" y="22078"/>
                    <a:pt x="16814" y="23178"/>
                  </a:cubicBezTo>
                  <a:cubicBezTo>
                    <a:pt x="13278" y="24749"/>
                    <a:pt x="9586" y="25692"/>
                    <a:pt x="5736" y="25927"/>
                  </a:cubicBezTo>
                  <a:cubicBezTo>
                    <a:pt x="8014" y="24356"/>
                    <a:pt x="10528" y="22942"/>
                    <a:pt x="13121" y="21842"/>
                  </a:cubicBezTo>
                  <a:cubicBezTo>
                    <a:pt x="16264" y="20428"/>
                    <a:pt x="19721" y="19485"/>
                    <a:pt x="23178" y="19092"/>
                  </a:cubicBezTo>
                  <a:close/>
                  <a:moveTo>
                    <a:pt x="24042" y="26399"/>
                  </a:moveTo>
                  <a:lnTo>
                    <a:pt x="24042" y="26477"/>
                  </a:lnTo>
                  <a:cubicBezTo>
                    <a:pt x="21764" y="28049"/>
                    <a:pt x="19328" y="29384"/>
                    <a:pt x="16814" y="30484"/>
                  </a:cubicBezTo>
                  <a:cubicBezTo>
                    <a:pt x="13278" y="31977"/>
                    <a:pt x="9586" y="32998"/>
                    <a:pt x="5814" y="33234"/>
                  </a:cubicBezTo>
                  <a:cubicBezTo>
                    <a:pt x="8093" y="31663"/>
                    <a:pt x="10528" y="30249"/>
                    <a:pt x="13043" y="29227"/>
                  </a:cubicBezTo>
                  <a:cubicBezTo>
                    <a:pt x="16264" y="27734"/>
                    <a:pt x="19642" y="26870"/>
                    <a:pt x="23178" y="26477"/>
                  </a:cubicBezTo>
                  <a:cubicBezTo>
                    <a:pt x="23492" y="26399"/>
                    <a:pt x="23806" y="26399"/>
                    <a:pt x="24042" y="26399"/>
                  </a:cubicBezTo>
                  <a:close/>
                  <a:moveTo>
                    <a:pt x="24828" y="19092"/>
                  </a:moveTo>
                  <a:cubicBezTo>
                    <a:pt x="26713" y="19092"/>
                    <a:pt x="27970" y="19642"/>
                    <a:pt x="28285" y="20428"/>
                  </a:cubicBezTo>
                  <a:cubicBezTo>
                    <a:pt x="28835" y="21842"/>
                    <a:pt x="27420" y="23885"/>
                    <a:pt x="24592" y="26006"/>
                  </a:cubicBezTo>
                  <a:lnTo>
                    <a:pt x="24435" y="26006"/>
                  </a:lnTo>
                  <a:cubicBezTo>
                    <a:pt x="24042" y="26006"/>
                    <a:pt x="23571" y="26006"/>
                    <a:pt x="23099" y="26085"/>
                  </a:cubicBezTo>
                  <a:cubicBezTo>
                    <a:pt x="19564" y="26477"/>
                    <a:pt x="16185" y="27420"/>
                    <a:pt x="12885" y="28913"/>
                  </a:cubicBezTo>
                  <a:cubicBezTo>
                    <a:pt x="10136" y="30013"/>
                    <a:pt x="7464" y="31506"/>
                    <a:pt x="5029" y="33313"/>
                  </a:cubicBezTo>
                  <a:cubicBezTo>
                    <a:pt x="3222" y="33156"/>
                    <a:pt x="1965" y="32763"/>
                    <a:pt x="1572" y="31820"/>
                  </a:cubicBezTo>
                  <a:lnTo>
                    <a:pt x="1572" y="31899"/>
                  </a:lnTo>
                  <a:cubicBezTo>
                    <a:pt x="943" y="30563"/>
                    <a:pt x="2436" y="28520"/>
                    <a:pt x="5186" y="26399"/>
                  </a:cubicBezTo>
                  <a:cubicBezTo>
                    <a:pt x="5290" y="26402"/>
                    <a:pt x="5396" y="26403"/>
                    <a:pt x="5503" y="26403"/>
                  </a:cubicBezTo>
                  <a:cubicBezTo>
                    <a:pt x="8403" y="26403"/>
                    <a:pt x="12577" y="25386"/>
                    <a:pt x="16971" y="23492"/>
                  </a:cubicBezTo>
                  <a:cubicBezTo>
                    <a:pt x="19721" y="22392"/>
                    <a:pt x="22392" y="20899"/>
                    <a:pt x="24828" y="19092"/>
                  </a:cubicBezTo>
                  <a:close/>
                  <a:moveTo>
                    <a:pt x="24121" y="33784"/>
                  </a:moveTo>
                  <a:cubicBezTo>
                    <a:pt x="21842" y="35434"/>
                    <a:pt x="19328" y="36770"/>
                    <a:pt x="16735" y="37870"/>
                  </a:cubicBezTo>
                  <a:cubicBezTo>
                    <a:pt x="13314" y="39425"/>
                    <a:pt x="9662" y="40364"/>
                    <a:pt x="5855" y="40612"/>
                  </a:cubicBezTo>
                  <a:lnTo>
                    <a:pt x="5855" y="40612"/>
                  </a:lnTo>
                  <a:cubicBezTo>
                    <a:pt x="8099" y="38999"/>
                    <a:pt x="10495" y="37615"/>
                    <a:pt x="13043" y="36534"/>
                  </a:cubicBezTo>
                  <a:cubicBezTo>
                    <a:pt x="16264" y="35120"/>
                    <a:pt x="19642" y="34177"/>
                    <a:pt x="23099" y="33784"/>
                  </a:cubicBezTo>
                  <a:close/>
                  <a:moveTo>
                    <a:pt x="24828" y="26399"/>
                  </a:moveTo>
                  <a:cubicBezTo>
                    <a:pt x="26713" y="26399"/>
                    <a:pt x="27970" y="26949"/>
                    <a:pt x="28363" y="27813"/>
                  </a:cubicBezTo>
                  <a:cubicBezTo>
                    <a:pt x="28913" y="29149"/>
                    <a:pt x="27420" y="31191"/>
                    <a:pt x="24671" y="33313"/>
                  </a:cubicBezTo>
                  <a:lnTo>
                    <a:pt x="24671" y="33391"/>
                  </a:lnTo>
                  <a:lnTo>
                    <a:pt x="23099" y="33391"/>
                  </a:lnTo>
                  <a:cubicBezTo>
                    <a:pt x="19564" y="33784"/>
                    <a:pt x="16107" y="34727"/>
                    <a:pt x="12885" y="36141"/>
                  </a:cubicBezTo>
                  <a:cubicBezTo>
                    <a:pt x="10136" y="37320"/>
                    <a:pt x="7464" y="38812"/>
                    <a:pt x="5029" y="40620"/>
                  </a:cubicBezTo>
                  <a:cubicBezTo>
                    <a:pt x="3222" y="40541"/>
                    <a:pt x="1965" y="40148"/>
                    <a:pt x="1572" y="39205"/>
                  </a:cubicBezTo>
                  <a:cubicBezTo>
                    <a:pt x="1022" y="37870"/>
                    <a:pt x="2515" y="35748"/>
                    <a:pt x="5264" y="33706"/>
                  </a:cubicBezTo>
                  <a:cubicBezTo>
                    <a:pt x="8171" y="33706"/>
                    <a:pt x="12493" y="32763"/>
                    <a:pt x="16971" y="30799"/>
                  </a:cubicBezTo>
                  <a:cubicBezTo>
                    <a:pt x="19799" y="29699"/>
                    <a:pt x="22392" y="28206"/>
                    <a:pt x="24828" y="26399"/>
                  </a:cubicBezTo>
                  <a:close/>
                  <a:moveTo>
                    <a:pt x="24828" y="33784"/>
                  </a:moveTo>
                  <a:cubicBezTo>
                    <a:pt x="26792" y="33784"/>
                    <a:pt x="27970" y="34256"/>
                    <a:pt x="28285" y="35120"/>
                  </a:cubicBezTo>
                  <a:lnTo>
                    <a:pt x="28285" y="35198"/>
                  </a:lnTo>
                  <a:cubicBezTo>
                    <a:pt x="29306" y="37555"/>
                    <a:pt x="24042" y="42034"/>
                    <a:pt x="16814" y="45176"/>
                  </a:cubicBezTo>
                  <a:cubicBezTo>
                    <a:pt x="14457" y="46198"/>
                    <a:pt x="12021" y="46983"/>
                    <a:pt x="9507" y="47533"/>
                  </a:cubicBezTo>
                  <a:cubicBezTo>
                    <a:pt x="8407" y="46748"/>
                    <a:pt x="7700" y="45491"/>
                    <a:pt x="7700" y="44155"/>
                  </a:cubicBezTo>
                  <a:cubicBezTo>
                    <a:pt x="7700" y="45884"/>
                    <a:pt x="6600" y="47455"/>
                    <a:pt x="4950" y="48005"/>
                  </a:cubicBezTo>
                  <a:cubicBezTo>
                    <a:pt x="3222" y="47926"/>
                    <a:pt x="1965" y="47455"/>
                    <a:pt x="1572" y="46591"/>
                  </a:cubicBezTo>
                  <a:cubicBezTo>
                    <a:pt x="943" y="45255"/>
                    <a:pt x="2436" y="43212"/>
                    <a:pt x="5186" y="41091"/>
                  </a:cubicBezTo>
                  <a:cubicBezTo>
                    <a:pt x="5290" y="41094"/>
                    <a:pt x="5396" y="41095"/>
                    <a:pt x="5504" y="41095"/>
                  </a:cubicBezTo>
                  <a:cubicBezTo>
                    <a:pt x="8403" y="41095"/>
                    <a:pt x="12577" y="40081"/>
                    <a:pt x="16971" y="38262"/>
                  </a:cubicBezTo>
                  <a:cubicBezTo>
                    <a:pt x="19721" y="37084"/>
                    <a:pt x="22392" y="35591"/>
                    <a:pt x="24828" y="33784"/>
                  </a:cubicBezTo>
                  <a:close/>
                  <a:moveTo>
                    <a:pt x="20742" y="0"/>
                  </a:moveTo>
                  <a:cubicBezTo>
                    <a:pt x="20742" y="2279"/>
                    <a:pt x="18935" y="4086"/>
                    <a:pt x="16657" y="4086"/>
                  </a:cubicBezTo>
                  <a:cubicBezTo>
                    <a:pt x="17442" y="4086"/>
                    <a:pt x="18149" y="4243"/>
                    <a:pt x="18857" y="4714"/>
                  </a:cubicBezTo>
                  <a:cubicBezTo>
                    <a:pt x="16814" y="5186"/>
                    <a:pt x="14850" y="5893"/>
                    <a:pt x="12964" y="6678"/>
                  </a:cubicBezTo>
                  <a:cubicBezTo>
                    <a:pt x="5186" y="10057"/>
                    <a:pt x="0" y="14771"/>
                    <a:pt x="1257" y="17364"/>
                  </a:cubicBezTo>
                  <a:cubicBezTo>
                    <a:pt x="1650" y="18306"/>
                    <a:pt x="2829" y="18856"/>
                    <a:pt x="4557" y="19013"/>
                  </a:cubicBezTo>
                  <a:cubicBezTo>
                    <a:pt x="1886" y="21135"/>
                    <a:pt x="629" y="23178"/>
                    <a:pt x="1257" y="24670"/>
                  </a:cubicBezTo>
                  <a:cubicBezTo>
                    <a:pt x="1650" y="25613"/>
                    <a:pt x="2829" y="26163"/>
                    <a:pt x="4557" y="26320"/>
                  </a:cubicBezTo>
                  <a:cubicBezTo>
                    <a:pt x="1886" y="28442"/>
                    <a:pt x="629" y="30563"/>
                    <a:pt x="1257" y="31977"/>
                  </a:cubicBezTo>
                  <a:cubicBezTo>
                    <a:pt x="1650" y="32998"/>
                    <a:pt x="2829" y="33470"/>
                    <a:pt x="4557" y="33627"/>
                  </a:cubicBezTo>
                  <a:cubicBezTo>
                    <a:pt x="1965" y="35748"/>
                    <a:pt x="550" y="37870"/>
                    <a:pt x="1257" y="39362"/>
                  </a:cubicBezTo>
                  <a:cubicBezTo>
                    <a:pt x="1650" y="40384"/>
                    <a:pt x="2829" y="40855"/>
                    <a:pt x="4557" y="41012"/>
                  </a:cubicBezTo>
                  <a:cubicBezTo>
                    <a:pt x="1886" y="43134"/>
                    <a:pt x="629" y="45255"/>
                    <a:pt x="1257" y="46669"/>
                  </a:cubicBezTo>
                  <a:cubicBezTo>
                    <a:pt x="1650" y="47769"/>
                    <a:pt x="2986" y="48319"/>
                    <a:pt x="4950" y="48398"/>
                  </a:cubicBezTo>
                  <a:cubicBezTo>
                    <a:pt x="6600" y="48948"/>
                    <a:pt x="7779" y="50440"/>
                    <a:pt x="7779" y="52248"/>
                  </a:cubicBezTo>
                  <a:cubicBezTo>
                    <a:pt x="7779" y="49969"/>
                    <a:pt x="9586" y="48162"/>
                    <a:pt x="11864" y="48162"/>
                  </a:cubicBezTo>
                  <a:cubicBezTo>
                    <a:pt x="11236" y="48162"/>
                    <a:pt x="10686" y="48005"/>
                    <a:pt x="10136" y="47769"/>
                  </a:cubicBezTo>
                  <a:cubicBezTo>
                    <a:pt x="12493" y="47219"/>
                    <a:pt x="14771" y="46512"/>
                    <a:pt x="17050" y="45569"/>
                  </a:cubicBezTo>
                  <a:cubicBezTo>
                    <a:pt x="24671" y="42269"/>
                    <a:pt x="29856" y="37634"/>
                    <a:pt x="28756" y="34963"/>
                  </a:cubicBezTo>
                  <a:cubicBezTo>
                    <a:pt x="28285" y="34020"/>
                    <a:pt x="27185" y="33470"/>
                    <a:pt x="25378" y="33313"/>
                  </a:cubicBezTo>
                  <a:cubicBezTo>
                    <a:pt x="27970" y="31191"/>
                    <a:pt x="29306" y="29070"/>
                    <a:pt x="28756" y="27656"/>
                  </a:cubicBezTo>
                  <a:cubicBezTo>
                    <a:pt x="28285" y="26635"/>
                    <a:pt x="27106" y="26163"/>
                    <a:pt x="25378" y="26006"/>
                  </a:cubicBezTo>
                  <a:cubicBezTo>
                    <a:pt x="28049" y="23885"/>
                    <a:pt x="29385" y="21763"/>
                    <a:pt x="28756" y="20271"/>
                  </a:cubicBezTo>
                  <a:cubicBezTo>
                    <a:pt x="28285" y="19328"/>
                    <a:pt x="27185" y="18778"/>
                    <a:pt x="25378" y="18621"/>
                  </a:cubicBezTo>
                  <a:cubicBezTo>
                    <a:pt x="28049" y="16499"/>
                    <a:pt x="29306" y="14378"/>
                    <a:pt x="28756" y="12964"/>
                  </a:cubicBezTo>
                  <a:cubicBezTo>
                    <a:pt x="28285" y="11942"/>
                    <a:pt x="27185" y="11392"/>
                    <a:pt x="25378" y="11314"/>
                  </a:cubicBezTo>
                  <a:cubicBezTo>
                    <a:pt x="28049" y="9193"/>
                    <a:pt x="29306" y="7071"/>
                    <a:pt x="28756" y="5578"/>
                  </a:cubicBezTo>
                  <a:cubicBezTo>
                    <a:pt x="28285" y="4478"/>
                    <a:pt x="26792" y="3929"/>
                    <a:pt x="24513" y="3929"/>
                  </a:cubicBezTo>
                  <a:lnTo>
                    <a:pt x="23649" y="3929"/>
                  </a:lnTo>
                  <a:cubicBezTo>
                    <a:pt x="21921" y="3379"/>
                    <a:pt x="20742" y="1807"/>
                    <a:pt x="207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8"/>
            <p:cNvSpPr/>
            <p:nvPr/>
          </p:nvSpPr>
          <p:spPr>
            <a:xfrm>
              <a:off x="8568550" y="4010150"/>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8"/>
            <p:cNvSpPr/>
            <p:nvPr/>
          </p:nvSpPr>
          <p:spPr>
            <a:xfrm>
              <a:off x="256575" y="4321563"/>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 name="Google Shape;614;p48"/>
          <p:cNvSpPr txBox="1">
            <a:spLocks noGrp="1"/>
          </p:cNvSpPr>
          <p:nvPr>
            <p:ph type="title"/>
          </p:nvPr>
        </p:nvSpPr>
        <p:spPr>
          <a:xfrm>
            <a:off x="713225" y="539500"/>
            <a:ext cx="3365100" cy="136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picture is worth </a:t>
            </a:r>
            <a:r>
              <a:rPr lang="en" b="0"/>
              <a:t>a thousand words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18"/>
        <p:cNvGrpSpPr/>
        <p:nvPr/>
      </p:nvGrpSpPr>
      <p:grpSpPr>
        <a:xfrm>
          <a:off x="0" y="0"/>
          <a:ext cx="0" cy="0"/>
          <a:chOff x="0" y="0"/>
          <a:chExt cx="0" cy="0"/>
        </a:xfrm>
      </p:grpSpPr>
      <p:pic>
        <p:nvPicPr>
          <p:cNvPr id="619" name="Google Shape;619;p49"/>
          <p:cNvPicPr preferRelativeResize="0">
            <a:picLocks noGrp="1"/>
          </p:cNvPicPr>
          <p:nvPr>
            <p:ph type="pic" idx="2"/>
          </p:nvPr>
        </p:nvPicPr>
        <p:blipFill rotWithShape="1">
          <a:blip r:embed="rId3">
            <a:alphaModFix/>
          </a:blip>
          <a:srcRect l="33380" r="-1255"/>
          <a:stretch/>
        </p:blipFill>
        <p:spPr>
          <a:xfrm>
            <a:off x="4944350" y="974550"/>
            <a:ext cx="3248100" cy="3194400"/>
          </a:xfrm>
          <a:prstGeom prst="rect">
            <a:avLst/>
          </a:prstGeom>
        </p:spPr>
      </p:pic>
      <p:sp>
        <p:nvSpPr>
          <p:cNvPr id="620" name="Google Shape;620;p49"/>
          <p:cNvSpPr txBox="1">
            <a:spLocks noGrp="1"/>
          </p:cNvSpPr>
          <p:nvPr>
            <p:ph type="title"/>
          </p:nvPr>
        </p:nvSpPr>
        <p:spPr>
          <a:xfrm>
            <a:off x="713225" y="886575"/>
            <a:ext cx="4158300" cy="193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a:t>
            </a:r>
            <a:r>
              <a:rPr lang="en" b="0"/>
              <a:t>reinforces </a:t>
            </a:r>
            <a:endParaRPr b="0"/>
          </a:p>
          <a:p>
            <a:pPr marL="0" lvl="0" indent="0" algn="l" rtl="0">
              <a:spcBef>
                <a:spcPts val="0"/>
              </a:spcBef>
              <a:spcAft>
                <a:spcPts val="0"/>
              </a:spcAft>
              <a:buNone/>
            </a:pPr>
            <a:r>
              <a:rPr lang="en" b="0"/>
              <a:t>the concept</a:t>
            </a:r>
            <a:endParaRPr b="0"/>
          </a:p>
        </p:txBody>
      </p:sp>
      <p:sp>
        <p:nvSpPr>
          <p:cNvPr id="621" name="Google Shape;621;p49"/>
          <p:cNvSpPr txBox="1">
            <a:spLocks noGrp="1"/>
          </p:cNvSpPr>
          <p:nvPr>
            <p:ph type="subTitle" idx="1"/>
          </p:nvPr>
        </p:nvSpPr>
        <p:spPr>
          <a:xfrm>
            <a:off x="713225" y="2822925"/>
            <a:ext cx="4158300" cy="11292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Images reveal large amounts of data, so remember: use an image instead of a long text. Your audience will appreciate it</a:t>
            </a:r>
            <a:endParaRPr/>
          </a:p>
        </p:txBody>
      </p:sp>
      <p:grpSp>
        <p:nvGrpSpPr>
          <p:cNvPr id="622" name="Google Shape;622;p49"/>
          <p:cNvGrpSpPr/>
          <p:nvPr/>
        </p:nvGrpSpPr>
        <p:grpSpPr>
          <a:xfrm rot="7200089">
            <a:off x="4066663" y="3849009"/>
            <a:ext cx="1257916" cy="1342596"/>
            <a:chOff x="-408900" y="504142"/>
            <a:chExt cx="1167600" cy="1246200"/>
          </a:xfrm>
        </p:grpSpPr>
        <p:cxnSp>
          <p:nvCxnSpPr>
            <p:cNvPr id="623" name="Google Shape;623;p49"/>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624" name="Google Shape;624;p49"/>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625" name="Google Shape;625;p49"/>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0"/>
          <p:cNvSpPr txBox="1">
            <a:spLocks noGrp="1"/>
          </p:cNvSpPr>
          <p:nvPr>
            <p:ph type="title"/>
          </p:nvPr>
        </p:nvSpPr>
        <p:spPr>
          <a:xfrm>
            <a:off x="2567250" y="2357700"/>
            <a:ext cx="4009500" cy="138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a:t>
            </a:r>
            <a:r>
              <a:rPr lang="en" b="0"/>
              <a:t>the section</a:t>
            </a:r>
            <a:endParaRPr b="0"/>
          </a:p>
        </p:txBody>
      </p:sp>
      <p:sp>
        <p:nvSpPr>
          <p:cNvPr id="631" name="Google Shape;631;p50"/>
          <p:cNvSpPr txBox="1">
            <a:spLocks noGrp="1"/>
          </p:cNvSpPr>
          <p:nvPr>
            <p:ph type="title" idx="2"/>
          </p:nvPr>
        </p:nvSpPr>
        <p:spPr>
          <a:xfrm>
            <a:off x="3745800" y="776150"/>
            <a:ext cx="1652400" cy="138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632" name="Google Shape;632;p50"/>
          <p:cNvSpPr txBox="1">
            <a:spLocks noGrp="1"/>
          </p:cNvSpPr>
          <p:nvPr>
            <p:ph type="subTitle" idx="1"/>
          </p:nvPr>
        </p:nvSpPr>
        <p:spPr>
          <a:xfrm>
            <a:off x="2567250" y="3857300"/>
            <a:ext cx="4009500" cy="37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a:p>
            <a:pPr marL="0" lvl="0" indent="0" algn="ctr" rtl="0">
              <a:spcBef>
                <a:spcPts val="0"/>
              </a:spcBef>
              <a:spcAft>
                <a:spcPts val="0"/>
              </a:spcAft>
              <a:buNone/>
            </a:pPr>
            <a:endParaRPr/>
          </a:p>
        </p:txBody>
      </p:sp>
      <p:grpSp>
        <p:nvGrpSpPr>
          <p:cNvPr id="633" name="Google Shape;633;p50"/>
          <p:cNvGrpSpPr/>
          <p:nvPr/>
        </p:nvGrpSpPr>
        <p:grpSpPr>
          <a:xfrm rot="-2358263">
            <a:off x="469294" y="243137"/>
            <a:ext cx="1257847" cy="1342522"/>
            <a:chOff x="-408900" y="504142"/>
            <a:chExt cx="1167600" cy="1246200"/>
          </a:xfrm>
        </p:grpSpPr>
        <p:cxnSp>
          <p:nvCxnSpPr>
            <p:cNvPr id="634" name="Google Shape;634;p50"/>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635" name="Google Shape;635;p50"/>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636" name="Google Shape;636;p50"/>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40"/>
        <p:cNvGrpSpPr/>
        <p:nvPr/>
      </p:nvGrpSpPr>
      <p:grpSpPr>
        <a:xfrm>
          <a:off x="0" y="0"/>
          <a:ext cx="0" cy="0"/>
          <a:chOff x="0" y="0"/>
          <a:chExt cx="0" cy="0"/>
        </a:xfrm>
      </p:grpSpPr>
      <p:sp>
        <p:nvSpPr>
          <p:cNvPr id="641" name="Google Shape;641;p51"/>
          <p:cNvSpPr txBox="1">
            <a:spLocks noGrp="1"/>
          </p:cNvSpPr>
          <p:nvPr>
            <p:ph type="title"/>
          </p:nvPr>
        </p:nvSpPr>
        <p:spPr>
          <a:xfrm>
            <a:off x="1284000" y="1723825"/>
            <a:ext cx="6576000" cy="1198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9,30</a:t>
            </a:r>
            <a:r>
              <a:rPr lang="en" b="0"/>
              <a:t>0,000</a:t>
            </a:r>
            <a:endParaRPr b="0"/>
          </a:p>
        </p:txBody>
      </p:sp>
      <p:sp>
        <p:nvSpPr>
          <p:cNvPr id="642" name="Google Shape;642;p51"/>
          <p:cNvSpPr txBox="1">
            <a:spLocks noGrp="1"/>
          </p:cNvSpPr>
          <p:nvPr>
            <p:ph type="subTitle" idx="1"/>
          </p:nvPr>
        </p:nvSpPr>
        <p:spPr>
          <a:xfrm>
            <a:off x="1284000" y="2922575"/>
            <a:ext cx="65760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
        <p:nvSpPr>
          <p:cNvPr id="643" name="Google Shape;643;p51"/>
          <p:cNvSpPr/>
          <p:nvPr/>
        </p:nvSpPr>
        <p:spPr>
          <a:xfrm flipH="1">
            <a:off x="3799350" y="3706150"/>
            <a:ext cx="1545300" cy="350650"/>
          </a:xfrm>
          <a:custGeom>
            <a:avLst/>
            <a:gdLst/>
            <a:ahLst/>
            <a:cxnLst/>
            <a:rect l="l" t="t" r="r" b="b"/>
            <a:pathLst>
              <a:path w="61812" h="14026" extrusionOk="0">
                <a:moveTo>
                  <a:pt x="7040" y="0"/>
                </a:moveTo>
                <a:cubicBezTo>
                  <a:pt x="6987" y="532"/>
                  <a:pt x="6934" y="1036"/>
                  <a:pt x="6907" y="1541"/>
                </a:cubicBezTo>
                <a:cubicBezTo>
                  <a:pt x="6695" y="4410"/>
                  <a:pt x="4410" y="6721"/>
                  <a:pt x="1515" y="6907"/>
                </a:cubicBezTo>
                <a:cubicBezTo>
                  <a:pt x="1010" y="6933"/>
                  <a:pt x="506" y="6986"/>
                  <a:pt x="1" y="7013"/>
                </a:cubicBezTo>
                <a:cubicBezTo>
                  <a:pt x="506" y="7066"/>
                  <a:pt x="1010" y="7119"/>
                  <a:pt x="1515" y="7146"/>
                </a:cubicBezTo>
                <a:cubicBezTo>
                  <a:pt x="4410" y="7332"/>
                  <a:pt x="6695" y="9642"/>
                  <a:pt x="6907" y="12511"/>
                </a:cubicBezTo>
                <a:cubicBezTo>
                  <a:pt x="6934" y="13016"/>
                  <a:pt x="6960" y="13521"/>
                  <a:pt x="7013" y="14025"/>
                </a:cubicBezTo>
                <a:cubicBezTo>
                  <a:pt x="7066" y="13521"/>
                  <a:pt x="7120" y="13016"/>
                  <a:pt x="7146" y="12511"/>
                </a:cubicBezTo>
                <a:cubicBezTo>
                  <a:pt x="7359" y="9642"/>
                  <a:pt x="9643" y="7332"/>
                  <a:pt x="12538" y="7146"/>
                </a:cubicBezTo>
                <a:cubicBezTo>
                  <a:pt x="13043" y="7119"/>
                  <a:pt x="13548" y="7066"/>
                  <a:pt x="14052" y="7013"/>
                </a:cubicBezTo>
                <a:cubicBezTo>
                  <a:pt x="13548" y="6986"/>
                  <a:pt x="13043" y="6933"/>
                  <a:pt x="12538" y="6907"/>
                </a:cubicBezTo>
                <a:cubicBezTo>
                  <a:pt x="9643" y="6694"/>
                  <a:pt x="7359" y="4410"/>
                  <a:pt x="7173" y="1541"/>
                </a:cubicBezTo>
                <a:cubicBezTo>
                  <a:pt x="7120" y="1036"/>
                  <a:pt x="7066" y="532"/>
                  <a:pt x="7040" y="0"/>
                </a:cubicBezTo>
                <a:close/>
                <a:moveTo>
                  <a:pt x="30893" y="0"/>
                </a:moveTo>
                <a:cubicBezTo>
                  <a:pt x="30840" y="532"/>
                  <a:pt x="30813" y="1036"/>
                  <a:pt x="30787" y="1541"/>
                </a:cubicBezTo>
                <a:cubicBezTo>
                  <a:pt x="30574" y="4410"/>
                  <a:pt x="28263" y="6694"/>
                  <a:pt x="25394" y="6880"/>
                </a:cubicBezTo>
                <a:cubicBezTo>
                  <a:pt x="24890" y="6933"/>
                  <a:pt x="24385" y="6986"/>
                  <a:pt x="23880" y="7013"/>
                </a:cubicBezTo>
                <a:cubicBezTo>
                  <a:pt x="24385" y="7066"/>
                  <a:pt x="24890" y="7119"/>
                  <a:pt x="25394" y="7146"/>
                </a:cubicBezTo>
                <a:cubicBezTo>
                  <a:pt x="28290" y="7332"/>
                  <a:pt x="30574" y="9642"/>
                  <a:pt x="30787" y="12511"/>
                </a:cubicBezTo>
                <a:cubicBezTo>
                  <a:pt x="30813" y="13016"/>
                  <a:pt x="30866" y="13521"/>
                  <a:pt x="30893" y="14025"/>
                </a:cubicBezTo>
                <a:cubicBezTo>
                  <a:pt x="30946" y="13521"/>
                  <a:pt x="30999" y="13016"/>
                  <a:pt x="31026" y="12511"/>
                </a:cubicBezTo>
                <a:cubicBezTo>
                  <a:pt x="31238" y="9642"/>
                  <a:pt x="33522" y="7332"/>
                  <a:pt x="36418" y="7146"/>
                </a:cubicBezTo>
                <a:cubicBezTo>
                  <a:pt x="36922" y="7119"/>
                  <a:pt x="37427" y="7066"/>
                  <a:pt x="37932" y="7013"/>
                </a:cubicBezTo>
                <a:cubicBezTo>
                  <a:pt x="37427" y="6960"/>
                  <a:pt x="36922" y="6933"/>
                  <a:pt x="36418" y="6907"/>
                </a:cubicBezTo>
                <a:cubicBezTo>
                  <a:pt x="33522" y="6721"/>
                  <a:pt x="31212" y="4410"/>
                  <a:pt x="31026" y="1541"/>
                </a:cubicBezTo>
                <a:cubicBezTo>
                  <a:pt x="30999" y="1036"/>
                  <a:pt x="30946" y="532"/>
                  <a:pt x="30893" y="0"/>
                </a:cubicBezTo>
                <a:close/>
                <a:moveTo>
                  <a:pt x="54772" y="0"/>
                </a:moveTo>
                <a:cubicBezTo>
                  <a:pt x="54719" y="532"/>
                  <a:pt x="54692" y="1036"/>
                  <a:pt x="54639" y="1541"/>
                </a:cubicBezTo>
                <a:cubicBezTo>
                  <a:pt x="54453" y="4410"/>
                  <a:pt x="52143" y="6694"/>
                  <a:pt x="49274" y="6880"/>
                </a:cubicBezTo>
                <a:cubicBezTo>
                  <a:pt x="48769" y="6933"/>
                  <a:pt x="48264" y="6986"/>
                  <a:pt x="47733" y="7013"/>
                </a:cubicBezTo>
                <a:cubicBezTo>
                  <a:pt x="48264" y="7066"/>
                  <a:pt x="48769" y="7119"/>
                  <a:pt x="49274" y="7146"/>
                </a:cubicBezTo>
                <a:cubicBezTo>
                  <a:pt x="52143" y="7332"/>
                  <a:pt x="54453" y="9642"/>
                  <a:pt x="54639" y="12511"/>
                </a:cubicBezTo>
                <a:cubicBezTo>
                  <a:pt x="54666" y="13016"/>
                  <a:pt x="54719" y="13521"/>
                  <a:pt x="54772" y="14025"/>
                </a:cubicBezTo>
                <a:cubicBezTo>
                  <a:pt x="54825" y="13521"/>
                  <a:pt x="54852" y="13016"/>
                  <a:pt x="54905" y="12511"/>
                </a:cubicBezTo>
                <a:cubicBezTo>
                  <a:pt x="55091" y="9616"/>
                  <a:pt x="57402" y="7332"/>
                  <a:pt x="60297" y="7146"/>
                </a:cubicBezTo>
                <a:cubicBezTo>
                  <a:pt x="60802" y="7119"/>
                  <a:pt x="61306" y="7066"/>
                  <a:pt x="61811" y="7013"/>
                </a:cubicBezTo>
                <a:cubicBezTo>
                  <a:pt x="61280" y="6986"/>
                  <a:pt x="60775" y="6933"/>
                  <a:pt x="60297" y="6907"/>
                </a:cubicBezTo>
                <a:cubicBezTo>
                  <a:pt x="57402" y="6721"/>
                  <a:pt x="55117" y="4410"/>
                  <a:pt x="54905" y="1541"/>
                </a:cubicBezTo>
                <a:cubicBezTo>
                  <a:pt x="54878" y="1036"/>
                  <a:pt x="54825" y="532"/>
                  <a:pt x="54772"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1"/>
          <p:cNvSpPr/>
          <p:nvPr/>
        </p:nvSpPr>
        <p:spPr>
          <a:xfrm flipH="1">
            <a:off x="713229" y="395450"/>
            <a:ext cx="550834" cy="564881"/>
          </a:xfrm>
          <a:custGeom>
            <a:avLst/>
            <a:gdLst/>
            <a:ahLst/>
            <a:cxnLst/>
            <a:rect l="l" t="t" r="r" b="b"/>
            <a:pathLst>
              <a:path w="43135" h="44235" extrusionOk="0">
                <a:moveTo>
                  <a:pt x="21057" y="1"/>
                </a:moveTo>
                <a:lnTo>
                  <a:pt x="21057" y="394"/>
                </a:lnTo>
                <a:cubicBezTo>
                  <a:pt x="20979" y="12179"/>
                  <a:pt x="11786" y="21921"/>
                  <a:pt x="1" y="22471"/>
                </a:cubicBezTo>
                <a:cubicBezTo>
                  <a:pt x="11629" y="23021"/>
                  <a:pt x="20821" y="32606"/>
                  <a:pt x="21057" y="44234"/>
                </a:cubicBezTo>
                <a:lnTo>
                  <a:pt x="21057" y="43841"/>
                </a:lnTo>
                <a:cubicBezTo>
                  <a:pt x="20979" y="31663"/>
                  <a:pt x="30957" y="21764"/>
                  <a:pt x="43135" y="21764"/>
                </a:cubicBezTo>
                <a:cubicBezTo>
                  <a:pt x="31114" y="21685"/>
                  <a:pt x="21214" y="12022"/>
                  <a:pt x="21057"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5" name="Google Shape;645;p51"/>
          <p:cNvGrpSpPr/>
          <p:nvPr/>
        </p:nvGrpSpPr>
        <p:grpSpPr>
          <a:xfrm rot="-7200089" flipH="1">
            <a:off x="574722" y="3628734"/>
            <a:ext cx="1257916" cy="1342596"/>
            <a:chOff x="-408900" y="504142"/>
            <a:chExt cx="1167600" cy="1246200"/>
          </a:xfrm>
        </p:grpSpPr>
        <p:cxnSp>
          <p:nvCxnSpPr>
            <p:cNvPr id="646" name="Google Shape;646;p51"/>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647" name="Google Shape;647;p51"/>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648" name="Google Shape;648;p51"/>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52"/>
        <p:cNvGrpSpPr/>
        <p:nvPr/>
      </p:nvGrpSpPr>
      <p:grpSpPr>
        <a:xfrm>
          <a:off x="0" y="0"/>
          <a:ext cx="0" cy="0"/>
          <a:chOff x="0" y="0"/>
          <a:chExt cx="0" cy="0"/>
        </a:xfrm>
      </p:grpSpPr>
      <p:sp>
        <p:nvSpPr>
          <p:cNvPr id="653" name="Google Shape;653;p52"/>
          <p:cNvSpPr txBox="1">
            <a:spLocks noGrp="1"/>
          </p:cNvSpPr>
          <p:nvPr>
            <p:ph type="subTitle" idx="1"/>
          </p:nvPr>
        </p:nvSpPr>
        <p:spPr>
          <a:xfrm>
            <a:off x="2223600" y="1428226"/>
            <a:ext cx="46968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654" name="Google Shape;654;p52"/>
          <p:cNvSpPr txBox="1">
            <a:spLocks noGrp="1"/>
          </p:cNvSpPr>
          <p:nvPr>
            <p:ph type="title"/>
          </p:nvPr>
        </p:nvSpPr>
        <p:spPr>
          <a:xfrm>
            <a:off x="2223600" y="670225"/>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655" name="Google Shape;655;p52"/>
          <p:cNvSpPr txBox="1">
            <a:spLocks noGrp="1"/>
          </p:cNvSpPr>
          <p:nvPr>
            <p:ph type="title" idx="2"/>
          </p:nvPr>
        </p:nvSpPr>
        <p:spPr>
          <a:xfrm>
            <a:off x="2223600" y="1967931"/>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656" name="Google Shape;656;p52"/>
          <p:cNvSpPr txBox="1">
            <a:spLocks noGrp="1"/>
          </p:cNvSpPr>
          <p:nvPr>
            <p:ph type="subTitle" idx="3"/>
          </p:nvPr>
        </p:nvSpPr>
        <p:spPr>
          <a:xfrm>
            <a:off x="2223600" y="2728503"/>
            <a:ext cx="46968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657" name="Google Shape;657;p52"/>
          <p:cNvSpPr txBox="1">
            <a:spLocks noGrp="1"/>
          </p:cNvSpPr>
          <p:nvPr>
            <p:ph type="title" idx="4"/>
          </p:nvPr>
        </p:nvSpPr>
        <p:spPr>
          <a:xfrm>
            <a:off x="2223600" y="3265638"/>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658" name="Google Shape;658;p52"/>
          <p:cNvSpPr txBox="1">
            <a:spLocks noGrp="1"/>
          </p:cNvSpPr>
          <p:nvPr>
            <p:ph type="subTitle" idx="5"/>
          </p:nvPr>
        </p:nvSpPr>
        <p:spPr>
          <a:xfrm>
            <a:off x="2223600" y="4028781"/>
            <a:ext cx="46968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distance between Earth and the Moon</a:t>
            </a:r>
            <a:endParaRPr/>
          </a:p>
        </p:txBody>
      </p:sp>
      <p:grpSp>
        <p:nvGrpSpPr>
          <p:cNvPr id="659" name="Google Shape;659;p52"/>
          <p:cNvGrpSpPr/>
          <p:nvPr/>
        </p:nvGrpSpPr>
        <p:grpSpPr>
          <a:xfrm rot="3599911" flipH="1">
            <a:off x="7619188" y="48609"/>
            <a:ext cx="1257916" cy="1342596"/>
            <a:chOff x="-408900" y="504142"/>
            <a:chExt cx="1167600" cy="1246200"/>
          </a:xfrm>
        </p:grpSpPr>
        <p:cxnSp>
          <p:nvCxnSpPr>
            <p:cNvPr id="660" name="Google Shape;660;p52"/>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661" name="Google Shape;661;p52"/>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662" name="Google Shape;662;p52"/>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66"/>
        <p:cNvGrpSpPr/>
        <p:nvPr/>
      </p:nvGrpSpPr>
      <p:grpSpPr>
        <a:xfrm>
          <a:off x="0" y="0"/>
          <a:ext cx="0" cy="0"/>
          <a:chOff x="0" y="0"/>
          <a:chExt cx="0" cy="0"/>
        </a:xfrm>
      </p:grpSpPr>
      <p:sp>
        <p:nvSpPr>
          <p:cNvPr id="667" name="Google Shape;667;p53"/>
          <p:cNvSpPr txBox="1">
            <a:spLocks noGrp="1"/>
          </p:cNvSpPr>
          <p:nvPr>
            <p:ph type="subTitle" idx="1"/>
          </p:nvPr>
        </p:nvSpPr>
        <p:spPr>
          <a:xfrm>
            <a:off x="938450" y="3479925"/>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of them all</a:t>
            </a:r>
            <a:endParaRPr/>
          </a:p>
        </p:txBody>
      </p:sp>
      <p:sp>
        <p:nvSpPr>
          <p:cNvPr id="668" name="Google Shape;668;p53"/>
          <p:cNvSpPr txBox="1">
            <a:spLocks noGrp="1"/>
          </p:cNvSpPr>
          <p:nvPr>
            <p:ph type="subTitle" idx="2"/>
          </p:nvPr>
        </p:nvSpPr>
        <p:spPr>
          <a:xfrm>
            <a:off x="938450" y="304785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669" name="Google Shape;669;p53"/>
          <p:cNvSpPr txBox="1">
            <a:spLocks noGrp="1"/>
          </p:cNvSpPr>
          <p:nvPr>
            <p:ph type="subTitle" idx="4"/>
          </p:nvPr>
        </p:nvSpPr>
        <p:spPr>
          <a:xfrm>
            <a:off x="3485350" y="3479925"/>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670" name="Google Shape;670;p53"/>
          <p:cNvSpPr txBox="1">
            <a:spLocks noGrp="1"/>
          </p:cNvSpPr>
          <p:nvPr>
            <p:ph type="subTitle" idx="5"/>
          </p:nvPr>
        </p:nvSpPr>
        <p:spPr>
          <a:xfrm>
            <a:off x="3485350" y="304785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671" name="Google Shape;671;p53"/>
          <p:cNvSpPr txBox="1">
            <a:spLocks noGrp="1"/>
          </p:cNvSpPr>
          <p:nvPr>
            <p:ph type="subTitle" idx="7"/>
          </p:nvPr>
        </p:nvSpPr>
        <p:spPr>
          <a:xfrm>
            <a:off x="6032250" y="3479925"/>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672" name="Google Shape;672;p53"/>
          <p:cNvSpPr txBox="1">
            <a:spLocks noGrp="1"/>
          </p:cNvSpPr>
          <p:nvPr>
            <p:ph type="subTitle" idx="8"/>
          </p:nvPr>
        </p:nvSpPr>
        <p:spPr>
          <a:xfrm>
            <a:off x="6032250" y="304785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673" name="Google Shape;673;p53"/>
          <p:cNvSpPr/>
          <p:nvPr/>
        </p:nvSpPr>
        <p:spPr>
          <a:xfrm>
            <a:off x="1333825" y="1474275"/>
            <a:ext cx="1382700" cy="1382700"/>
          </a:xfrm>
          <a:prstGeom prst="donut">
            <a:avLst>
              <a:gd name="adj" fmla="val 1193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3"/>
          <p:cNvSpPr/>
          <p:nvPr/>
        </p:nvSpPr>
        <p:spPr>
          <a:xfrm flipH="1">
            <a:off x="1326302" y="1466650"/>
            <a:ext cx="1397700" cy="1397700"/>
          </a:xfrm>
          <a:prstGeom prst="blockArc">
            <a:avLst>
              <a:gd name="adj1" fmla="val 10798115"/>
              <a:gd name="adj2" fmla="val 16256715"/>
              <a:gd name="adj3" fmla="val 12710"/>
            </a:avLst>
          </a:pr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3"/>
          <p:cNvSpPr/>
          <p:nvPr/>
        </p:nvSpPr>
        <p:spPr>
          <a:xfrm>
            <a:off x="3880725" y="1474275"/>
            <a:ext cx="1382700" cy="1382700"/>
          </a:xfrm>
          <a:prstGeom prst="donut">
            <a:avLst>
              <a:gd name="adj" fmla="val 1193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3"/>
          <p:cNvSpPr/>
          <p:nvPr/>
        </p:nvSpPr>
        <p:spPr>
          <a:xfrm flipH="1">
            <a:off x="3873202" y="1466650"/>
            <a:ext cx="1397700" cy="1397700"/>
          </a:xfrm>
          <a:prstGeom prst="blockArc">
            <a:avLst>
              <a:gd name="adj1" fmla="val 5400645"/>
              <a:gd name="adj2" fmla="val 16256715"/>
              <a:gd name="adj3" fmla="val 12710"/>
            </a:avLst>
          </a:prstGeom>
          <a:solidFill>
            <a:schemeClr val="dk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3"/>
          <p:cNvSpPr/>
          <p:nvPr/>
        </p:nvSpPr>
        <p:spPr>
          <a:xfrm>
            <a:off x="6427625" y="1474275"/>
            <a:ext cx="1382700" cy="1382700"/>
          </a:xfrm>
          <a:prstGeom prst="donut">
            <a:avLst>
              <a:gd name="adj" fmla="val 1193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3"/>
          <p:cNvSpPr/>
          <p:nvPr/>
        </p:nvSpPr>
        <p:spPr>
          <a:xfrm flipH="1">
            <a:off x="6420102" y="1466650"/>
            <a:ext cx="1397700" cy="1397700"/>
          </a:xfrm>
          <a:prstGeom prst="blockArc">
            <a:avLst>
              <a:gd name="adj1" fmla="val 26082"/>
              <a:gd name="adj2" fmla="val 16256715"/>
              <a:gd name="adj3" fmla="val 12710"/>
            </a:avLst>
          </a:pr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3"/>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Let’s use some</a:t>
            </a:r>
            <a:r>
              <a:rPr lang="en" b="0"/>
              <a:t> percentages</a:t>
            </a:r>
            <a:endParaRPr b="0"/>
          </a:p>
        </p:txBody>
      </p:sp>
      <p:sp>
        <p:nvSpPr>
          <p:cNvPr id="680" name="Google Shape;680;p53"/>
          <p:cNvSpPr txBox="1">
            <a:spLocks noGrp="1"/>
          </p:cNvSpPr>
          <p:nvPr>
            <p:ph type="title" idx="3"/>
          </p:nvPr>
        </p:nvSpPr>
        <p:spPr>
          <a:xfrm>
            <a:off x="3873100" y="196215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681" name="Google Shape;681;p53"/>
          <p:cNvSpPr txBox="1">
            <a:spLocks noGrp="1"/>
          </p:cNvSpPr>
          <p:nvPr>
            <p:ph type="title" idx="6"/>
          </p:nvPr>
        </p:nvSpPr>
        <p:spPr>
          <a:xfrm>
            <a:off x="6417675" y="196215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682" name="Google Shape;682;p53"/>
          <p:cNvSpPr txBox="1">
            <a:spLocks noGrp="1"/>
          </p:cNvSpPr>
          <p:nvPr>
            <p:ph type="title"/>
          </p:nvPr>
        </p:nvSpPr>
        <p:spPr>
          <a:xfrm>
            <a:off x="1325650" y="1962150"/>
            <a:ext cx="13989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683" name="Google Shape;683;p53"/>
          <p:cNvSpPr/>
          <p:nvPr/>
        </p:nvSpPr>
        <p:spPr>
          <a:xfrm>
            <a:off x="7044475" y="-478950"/>
            <a:ext cx="1021601" cy="1018545"/>
          </a:xfrm>
          <a:custGeom>
            <a:avLst/>
            <a:gdLst/>
            <a:ahLst/>
            <a:cxnLst/>
            <a:rect l="l" t="t" r="r" b="b"/>
            <a:pathLst>
              <a:path w="52484" h="52327" extrusionOk="0">
                <a:moveTo>
                  <a:pt x="23885" y="79"/>
                </a:moveTo>
                <a:lnTo>
                  <a:pt x="22706" y="158"/>
                </a:lnTo>
                <a:lnTo>
                  <a:pt x="24435" y="16500"/>
                </a:lnTo>
                <a:lnTo>
                  <a:pt x="25613" y="16421"/>
                </a:lnTo>
                <a:lnTo>
                  <a:pt x="23885" y="79"/>
                </a:lnTo>
                <a:close/>
                <a:moveTo>
                  <a:pt x="28206" y="1"/>
                </a:moveTo>
                <a:lnTo>
                  <a:pt x="26477" y="16343"/>
                </a:lnTo>
                <a:lnTo>
                  <a:pt x="27735" y="16500"/>
                </a:lnTo>
                <a:lnTo>
                  <a:pt x="29463" y="158"/>
                </a:lnTo>
                <a:lnTo>
                  <a:pt x="28206" y="1"/>
                </a:lnTo>
                <a:close/>
                <a:moveTo>
                  <a:pt x="33549" y="944"/>
                </a:moveTo>
                <a:lnTo>
                  <a:pt x="28520" y="16657"/>
                </a:lnTo>
                <a:lnTo>
                  <a:pt x="29699" y="16971"/>
                </a:lnTo>
                <a:lnTo>
                  <a:pt x="34727" y="1336"/>
                </a:lnTo>
                <a:lnTo>
                  <a:pt x="33549" y="944"/>
                </a:lnTo>
                <a:close/>
                <a:moveTo>
                  <a:pt x="18542" y="1101"/>
                </a:moveTo>
                <a:lnTo>
                  <a:pt x="17364" y="1494"/>
                </a:lnTo>
                <a:lnTo>
                  <a:pt x="22470" y="17207"/>
                </a:lnTo>
                <a:lnTo>
                  <a:pt x="23649" y="16814"/>
                </a:lnTo>
                <a:lnTo>
                  <a:pt x="18542" y="1101"/>
                </a:lnTo>
                <a:close/>
                <a:moveTo>
                  <a:pt x="38655" y="3065"/>
                </a:moveTo>
                <a:lnTo>
                  <a:pt x="30406" y="17286"/>
                </a:lnTo>
                <a:lnTo>
                  <a:pt x="31506" y="17914"/>
                </a:lnTo>
                <a:lnTo>
                  <a:pt x="39755" y="3693"/>
                </a:lnTo>
                <a:lnTo>
                  <a:pt x="38655" y="3065"/>
                </a:lnTo>
                <a:close/>
                <a:moveTo>
                  <a:pt x="13514" y="3301"/>
                </a:moveTo>
                <a:lnTo>
                  <a:pt x="12414" y="3851"/>
                </a:lnTo>
                <a:lnTo>
                  <a:pt x="20585" y="18150"/>
                </a:lnTo>
                <a:lnTo>
                  <a:pt x="21685" y="17521"/>
                </a:lnTo>
                <a:lnTo>
                  <a:pt x="13514" y="3301"/>
                </a:lnTo>
                <a:close/>
                <a:moveTo>
                  <a:pt x="43212" y="6129"/>
                </a:moveTo>
                <a:lnTo>
                  <a:pt x="32213" y="18386"/>
                </a:lnTo>
                <a:lnTo>
                  <a:pt x="33077" y="19171"/>
                </a:lnTo>
                <a:lnTo>
                  <a:pt x="44155" y="6993"/>
                </a:lnTo>
                <a:lnTo>
                  <a:pt x="43212" y="6129"/>
                </a:lnTo>
                <a:close/>
                <a:moveTo>
                  <a:pt x="8957" y="6443"/>
                </a:moveTo>
                <a:lnTo>
                  <a:pt x="8014" y="7229"/>
                </a:lnTo>
                <a:lnTo>
                  <a:pt x="19092" y="19486"/>
                </a:lnTo>
                <a:lnTo>
                  <a:pt x="20035" y="18621"/>
                </a:lnTo>
                <a:lnTo>
                  <a:pt x="8957" y="6443"/>
                </a:lnTo>
                <a:close/>
                <a:moveTo>
                  <a:pt x="46984" y="10136"/>
                </a:moveTo>
                <a:lnTo>
                  <a:pt x="33706" y="19721"/>
                </a:lnTo>
                <a:lnTo>
                  <a:pt x="34413" y="20743"/>
                </a:lnTo>
                <a:lnTo>
                  <a:pt x="47769" y="11079"/>
                </a:lnTo>
                <a:lnTo>
                  <a:pt x="46984" y="10136"/>
                </a:lnTo>
                <a:close/>
                <a:moveTo>
                  <a:pt x="5264" y="10450"/>
                </a:moveTo>
                <a:lnTo>
                  <a:pt x="4479" y="11393"/>
                </a:lnTo>
                <a:lnTo>
                  <a:pt x="17835" y="21135"/>
                </a:lnTo>
                <a:lnTo>
                  <a:pt x="18542" y="20114"/>
                </a:lnTo>
                <a:lnTo>
                  <a:pt x="5264" y="10450"/>
                </a:lnTo>
                <a:close/>
                <a:moveTo>
                  <a:pt x="49891" y="14771"/>
                </a:moveTo>
                <a:lnTo>
                  <a:pt x="34884" y="21450"/>
                </a:lnTo>
                <a:lnTo>
                  <a:pt x="35356" y="22628"/>
                </a:lnTo>
                <a:lnTo>
                  <a:pt x="50441" y="15871"/>
                </a:lnTo>
                <a:lnTo>
                  <a:pt x="49891" y="14771"/>
                </a:lnTo>
                <a:close/>
                <a:moveTo>
                  <a:pt x="2436" y="15164"/>
                </a:moveTo>
                <a:lnTo>
                  <a:pt x="1964" y="16264"/>
                </a:lnTo>
                <a:lnTo>
                  <a:pt x="16971" y="22942"/>
                </a:lnTo>
                <a:lnTo>
                  <a:pt x="17442" y="21843"/>
                </a:lnTo>
                <a:lnTo>
                  <a:pt x="2436" y="15164"/>
                </a:lnTo>
                <a:close/>
                <a:moveTo>
                  <a:pt x="51776" y="19878"/>
                </a:moveTo>
                <a:lnTo>
                  <a:pt x="35670" y="23335"/>
                </a:lnTo>
                <a:lnTo>
                  <a:pt x="35906" y="24592"/>
                </a:lnTo>
                <a:lnTo>
                  <a:pt x="52012" y="21135"/>
                </a:lnTo>
                <a:lnTo>
                  <a:pt x="51776" y="19878"/>
                </a:lnTo>
                <a:close/>
                <a:moveTo>
                  <a:pt x="629" y="20350"/>
                </a:moveTo>
                <a:lnTo>
                  <a:pt x="393" y="21528"/>
                </a:lnTo>
                <a:lnTo>
                  <a:pt x="16499" y="24985"/>
                </a:lnTo>
                <a:lnTo>
                  <a:pt x="16814" y="23728"/>
                </a:lnTo>
                <a:lnTo>
                  <a:pt x="629" y="20350"/>
                </a:lnTo>
                <a:close/>
                <a:moveTo>
                  <a:pt x="36063" y="25300"/>
                </a:moveTo>
                <a:lnTo>
                  <a:pt x="36063" y="26635"/>
                </a:lnTo>
                <a:lnTo>
                  <a:pt x="52483" y="26635"/>
                </a:lnTo>
                <a:lnTo>
                  <a:pt x="52483" y="25378"/>
                </a:lnTo>
                <a:lnTo>
                  <a:pt x="36063" y="25300"/>
                </a:lnTo>
                <a:close/>
                <a:moveTo>
                  <a:pt x="0" y="25771"/>
                </a:moveTo>
                <a:lnTo>
                  <a:pt x="0" y="27028"/>
                </a:lnTo>
                <a:lnTo>
                  <a:pt x="16421" y="27028"/>
                </a:lnTo>
                <a:lnTo>
                  <a:pt x="16499" y="25771"/>
                </a:lnTo>
                <a:close/>
                <a:moveTo>
                  <a:pt x="35984" y="27421"/>
                </a:moveTo>
                <a:lnTo>
                  <a:pt x="35748" y="28599"/>
                </a:lnTo>
                <a:lnTo>
                  <a:pt x="51855" y="32056"/>
                </a:lnTo>
                <a:lnTo>
                  <a:pt x="52090" y="30799"/>
                </a:lnTo>
                <a:lnTo>
                  <a:pt x="35984" y="27421"/>
                </a:lnTo>
                <a:close/>
                <a:moveTo>
                  <a:pt x="16578" y="27814"/>
                </a:moveTo>
                <a:lnTo>
                  <a:pt x="472" y="31192"/>
                </a:lnTo>
                <a:lnTo>
                  <a:pt x="707" y="32449"/>
                </a:lnTo>
                <a:lnTo>
                  <a:pt x="16814" y="28992"/>
                </a:lnTo>
                <a:lnTo>
                  <a:pt x="16578" y="27814"/>
                </a:lnTo>
                <a:close/>
                <a:moveTo>
                  <a:pt x="35513" y="29385"/>
                </a:moveTo>
                <a:lnTo>
                  <a:pt x="35041" y="30485"/>
                </a:lnTo>
                <a:lnTo>
                  <a:pt x="50048" y="37242"/>
                </a:lnTo>
                <a:lnTo>
                  <a:pt x="50598" y="36063"/>
                </a:lnTo>
                <a:lnTo>
                  <a:pt x="35513" y="29385"/>
                </a:lnTo>
                <a:close/>
                <a:moveTo>
                  <a:pt x="17128" y="29778"/>
                </a:moveTo>
                <a:lnTo>
                  <a:pt x="2122" y="36456"/>
                </a:lnTo>
                <a:lnTo>
                  <a:pt x="2593" y="37556"/>
                </a:lnTo>
                <a:lnTo>
                  <a:pt x="17678" y="30956"/>
                </a:lnTo>
                <a:lnTo>
                  <a:pt x="17128" y="29778"/>
                </a:lnTo>
                <a:close/>
                <a:moveTo>
                  <a:pt x="34648" y="31271"/>
                </a:moveTo>
                <a:lnTo>
                  <a:pt x="33863" y="32292"/>
                </a:lnTo>
                <a:lnTo>
                  <a:pt x="47219" y="41956"/>
                </a:lnTo>
                <a:lnTo>
                  <a:pt x="47926" y="40934"/>
                </a:lnTo>
                <a:lnTo>
                  <a:pt x="34648" y="31271"/>
                </a:lnTo>
                <a:close/>
                <a:moveTo>
                  <a:pt x="18149" y="31585"/>
                </a:moveTo>
                <a:lnTo>
                  <a:pt x="4714" y="41249"/>
                </a:lnTo>
                <a:lnTo>
                  <a:pt x="5500" y="42270"/>
                </a:lnTo>
                <a:lnTo>
                  <a:pt x="18778" y="32528"/>
                </a:lnTo>
                <a:lnTo>
                  <a:pt x="18149" y="31585"/>
                </a:lnTo>
                <a:close/>
                <a:moveTo>
                  <a:pt x="33470" y="32921"/>
                </a:moveTo>
                <a:lnTo>
                  <a:pt x="32449" y="33706"/>
                </a:lnTo>
                <a:lnTo>
                  <a:pt x="43527" y="45963"/>
                </a:lnTo>
                <a:lnTo>
                  <a:pt x="44469" y="45099"/>
                </a:lnTo>
                <a:lnTo>
                  <a:pt x="33470" y="32921"/>
                </a:lnTo>
                <a:close/>
                <a:moveTo>
                  <a:pt x="19406" y="33156"/>
                </a:moveTo>
                <a:lnTo>
                  <a:pt x="8328" y="45413"/>
                </a:lnTo>
                <a:lnTo>
                  <a:pt x="9271" y="46198"/>
                </a:lnTo>
                <a:lnTo>
                  <a:pt x="20349" y="34021"/>
                </a:lnTo>
                <a:lnTo>
                  <a:pt x="19406" y="33156"/>
                </a:lnTo>
                <a:close/>
                <a:moveTo>
                  <a:pt x="31899" y="34256"/>
                </a:moveTo>
                <a:lnTo>
                  <a:pt x="30799" y="34885"/>
                </a:lnTo>
                <a:lnTo>
                  <a:pt x="39048" y="49105"/>
                </a:lnTo>
                <a:lnTo>
                  <a:pt x="40148" y="48477"/>
                </a:lnTo>
                <a:lnTo>
                  <a:pt x="31899" y="34256"/>
                </a:lnTo>
                <a:close/>
                <a:moveTo>
                  <a:pt x="20978" y="34413"/>
                </a:moveTo>
                <a:lnTo>
                  <a:pt x="12728" y="48713"/>
                </a:lnTo>
                <a:lnTo>
                  <a:pt x="13828" y="49341"/>
                </a:lnTo>
                <a:lnTo>
                  <a:pt x="22078" y="35042"/>
                </a:lnTo>
                <a:lnTo>
                  <a:pt x="20978" y="34413"/>
                </a:lnTo>
                <a:close/>
                <a:moveTo>
                  <a:pt x="30092" y="35199"/>
                </a:moveTo>
                <a:lnTo>
                  <a:pt x="28834" y="35592"/>
                </a:lnTo>
                <a:lnTo>
                  <a:pt x="33941" y="51227"/>
                </a:lnTo>
                <a:lnTo>
                  <a:pt x="35120" y="50834"/>
                </a:lnTo>
                <a:lnTo>
                  <a:pt x="30092" y="35199"/>
                </a:lnTo>
                <a:close/>
                <a:moveTo>
                  <a:pt x="22863" y="35356"/>
                </a:moveTo>
                <a:lnTo>
                  <a:pt x="17756" y="50991"/>
                </a:lnTo>
                <a:lnTo>
                  <a:pt x="18935" y="51384"/>
                </a:lnTo>
                <a:lnTo>
                  <a:pt x="24042" y="35749"/>
                </a:lnTo>
                <a:lnTo>
                  <a:pt x="22863" y="35356"/>
                </a:lnTo>
                <a:close/>
                <a:moveTo>
                  <a:pt x="24828" y="35828"/>
                </a:moveTo>
                <a:lnTo>
                  <a:pt x="23099" y="52248"/>
                </a:lnTo>
                <a:lnTo>
                  <a:pt x="24356" y="52327"/>
                </a:lnTo>
                <a:lnTo>
                  <a:pt x="26085" y="35985"/>
                </a:lnTo>
                <a:lnTo>
                  <a:pt x="24828" y="35828"/>
                </a:lnTo>
                <a:close/>
                <a:moveTo>
                  <a:pt x="28127" y="35828"/>
                </a:moveTo>
                <a:lnTo>
                  <a:pt x="26870" y="35906"/>
                </a:lnTo>
                <a:lnTo>
                  <a:pt x="28599" y="52327"/>
                </a:lnTo>
                <a:lnTo>
                  <a:pt x="29856" y="52170"/>
                </a:lnTo>
                <a:lnTo>
                  <a:pt x="28127" y="35828"/>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99"/>
        <p:cNvGrpSpPr/>
        <p:nvPr/>
      </p:nvGrpSpPr>
      <p:grpSpPr>
        <a:xfrm>
          <a:off x="0" y="0"/>
          <a:ext cx="0" cy="0"/>
          <a:chOff x="0" y="0"/>
          <a:chExt cx="0" cy="0"/>
        </a:xfrm>
      </p:grpSpPr>
      <p:grpSp>
        <p:nvGrpSpPr>
          <p:cNvPr id="700" name="Google Shape;700;p55"/>
          <p:cNvGrpSpPr/>
          <p:nvPr/>
        </p:nvGrpSpPr>
        <p:grpSpPr>
          <a:xfrm>
            <a:off x="817700" y="1257150"/>
            <a:ext cx="4356000" cy="2605800"/>
            <a:chOff x="817700" y="1257150"/>
            <a:chExt cx="4356000" cy="2605800"/>
          </a:xfrm>
        </p:grpSpPr>
        <p:sp>
          <p:nvSpPr>
            <p:cNvPr id="701" name="Google Shape;701;p55"/>
            <p:cNvSpPr/>
            <p:nvPr/>
          </p:nvSpPr>
          <p:spPr>
            <a:xfrm>
              <a:off x="817700" y="1257150"/>
              <a:ext cx="4356000" cy="2605800"/>
            </a:xfrm>
            <a:prstGeom prst="roundRect">
              <a:avLst>
                <a:gd name="adj" fmla="val 31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5"/>
            <p:cNvSpPr/>
            <p:nvPr/>
          </p:nvSpPr>
          <p:spPr>
            <a:xfrm>
              <a:off x="4905075" y="2387813"/>
              <a:ext cx="165300" cy="344400"/>
            </a:xfrm>
            <a:prstGeom prst="roundRect">
              <a:avLst>
                <a:gd name="adj" fmla="val 20826"/>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 name="Google Shape;703;p55"/>
          <p:cNvSpPr txBox="1">
            <a:spLocks noGrp="1"/>
          </p:cNvSpPr>
          <p:nvPr>
            <p:ph type="title"/>
          </p:nvPr>
        </p:nvSpPr>
        <p:spPr>
          <a:xfrm>
            <a:off x="5801325" y="1435500"/>
            <a:ext cx="2512500" cy="10803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Tablet mockup</a:t>
            </a:r>
            <a:endParaRPr/>
          </a:p>
        </p:txBody>
      </p:sp>
      <p:sp>
        <p:nvSpPr>
          <p:cNvPr id="704" name="Google Shape;704;p55"/>
          <p:cNvSpPr txBox="1">
            <a:spLocks noGrp="1"/>
          </p:cNvSpPr>
          <p:nvPr>
            <p:ph type="subTitle" idx="1"/>
          </p:nvPr>
        </p:nvSpPr>
        <p:spPr>
          <a:xfrm>
            <a:off x="5801444" y="2439600"/>
            <a:ext cx="2512500" cy="1080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pic>
        <p:nvPicPr>
          <p:cNvPr id="705" name="Google Shape;705;p55"/>
          <p:cNvPicPr preferRelativeResize="0"/>
          <p:nvPr/>
        </p:nvPicPr>
        <p:blipFill>
          <a:blip r:embed="rId3">
            <a:alphaModFix/>
          </a:blip>
          <a:stretch>
            <a:fillRect/>
          </a:stretch>
        </p:blipFill>
        <p:spPr>
          <a:xfrm>
            <a:off x="1009762" y="1482892"/>
            <a:ext cx="3829750" cy="215424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09"/>
        <p:cNvGrpSpPr/>
        <p:nvPr/>
      </p:nvGrpSpPr>
      <p:grpSpPr>
        <a:xfrm>
          <a:off x="0" y="0"/>
          <a:ext cx="0" cy="0"/>
          <a:chOff x="0" y="0"/>
          <a:chExt cx="0" cy="0"/>
        </a:xfrm>
      </p:grpSpPr>
      <p:grpSp>
        <p:nvGrpSpPr>
          <p:cNvPr id="710" name="Google Shape;710;p56"/>
          <p:cNvGrpSpPr/>
          <p:nvPr/>
        </p:nvGrpSpPr>
        <p:grpSpPr>
          <a:xfrm>
            <a:off x="4321943" y="1582250"/>
            <a:ext cx="3970134" cy="1979019"/>
            <a:chOff x="4321943" y="1582250"/>
            <a:chExt cx="3970134" cy="1979019"/>
          </a:xfrm>
        </p:grpSpPr>
        <p:grpSp>
          <p:nvGrpSpPr>
            <p:cNvPr id="711" name="Google Shape;711;p56"/>
            <p:cNvGrpSpPr/>
            <p:nvPr/>
          </p:nvGrpSpPr>
          <p:grpSpPr>
            <a:xfrm rot="-5400000">
              <a:off x="5317501" y="586692"/>
              <a:ext cx="1979019" cy="3970134"/>
              <a:chOff x="5186401" y="494525"/>
              <a:chExt cx="1834973" cy="3724678"/>
            </a:xfrm>
          </p:grpSpPr>
          <p:sp>
            <p:nvSpPr>
              <p:cNvPr id="712" name="Google Shape;712;p56"/>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6"/>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4" name="Google Shape;714;p56"/>
            <p:cNvSpPr/>
            <p:nvPr/>
          </p:nvSpPr>
          <p:spPr>
            <a:xfrm rot="-5400000">
              <a:off x="4399078" y="2539950"/>
              <a:ext cx="64862" cy="63619"/>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5" name="Google Shape;715;p56"/>
          <p:cNvSpPr txBox="1">
            <a:spLocks noGrp="1"/>
          </p:cNvSpPr>
          <p:nvPr>
            <p:ph type="title"/>
          </p:nvPr>
        </p:nvSpPr>
        <p:spPr>
          <a:xfrm>
            <a:off x="885450" y="1466975"/>
            <a:ext cx="2749800" cy="1041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Phone mockup</a:t>
            </a:r>
            <a:endParaRPr/>
          </a:p>
        </p:txBody>
      </p:sp>
      <p:sp>
        <p:nvSpPr>
          <p:cNvPr id="716" name="Google Shape;716;p56"/>
          <p:cNvSpPr txBox="1">
            <a:spLocks noGrp="1"/>
          </p:cNvSpPr>
          <p:nvPr>
            <p:ph type="subTitle" idx="1"/>
          </p:nvPr>
        </p:nvSpPr>
        <p:spPr>
          <a:xfrm>
            <a:off x="885450" y="2508575"/>
            <a:ext cx="2749800" cy="104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717" name="Google Shape;717;p56"/>
          <p:cNvSpPr/>
          <p:nvPr/>
        </p:nvSpPr>
        <p:spPr>
          <a:xfrm rot="-5400000">
            <a:off x="5311607" y="879211"/>
            <a:ext cx="1795250" cy="3385531"/>
          </a:xfrm>
          <a:custGeom>
            <a:avLst/>
            <a:gdLst/>
            <a:ahLst/>
            <a:cxnLst/>
            <a:rect l="l" t="t" r="r" b="b"/>
            <a:pathLst>
              <a:path w="84552" h="161331" extrusionOk="0">
                <a:moveTo>
                  <a:pt x="1" y="1"/>
                </a:moveTo>
                <a:lnTo>
                  <a:pt x="1" y="161331"/>
                </a:lnTo>
                <a:lnTo>
                  <a:pt x="84551" y="161331"/>
                </a:lnTo>
                <a:lnTo>
                  <a:pt x="8455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18" name="Google Shape;718;p56"/>
          <p:cNvPicPr preferRelativeResize="0"/>
          <p:nvPr/>
        </p:nvPicPr>
        <p:blipFill rotWithShape="1">
          <a:blip r:embed="rId3">
            <a:alphaModFix/>
          </a:blip>
          <a:srcRect l="1429" t="7390" b="4317"/>
          <a:stretch/>
        </p:blipFill>
        <p:spPr>
          <a:xfrm>
            <a:off x="4516475" y="1706275"/>
            <a:ext cx="3435374" cy="173095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722"/>
        <p:cNvGrpSpPr/>
        <p:nvPr/>
      </p:nvGrpSpPr>
      <p:grpSpPr>
        <a:xfrm>
          <a:off x="0" y="0"/>
          <a:ext cx="0" cy="0"/>
          <a:chOff x="0" y="0"/>
          <a:chExt cx="0" cy="0"/>
        </a:xfrm>
      </p:grpSpPr>
      <p:sp>
        <p:nvSpPr>
          <p:cNvPr id="723" name="Google Shape;723;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t>
            </a:r>
            <a:r>
              <a:rPr lang="en" b="0"/>
              <a:t>a</a:t>
            </a:r>
            <a:r>
              <a:rPr lang="en" b="0">
                <a:solidFill>
                  <a:srgbClr val="F4C5B1"/>
                </a:solidFill>
              </a:rPr>
              <a:t> </a:t>
            </a:r>
            <a:r>
              <a:rPr lang="en" b="0"/>
              <a:t>map</a:t>
            </a:r>
            <a:endParaRPr b="0"/>
          </a:p>
        </p:txBody>
      </p:sp>
      <p:sp>
        <p:nvSpPr>
          <p:cNvPr id="724" name="Google Shape;724;p57"/>
          <p:cNvSpPr txBox="1"/>
          <p:nvPr/>
        </p:nvSpPr>
        <p:spPr>
          <a:xfrm>
            <a:off x="981900" y="4299200"/>
            <a:ext cx="7180200" cy="30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chemeClr val="lt1"/>
                </a:solidFill>
                <a:latin typeface="Actor"/>
                <a:ea typeface="Actor"/>
                <a:cs typeface="Actor"/>
                <a:sym typeface="Actor"/>
              </a:rPr>
              <a:t>Follow the link in the graph to modify its data and then paste the new one here. </a:t>
            </a:r>
            <a:r>
              <a:rPr lang="en" sz="1100" b="1" u="sng">
                <a:solidFill>
                  <a:schemeClr val="lt1"/>
                </a:solidFill>
                <a:latin typeface="Actor"/>
                <a:ea typeface="Actor"/>
                <a:cs typeface="Actor"/>
                <a:sym typeface="Actor"/>
                <a:hlinkClick r:id="rId3">
                  <a:extLst>
                    <a:ext uri="{A12FA001-AC4F-418D-AE19-62706E023703}">
                      <ahyp:hlinkClr xmlns:ahyp="http://schemas.microsoft.com/office/drawing/2018/hyperlinkcolor" val="tx"/>
                    </a:ext>
                  </a:extLst>
                </a:hlinkClick>
              </a:rPr>
              <a:t>For more info, click here</a:t>
            </a:r>
            <a:endParaRPr sz="1100" b="1" u="sng">
              <a:solidFill>
                <a:schemeClr val="lt1"/>
              </a:solidFill>
              <a:latin typeface="Actor"/>
              <a:ea typeface="Actor"/>
              <a:cs typeface="Actor"/>
              <a:sym typeface="Actor"/>
            </a:endParaRPr>
          </a:p>
        </p:txBody>
      </p:sp>
      <p:sp>
        <p:nvSpPr>
          <p:cNvPr id="725" name="Google Shape;725;p57"/>
          <p:cNvSpPr txBox="1"/>
          <p:nvPr/>
        </p:nvSpPr>
        <p:spPr>
          <a:xfrm>
            <a:off x="6355663" y="3445007"/>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lt1"/>
                </a:solidFill>
                <a:latin typeface="Unbounded"/>
                <a:ea typeface="Unbounded"/>
                <a:cs typeface="Unbounded"/>
                <a:sym typeface="Unbounded"/>
              </a:rPr>
              <a:t>Venus</a:t>
            </a:r>
            <a:endParaRPr sz="2000" b="1">
              <a:solidFill>
                <a:schemeClr val="lt1"/>
              </a:solidFill>
              <a:latin typeface="Unbounded"/>
              <a:ea typeface="Unbounded"/>
              <a:cs typeface="Unbounded"/>
              <a:sym typeface="Unbounded"/>
            </a:endParaRPr>
          </a:p>
        </p:txBody>
      </p:sp>
      <p:sp>
        <p:nvSpPr>
          <p:cNvPr id="726" name="Google Shape;726;p57"/>
          <p:cNvSpPr txBox="1"/>
          <p:nvPr/>
        </p:nvSpPr>
        <p:spPr>
          <a:xfrm>
            <a:off x="6355663" y="3745971"/>
            <a:ext cx="1673100" cy="358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Actor"/>
                <a:ea typeface="Actor"/>
                <a:cs typeface="Actor"/>
                <a:sym typeface="Actor"/>
              </a:rPr>
              <a:t>Venus is very hot</a:t>
            </a:r>
            <a:endParaRPr sz="1200">
              <a:solidFill>
                <a:schemeClr val="lt1"/>
              </a:solidFill>
              <a:latin typeface="Actor"/>
              <a:ea typeface="Actor"/>
              <a:cs typeface="Actor"/>
              <a:sym typeface="Actor"/>
            </a:endParaRPr>
          </a:p>
        </p:txBody>
      </p:sp>
      <p:sp>
        <p:nvSpPr>
          <p:cNvPr id="727" name="Google Shape;727;p57"/>
          <p:cNvSpPr txBox="1"/>
          <p:nvPr/>
        </p:nvSpPr>
        <p:spPr>
          <a:xfrm>
            <a:off x="6355663" y="2410316"/>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lt1"/>
                </a:solidFill>
                <a:latin typeface="Unbounded"/>
                <a:ea typeface="Unbounded"/>
                <a:cs typeface="Unbounded"/>
                <a:sym typeface="Unbounded"/>
              </a:rPr>
              <a:t>Mercury</a:t>
            </a:r>
            <a:endParaRPr sz="2000" b="1">
              <a:solidFill>
                <a:schemeClr val="lt1"/>
              </a:solidFill>
              <a:latin typeface="Unbounded"/>
              <a:ea typeface="Unbounded"/>
              <a:cs typeface="Unbounded"/>
              <a:sym typeface="Unbounded"/>
            </a:endParaRPr>
          </a:p>
        </p:txBody>
      </p:sp>
      <p:sp>
        <p:nvSpPr>
          <p:cNvPr id="728" name="Google Shape;728;p57"/>
          <p:cNvSpPr txBox="1"/>
          <p:nvPr/>
        </p:nvSpPr>
        <p:spPr>
          <a:xfrm>
            <a:off x="6355663" y="2711280"/>
            <a:ext cx="1673100" cy="358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Actor"/>
                <a:ea typeface="Actor"/>
                <a:cs typeface="Actor"/>
                <a:sym typeface="Actor"/>
              </a:rPr>
              <a:t>Mercury is small</a:t>
            </a:r>
            <a:endParaRPr sz="1200">
              <a:solidFill>
                <a:schemeClr val="lt1"/>
              </a:solidFill>
              <a:latin typeface="Actor"/>
              <a:ea typeface="Actor"/>
              <a:cs typeface="Actor"/>
              <a:sym typeface="Actor"/>
            </a:endParaRPr>
          </a:p>
        </p:txBody>
      </p:sp>
      <p:sp>
        <p:nvSpPr>
          <p:cNvPr id="729" name="Google Shape;729;p57"/>
          <p:cNvSpPr txBox="1"/>
          <p:nvPr/>
        </p:nvSpPr>
        <p:spPr>
          <a:xfrm>
            <a:off x="6355663" y="1347650"/>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lt1"/>
                </a:solidFill>
                <a:latin typeface="Unbounded"/>
                <a:ea typeface="Unbounded"/>
                <a:cs typeface="Unbounded"/>
                <a:sym typeface="Unbounded"/>
              </a:rPr>
              <a:t>Mars</a:t>
            </a:r>
            <a:endParaRPr sz="2000" b="1">
              <a:solidFill>
                <a:schemeClr val="lt1"/>
              </a:solidFill>
              <a:latin typeface="Unbounded"/>
              <a:ea typeface="Unbounded"/>
              <a:cs typeface="Unbounded"/>
              <a:sym typeface="Unbounded"/>
            </a:endParaRPr>
          </a:p>
        </p:txBody>
      </p:sp>
      <p:sp>
        <p:nvSpPr>
          <p:cNvPr id="730" name="Google Shape;730;p57"/>
          <p:cNvSpPr txBox="1"/>
          <p:nvPr/>
        </p:nvSpPr>
        <p:spPr>
          <a:xfrm>
            <a:off x="6355663" y="1648614"/>
            <a:ext cx="1673100" cy="358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Actor"/>
                <a:ea typeface="Actor"/>
                <a:cs typeface="Actor"/>
                <a:sym typeface="Actor"/>
              </a:rPr>
              <a:t>Mars is very cold</a:t>
            </a:r>
            <a:endParaRPr sz="1200">
              <a:solidFill>
                <a:schemeClr val="lt1"/>
              </a:solidFill>
              <a:latin typeface="Actor"/>
              <a:ea typeface="Actor"/>
              <a:cs typeface="Actor"/>
              <a:sym typeface="Actor"/>
            </a:endParaRPr>
          </a:p>
        </p:txBody>
      </p:sp>
      <p:sp>
        <p:nvSpPr>
          <p:cNvPr id="731" name="Google Shape;731;p57"/>
          <p:cNvSpPr/>
          <p:nvPr/>
        </p:nvSpPr>
        <p:spPr>
          <a:xfrm>
            <a:off x="6131163" y="2437676"/>
            <a:ext cx="183300" cy="183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7"/>
          <p:cNvSpPr/>
          <p:nvPr/>
        </p:nvSpPr>
        <p:spPr>
          <a:xfrm>
            <a:off x="6131163" y="3472964"/>
            <a:ext cx="183300" cy="183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7"/>
          <p:cNvSpPr/>
          <p:nvPr/>
        </p:nvSpPr>
        <p:spPr>
          <a:xfrm>
            <a:off x="6131163" y="1374414"/>
            <a:ext cx="183300" cy="18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57"/>
          <p:cNvGrpSpPr/>
          <p:nvPr/>
        </p:nvGrpSpPr>
        <p:grpSpPr>
          <a:xfrm rot="-3599911">
            <a:off x="152063" y="-131791"/>
            <a:ext cx="1257916" cy="1342596"/>
            <a:chOff x="-408900" y="504142"/>
            <a:chExt cx="1167600" cy="1246200"/>
          </a:xfrm>
        </p:grpSpPr>
        <p:cxnSp>
          <p:nvCxnSpPr>
            <p:cNvPr id="735" name="Google Shape;735;p57"/>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736" name="Google Shape;736;p57"/>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737" name="Google Shape;737;p57"/>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pic>
        <p:nvPicPr>
          <p:cNvPr id="738" name="Google Shape;738;p57" title="Gráfico">
            <a:hlinkClick r:id="rId4"/>
          </p:cNvPr>
          <p:cNvPicPr preferRelativeResize="0"/>
          <p:nvPr/>
        </p:nvPicPr>
        <p:blipFill>
          <a:blip r:embed="rId5">
            <a:alphaModFix/>
          </a:blip>
          <a:stretch>
            <a:fillRect/>
          </a:stretch>
        </p:blipFill>
        <p:spPr>
          <a:xfrm>
            <a:off x="1162675" y="1371200"/>
            <a:ext cx="4291296" cy="265772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42"/>
        <p:cNvGrpSpPr/>
        <p:nvPr/>
      </p:nvGrpSpPr>
      <p:grpSpPr>
        <a:xfrm>
          <a:off x="0" y="0"/>
          <a:ext cx="0" cy="0"/>
          <a:chOff x="0" y="0"/>
          <a:chExt cx="0" cy="0"/>
        </a:xfrm>
      </p:grpSpPr>
      <p:sp>
        <p:nvSpPr>
          <p:cNvPr id="743" name="Google Shape;743;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timeline </a:t>
            </a:r>
            <a:r>
              <a:rPr lang="en" b="0"/>
              <a:t>always works well</a:t>
            </a:r>
            <a:endParaRPr b="0"/>
          </a:p>
        </p:txBody>
      </p:sp>
      <p:cxnSp>
        <p:nvCxnSpPr>
          <p:cNvPr id="744" name="Google Shape;744;p58"/>
          <p:cNvCxnSpPr>
            <a:stCxn id="745" idx="3"/>
            <a:endCxn id="746" idx="1"/>
          </p:cNvCxnSpPr>
          <p:nvPr/>
        </p:nvCxnSpPr>
        <p:spPr>
          <a:xfrm>
            <a:off x="-7373925" y="1358075"/>
            <a:ext cx="1787400" cy="0"/>
          </a:xfrm>
          <a:prstGeom prst="straightConnector1">
            <a:avLst/>
          </a:prstGeom>
          <a:noFill/>
          <a:ln w="9525" cap="flat" cmpd="sng">
            <a:solidFill>
              <a:schemeClr val="accent2"/>
            </a:solidFill>
            <a:prstDash val="solid"/>
            <a:round/>
            <a:headEnd type="none" w="med" len="med"/>
            <a:tailEnd type="none" w="med" len="med"/>
          </a:ln>
        </p:spPr>
      </p:cxnSp>
      <p:cxnSp>
        <p:nvCxnSpPr>
          <p:cNvPr id="747" name="Google Shape;747;p58"/>
          <p:cNvCxnSpPr>
            <a:stCxn id="746" idx="3"/>
            <a:endCxn id="748" idx="1"/>
          </p:cNvCxnSpPr>
          <p:nvPr/>
        </p:nvCxnSpPr>
        <p:spPr>
          <a:xfrm>
            <a:off x="-5410025" y="1358075"/>
            <a:ext cx="1787400" cy="0"/>
          </a:xfrm>
          <a:prstGeom prst="straightConnector1">
            <a:avLst/>
          </a:prstGeom>
          <a:noFill/>
          <a:ln w="9525" cap="flat" cmpd="sng">
            <a:solidFill>
              <a:schemeClr val="accent2"/>
            </a:solidFill>
            <a:prstDash val="solid"/>
            <a:round/>
            <a:headEnd type="none" w="med" len="med"/>
            <a:tailEnd type="none" w="med" len="med"/>
          </a:ln>
        </p:spPr>
      </p:cxnSp>
      <p:cxnSp>
        <p:nvCxnSpPr>
          <p:cNvPr id="749" name="Google Shape;749;p58"/>
          <p:cNvCxnSpPr>
            <a:stCxn id="748" idx="3"/>
            <a:endCxn id="750" idx="1"/>
          </p:cNvCxnSpPr>
          <p:nvPr/>
        </p:nvCxnSpPr>
        <p:spPr>
          <a:xfrm>
            <a:off x="-3446125" y="1358075"/>
            <a:ext cx="1787400" cy="0"/>
          </a:xfrm>
          <a:prstGeom prst="straightConnector1">
            <a:avLst/>
          </a:prstGeom>
          <a:noFill/>
          <a:ln w="9525" cap="flat" cmpd="sng">
            <a:solidFill>
              <a:schemeClr val="accent2"/>
            </a:solidFill>
            <a:prstDash val="solid"/>
            <a:round/>
            <a:headEnd type="none" w="med" len="med"/>
            <a:tailEnd type="none" w="med" len="med"/>
          </a:ln>
        </p:spPr>
      </p:cxnSp>
      <p:sp>
        <p:nvSpPr>
          <p:cNvPr id="751" name="Google Shape;751;p58"/>
          <p:cNvSpPr txBox="1"/>
          <p:nvPr/>
        </p:nvSpPr>
        <p:spPr>
          <a:xfrm>
            <a:off x="736975" y="3485650"/>
            <a:ext cx="1966800" cy="455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Saturn</a:t>
            </a:r>
            <a:endParaRPr sz="2000" b="1">
              <a:solidFill>
                <a:schemeClr val="lt1"/>
              </a:solidFill>
              <a:latin typeface="Unbounded"/>
              <a:ea typeface="Unbounded"/>
              <a:cs typeface="Unbounded"/>
              <a:sym typeface="Unbounded"/>
            </a:endParaRPr>
          </a:p>
        </p:txBody>
      </p:sp>
      <p:sp>
        <p:nvSpPr>
          <p:cNvPr id="752" name="Google Shape;752;p58"/>
          <p:cNvSpPr txBox="1"/>
          <p:nvPr/>
        </p:nvSpPr>
        <p:spPr>
          <a:xfrm>
            <a:off x="736987" y="3912150"/>
            <a:ext cx="1966800" cy="615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Saturn is a gas giant and has several rings</a:t>
            </a:r>
            <a:endParaRPr>
              <a:solidFill>
                <a:schemeClr val="lt1"/>
              </a:solidFill>
              <a:latin typeface="Actor"/>
              <a:ea typeface="Actor"/>
              <a:cs typeface="Actor"/>
              <a:sym typeface="Actor"/>
            </a:endParaRPr>
          </a:p>
        </p:txBody>
      </p:sp>
      <p:sp>
        <p:nvSpPr>
          <p:cNvPr id="753" name="Google Shape;753;p58"/>
          <p:cNvSpPr txBox="1"/>
          <p:nvPr/>
        </p:nvSpPr>
        <p:spPr>
          <a:xfrm>
            <a:off x="1882738" y="1085900"/>
            <a:ext cx="1966800" cy="455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Venus</a:t>
            </a:r>
            <a:endParaRPr sz="2000" b="1">
              <a:solidFill>
                <a:schemeClr val="lt1"/>
              </a:solidFill>
              <a:latin typeface="Unbounded"/>
              <a:ea typeface="Unbounded"/>
              <a:cs typeface="Unbounded"/>
              <a:sym typeface="Unbounded"/>
            </a:endParaRPr>
          </a:p>
        </p:txBody>
      </p:sp>
      <p:sp>
        <p:nvSpPr>
          <p:cNvPr id="754" name="Google Shape;754;p58"/>
          <p:cNvSpPr txBox="1"/>
          <p:nvPr/>
        </p:nvSpPr>
        <p:spPr>
          <a:xfrm>
            <a:off x="1882742" y="1514243"/>
            <a:ext cx="1966800" cy="615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Venus is the second planet from the Sun</a:t>
            </a:r>
            <a:endParaRPr>
              <a:solidFill>
                <a:schemeClr val="lt1"/>
              </a:solidFill>
              <a:latin typeface="Actor"/>
              <a:ea typeface="Actor"/>
              <a:cs typeface="Actor"/>
              <a:sym typeface="Actor"/>
            </a:endParaRPr>
          </a:p>
        </p:txBody>
      </p:sp>
      <p:sp>
        <p:nvSpPr>
          <p:cNvPr id="755" name="Google Shape;755;p58"/>
          <p:cNvSpPr txBox="1"/>
          <p:nvPr/>
        </p:nvSpPr>
        <p:spPr>
          <a:xfrm>
            <a:off x="3028564" y="3485650"/>
            <a:ext cx="1966800" cy="455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Mars</a:t>
            </a:r>
            <a:endParaRPr sz="2000" b="1">
              <a:solidFill>
                <a:schemeClr val="lt1"/>
              </a:solidFill>
              <a:latin typeface="Unbounded"/>
              <a:ea typeface="Unbounded"/>
              <a:cs typeface="Unbounded"/>
              <a:sym typeface="Unbounded"/>
            </a:endParaRPr>
          </a:p>
        </p:txBody>
      </p:sp>
      <p:sp>
        <p:nvSpPr>
          <p:cNvPr id="756" name="Google Shape;756;p58"/>
          <p:cNvSpPr txBox="1"/>
          <p:nvPr/>
        </p:nvSpPr>
        <p:spPr>
          <a:xfrm>
            <a:off x="3028563" y="3912150"/>
            <a:ext cx="1966800" cy="615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Despite being red, Mars is a cold place</a:t>
            </a:r>
            <a:endParaRPr>
              <a:solidFill>
                <a:schemeClr val="lt1"/>
              </a:solidFill>
              <a:latin typeface="Actor"/>
              <a:ea typeface="Actor"/>
              <a:cs typeface="Actor"/>
              <a:sym typeface="Actor"/>
            </a:endParaRPr>
          </a:p>
        </p:txBody>
      </p:sp>
      <p:sp>
        <p:nvSpPr>
          <p:cNvPr id="757" name="Google Shape;757;p58"/>
          <p:cNvSpPr txBox="1"/>
          <p:nvPr/>
        </p:nvSpPr>
        <p:spPr>
          <a:xfrm>
            <a:off x="4174367" y="1085900"/>
            <a:ext cx="1966800" cy="455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Jupiter</a:t>
            </a:r>
            <a:endParaRPr sz="2000" b="1">
              <a:solidFill>
                <a:schemeClr val="lt1"/>
              </a:solidFill>
              <a:latin typeface="Unbounded"/>
              <a:ea typeface="Unbounded"/>
              <a:cs typeface="Unbounded"/>
              <a:sym typeface="Unbounded"/>
            </a:endParaRPr>
          </a:p>
        </p:txBody>
      </p:sp>
      <p:sp>
        <p:nvSpPr>
          <p:cNvPr id="758" name="Google Shape;758;p58"/>
          <p:cNvSpPr txBox="1"/>
          <p:nvPr/>
        </p:nvSpPr>
        <p:spPr>
          <a:xfrm>
            <a:off x="4174350" y="1514243"/>
            <a:ext cx="1966800" cy="615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Jupiter doesn’t have a solid surface</a:t>
            </a:r>
            <a:endParaRPr>
              <a:solidFill>
                <a:schemeClr val="lt1"/>
              </a:solidFill>
              <a:latin typeface="Actor"/>
              <a:ea typeface="Actor"/>
              <a:cs typeface="Actor"/>
              <a:sym typeface="Actor"/>
            </a:endParaRPr>
          </a:p>
        </p:txBody>
      </p:sp>
      <p:cxnSp>
        <p:nvCxnSpPr>
          <p:cNvPr id="759" name="Google Shape;759;p58"/>
          <p:cNvCxnSpPr>
            <a:stCxn id="760" idx="2"/>
            <a:endCxn id="751" idx="0"/>
          </p:cNvCxnSpPr>
          <p:nvPr/>
        </p:nvCxnSpPr>
        <p:spPr>
          <a:xfrm>
            <a:off x="1720275" y="3248750"/>
            <a:ext cx="0" cy="237000"/>
          </a:xfrm>
          <a:prstGeom prst="straightConnector1">
            <a:avLst/>
          </a:prstGeom>
          <a:noFill/>
          <a:ln w="19050" cap="flat" cmpd="sng">
            <a:solidFill>
              <a:schemeClr val="lt1"/>
            </a:solidFill>
            <a:prstDash val="solid"/>
            <a:round/>
            <a:headEnd type="none" w="med" len="med"/>
            <a:tailEnd type="diamond" w="med" len="med"/>
          </a:ln>
        </p:spPr>
      </p:cxnSp>
      <p:cxnSp>
        <p:nvCxnSpPr>
          <p:cNvPr id="761" name="Google Shape;761;p58"/>
          <p:cNvCxnSpPr>
            <a:stCxn id="754" idx="2"/>
            <a:endCxn id="762" idx="0"/>
          </p:cNvCxnSpPr>
          <p:nvPr/>
        </p:nvCxnSpPr>
        <p:spPr>
          <a:xfrm>
            <a:off x="2866142" y="2129843"/>
            <a:ext cx="0" cy="237000"/>
          </a:xfrm>
          <a:prstGeom prst="straightConnector1">
            <a:avLst/>
          </a:prstGeom>
          <a:noFill/>
          <a:ln w="19050" cap="flat" cmpd="sng">
            <a:solidFill>
              <a:schemeClr val="lt1"/>
            </a:solidFill>
            <a:prstDash val="solid"/>
            <a:round/>
            <a:headEnd type="diamond" w="med" len="med"/>
            <a:tailEnd type="none" w="med" len="med"/>
          </a:ln>
        </p:spPr>
      </p:cxnSp>
      <p:cxnSp>
        <p:nvCxnSpPr>
          <p:cNvPr id="763" name="Google Shape;763;p58"/>
          <p:cNvCxnSpPr>
            <a:stCxn id="764" idx="2"/>
            <a:endCxn id="755" idx="0"/>
          </p:cNvCxnSpPr>
          <p:nvPr/>
        </p:nvCxnSpPr>
        <p:spPr>
          <a:xfrm>
            <a:off x="4011950" y="3248750"/>
            <a:ext cx="0" cy="237000"/>
          </a:xfrm>
          <a:prstGeom prst="straightConnector1">
            <a:avLst/>
          </a:prstGeom>
          <a:noFill/>
          <a:ln w="19050" cap="flat" cmpd="sng">
            <a:solidFill>
              <a:schemeClr val="lt1"/>
            </a:solidFill>
            <a:prstDash val="solid"/>
            <a:round/>
            <a:headEnd type="none" w="med" len="med"/>
            <a:tailEnd type="diamond" w="med" len="med"/>
          </a:ln>
        </p:spPr>
      </p:cxnSp>
      <p:cxnSp>
        <p:nvCxnSpPr>
          <p:cNvPr id="765" name="Google Shape;765;p58"/>
          <p:cNvCxnSpPr>
            <a:stCxn id="758" idx="2"/>
            <a:endCxn id="766" idx="0"/>
          </p:cNvCxnSpPr>
          <p:nvPr/>
        </p:nvCxnSpPr>
        <p:spPr>
          <a:xfrm>
            <a:off x="5157750" y="2129843"/>
            <a:ext cx="0" cy="237000"/>
          </a:xfrm>
          <a:prstGeom prst="straightConnector1">
            <a:avLst/>
          </a:prstGeom>
          <a:noFill/>
          <a:ln w="19050" cap="flat" cmpd="sng">
            <a:solidFill>
              <a:schemeClr val="lt1"/>
            </a:solidFill>
            <a:prstDash val="solid"/>
            <a:round/>
            <a:headEnd type="diamond" w="med" len="med"/>
            <a:tailEnd type="none" w="med" len="med"/>
          </a:ln>
        </p:spPr>
      </p:cxnSp>
      <p:cxnSp>
        <p:nvCxnSpPr>
          <p:cNvPr id="767" name="Google Shape;767;p58"/>
          <p:cNvCxnSpPr>
            <a:stCxn id="760" idx="3"/>
            <a:endCxn id="762" idx="1"/>
          </p:cNvCxnSpPr>
          <p:nvPr/>
        </p:nvCxnSpPr>
        <p:spPr>
          <a:xfrm>
            <a:off x="2161275" y="2807750"/>
            <a:ext cx="263700" cy="0"/>
          </a:xfrm>
          <a:prstGeom prst="straightConnector1">
            <a:avLst/>
          </a:prstGeom>
          <a:noFill/>
          <a:ln w="19050" cap="flat" cmpd="sng">
            <a:solidFill>
              <a:schemeClr val="lt1"/>
            </a:solidFill>
            <a:prstDash val="solid"/>
            <a:round/>
            <a:headEnd type="none" w="med" len="med"/>
            <a:tailEnd type="none" w="med" len="med"/>
          </a:ln>
        </p:spPr>
      </p:cxnSp>
      <p:cxnSp>
        <p:nvCxnSpPr>
          <p:cNvPr id="768" name="Google Shape;768;p58"/>
          <p:cNvCxnSpPr>
            <a:stCxn id="762" idx="3"/>
            <a:endCxn id="764" idx="1"/>
          </p:cNvCxnSpPr>
          <p:nvPr/>
        </p:nvCxnSpPr>
        <p:spPr>
          <a:xfrm>
            <a:off x="3307100" y="2807750"/>
            <a:ext cx="264000" cy="0"/>
          </a:xfrm>
          <a:prstGeom prst="straightConnector1">
            <a:avLst/>
          </a:prstGeom>
          <a:noFill/>
          <a:ln w="19050" cap="flat" cmpd="sng">
            <a:solidFill>
              <a:schemeClr val="lt1"/>
            </a:solidFill>
            <a:prstDash val="solid"/>
            <a:round/>
            <a:headEnd type="none" w="med" len="med"/>
            <a:tailEnd type="none" w="med" len="med"/>
          </a:ln>
        </p:spPr>
      </p:cxnSp>
      <p:cxnSp>
        <p:nvCxnSpPr>
          <p:cNvPr id="769" name="Google Shape;769;p58"/>
          <p:cNvCxnSpPr>
            <a:stCxn id="764" idx="3"/>
            <a:endCxn id="766" idx="1"/>
          </p:cNvCxnSpPr>
          <p:nvPr/>
        </p:nvCxnSpPr>
        <p:spPr>
          <a:xfrm>
            <a:off x="4452950" y="2807750"/>
            <a:ext cx="263700" cy="0"/>
          </a:xfrm>
          <a:prstGeom prst="straightConnector1">
            <a:avLst/>
          </a:prstGeom>
          <a:noFill/>
          <a:ln w="19050" cap="flat" cmpd="sng">
            <a:solidFill>
              <a:schemeClr val="lt1"/>
            </a:solidFill>
            <a:prstDash val="solid"/>
            <a:round/>
            <a:headEnd type="none" w="med" len="med"/>
            <a:tailEnd type="none" w="med" len="med"/>
          </a:ln>
        </p:spPr>
      </p:cxnSp>
      <p:sp>
        <p:nvSpPr>
          <p:cNvPr id="770" name="Google Shape;770;p58"/>
          <p:cNvSpPr txBox="1"/>
          <p:nvPr/>
        </p:nvSpPr>
        <p:spPr>
          <a:xfrm>
            <a:off x="5320150" y="3485650"/>
            <a:ext cx="1966800" cy="455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Neptune</a:t>
            </a:r>
            <a:endParaRPr sz="2000" b="1">
              <a:solidFill>
                <a:schemeClr val="lt1"/>
              </a:solidFill>
              <a:latin typeface="Unbounded"/>
              <a:ea typeface="Unbounded"/>
              <a:cs typeface="Unbounded"/>
              <a:sym typeface="Unbounded"/>
            </a:endParaRPr>
          </a:p>
        </p:txBody>
      </p:sp>
      <p:sp>
        <p:nvSpPr>
          <p:cNvPr id="771" name="Google Shape;771;p58"/>
          <p:cNvSpPr txBox="1"/>
          <p:nvPr/>
        </p:nvSpPr>
        <p:spPr>
          <a:xfrm>
            <a:off x="5320161" y="3912150"/>
            <a:ext cx="1966800" cy="615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Is the farthest planet from the Sun</a:t>
            </a:r>
            <a:endParaRPr>
              <a:solidFill>
                <a:schemeClr val="lt1"/>
              </a:solidFill>
              <a:latin typeface="Actor"/>
              <a:ea typeface="Actor"/>
              <a:cs typeface="Actor"/>
              <a:sym typeface="Actor"/>
            </a:endParaRPr>
          </a:p>
        </p:txBody>
      </p:sp>
      <p:cxnSp>
        <p:nvCxnSpPr>
          <p:cNvPr id="772" name="Google Shape;772;p58"/>
          <p:cNvCxnSpPr>
            <a:stCxn id="773" idx="2"/>
            <a:endCxn id="770" idx="0"/>
          </p:cNvCxnSpPr>
          <p:nvPr/>
        </p:nvCxnSpPr>
        <p:spPr>
          <a:xfrm>
            <a:off x="6303550" y="3248750"/>
            <a:ext cx="0" cy="237000"/>
          </a:xfrm>
          <a:prstGeom prst="straightConnector1">
            <a:avLst/>
          </a:prstGeom>
          <a:noFill/>
          <a:ln w="19050" cap="flat" cmpd="sng">
            <a:solidFill>
              <a:schemeClr val="lt1"/>
            </a:solidFill>
            <a:prstDash val="solid"/>
            <a:round/>
            <a:headEnd type="none" w="med" len="med"/>
            <a:tailEnd type="diamond" w="med" len="med"/>
          </a:ln>
        </p:spPr>
      </p:cxnSp>
      <p:sp>
        <p:nvSpPr>
          <p:cNvPr id="774" name="Google Shape;774;p58"/>
          <p:cNvSpPr txBox="1"/>
          <p:nvPr/>
        </p:nvSpPr>
        <p:spPr>
          <a:xfrm>
            <a:off x="6465953" y="1085900"/>
            <a:ext cx="1966800" cy="455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Earth</a:t>
            </a:r>
            <a:endParaRPr sz="2000" b="1">
              <a:solidFill>
                <a:schemeClr val="lt1"/>
              </a:solidFill>
              <a:latin typeface="Unbounded"/>
              <a:ea typeface="Unbounded"/>
              <a:cs typeface="Unbounded"/>
              <a:sym typeface="Unbounded"/>
            </a:endParaRPr>
          </a:p>
        </p:txBody>
      </p:sp>
      <p:sp>
        <p:nvSpPr>
          <p:cNvPr id="775" name="Google Shape;775;p58"/>
          <p:cNvSpPr txBox="1"/>
          <p:nvPr/>
        </p:nvSpPr>
        <p:spPr>
          <a:xfrm>
            <a:off x="6465938" y="1514243"/>
            <a:ext cx="1966800" cy="615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Earth is the third planet from the Sun</a:t>
            </a:r>
            <a:endParaRPr>
              <a:solidFill>
                <a:schemeClr val="lt1"/>
              </a:solidFill>
              <a:latin typeface="Actor"/>
              <a:ea typeface="Actor"/>
              <a:cs typeface="Actor"/>
              <a:sym typeface="Actor"/>
            </a:endParaRPr>
          </a:p>
        </p:txBody>
      </p:sp>
      <p:cxnSp>
        <p:nvCxnSpPr>
          <p:cNvPr id="776" name="Google Shape;776;p58"/>
          <p:cNvCxnSpPr>
            <a:stCxn id="775" idx="2"/>
            <a:endCxn id="777" idx="0"/>
          </p:cNvCxnSpPr>
          <p:nvPr/>
        </p:nvCxnSpPr>
        <p:spPr>
          <a:xfrm>
            <a:off x="7449338" y="2129843"/>
            <a:ext cx="0" cy="237000"/>
          </a:xfrm>
          <a:prstGeom prst="straightConnector1">
            <a:avLst/>
          </a:prstGeom>
          <a:noFill/>
          <a:ln w="19050" cap="flat" cmpd="sng">
            <a:solidFill>
              <a:schemeClr val="lt1"/>
            </a:solidFill>
            <a:prstDash val="solid"/>
            <a:round/>
            <a:headEnd type="diamond" w="med" len="med"/>
            <a:tailEnd type="none" w="med" len="med"/>
          </a:ln>
        </p:spPr>
      </p:cxnSp>
      <p:cxnSp>
        <p:nvCxnSpPr>
          <p:cNvPr id="778" name="Google Shape;778;p58"/>
          <p:cNvCxnSpPr>
            <a:stCxn id="766" idx="3"/>
            <a:endCxn id="773" idx="1"/>
          </p:cNvCxnSpPr>
          <p:nvPr/>
        </p:nvCxnSpPr>
        <p:spPr>
          <a:xfrm>
            <a:off x="5598750" y="2807750"/>
            <a:ext cx="263700" cy="0"/>
          </a:xfrm>
          <a:prstGeom prst="straightConnector1">
            <a:avLst/>
          </a:prstGeom>
          <a:noFill/>
          <a:ln w="19050" cap="flat" cmpd="sng">
            <a:solidFill>
              <a:schemeClr val="lt1"/>
            </a:solidFill>
            <a:prstDash val="solid"/>
            <a:round/>
            <a:headEnd type="none" w="med" len="med"/>
            <a:tailEnd type="none" w="med" len="med"/>
          </a:ln>
        </p:spPr>
      </p:cxnSp>
      <p:cxnSp>
        <p:nvCxnSpPr>
          <p:cNvPr id="779" name="Google Shape;779;p58"/>
          <p:cNvCxnSpPr>
            <a:stCxn id="773" idx="3"/>
            <a:endCxn id="777" idx="1"/>
          </p:cNvCxnSpPr>
          <p:nvPr/>
        </p:nvCxnSpPr>
        <p:spPr>
          <a:xfrm>
            <a:off x="6744550" y="2807750"/>
            <a:ext cx="263700" cy="0"/>
          </a:xfrm>
          <a:prstGeom prst="straightConnector1">
            <a:avLst/>
          </a:prstGeom>
          <a:noFill/>
          <a:ln w="19050" cap="flat" cmpd="sng">
            <a:solidFill>
              <a:schemeClr val="lt1"/>
            </a:solidFill>
            <a:prstDash val="solid"/>
            <a:round/>
            <a:headEnd type="none" w="med" len="med"/>
            <a:tailEnd type="none" w="med" len="med"/>
          </a:ln>
        </p:spPr>
      </p:cxnSp>
      <p:sp>
        <p:nvSpPr>
          <p:cNvPr id="760" name="Google Shape;760;p58"/>
          <p:cNvSpPr/>
          <p:nvPr/>
        </p:nvSpPr>
        <p:spPr>
          <a:xfrm>
            <a:off x="1279275" y="2366750"/>
            <a:ext cx="882000" cy="8820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700" b="1">
                <a:solidFill>
                  <a:schemeClr val="lt1"/>
                </a:solidFill>
                <a:latin typeface="Unbounded"/>
                <a:ea typeface="Unbounded"/>
                <a:cs typeface="Unbounded"/>
                <a:sym typeface="Unbounded"/>
              </a:rPr>
              <a:t>01</a:t>
            </a:r>
            <a:endParaRPr sz="2700" b="1">
              <a:solidFill>
                <a:schemeClr val="lt1"/>
              </a:solidFill>
              <a:latin typeface="Unbounded"/>
              <a:ea typeface="Unbounded"/>
              <a:cs typeface="Unbounded"/>
              <a:sym typeface="Unbounded"/>
            </a:endParaRPr>
          </a:p>
        </p:txBody>
      </p:sp>
      <p:sp>
        <p:nvSpPr>
          <p:cNvPr id="762" name="Google Shape;762;p58"/>
          <p:cNvSpPr/>
          <p:nvPr/>
        </p:nvSpPr>
        <p:spPr>
          <a:xfrm>
            <a:off x="2425100" y="2366750"/>
            <a:ext cx="882000" cy="8820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700" b="1">
                <a:solidFill>
                  <a:schemeClr val="lt1"/>
                </a:solidFill>
                <a:latin typeface="Unbounded"/>
                <a:ea typeface="Unbounded"/>
                <a:cs typeface="Unbounded"/>
                <a:sym typeface="Unbounded"/>
              </a:rPr>
              <a:t>02</a:t>
            </a:r>
            <a:endParaRPr sz="2700"/>
          </a:p>
        </p:txBody>
      </p:sp>
      <p:sp>
        <p:nvSpPr>
          <p:cNvPr id="766" name="Google Shape;766;p58"/>
          <p:cNvSpPr/>
          <p:nvPr/>
        </p:nvSpPr>
        <p:spPr>
          <a:xfrm>
            <a:off x="4716750" y="2366750"/>
            <a:ext cx="882000" cy="8820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700" b="1">
                <a:solidFill>
                  <a:schemeClr val="lt1"/>
                </a:solidFill>
                <a:latin typeface="Unbounded"/>
                <a:ea typeface="Unbounded"/>
                <a:cs typeface="Unbounded"/>
                <a:sym typeface="Unbounded"/>
              </a:rPr>
              <a:t>04</a:t>
            </a:r>
            <a:endParaRPr sz="2700"/>
          </a:p>
        </p:txBody>
      </p:sp>
      <p:sp>
        <p:nvSpPr>
          <p:cNvPr id="773" name="Google Shape;773;p58"/>
          <p:cNvSpPr/>
          <p:nvPr/>
        </p:nvSpPr>
        <p:spPr>
          <a:xfrm>
            <a:off x="5862550" y="2366750"/>
            <a:ext cx="882000" cy="8820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700" b="1">
                <a:solidFill>
                  <a:schemeClr val="lt1"/>
                </a:solidFill>
                <a:latin typeface="Unbounded"/>
                <a:ea typeface="Unbounded"/>
                <a:cs typeface="Unbounded"/>
                <a:sym typeface="Unbounded"/>
              </a:rPr>
              <a:t>05</a:t>
            </a:r>
            <a:endParaRPr sz="2700"/>
          </a:p>
        </p:txBody>
      </p:sp>
      <p:sp>
        <p:nvSpPr>
          <p:cNvPr id="777" name="Google Shape;777;p58"/>
          <p:cNvSpPr/>
          <p:nvPr/>
        </p:nvSpPr>
        <p:spPr>
          <a:xfrm>
            <a:off x="7008350" y="2366750"/>
            <a:ext cx="882000" cy="8820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700" b="1">
                <a:solidFill>
                  <a:schemeClr val="lt1"/>
                </a:solidFill>
                <a:latin typeface="Unbounded"/>
                <a:ea typeface="Unbounded"/>
                <a:cs typeface="Unbounded"/>
                <a:sym typeface="Unbounded"/>
              </a:rPr>
              <a:t>06</a:t>
            </a:r>
            <a:endParaRPr sz="2700"/>
          </a:p>
        </p:txBody>
      </p:sp>
      <p:sp>
        <p:nvSpPr>
          <p:cNvPr id="764" name="Google Shape;764;p58"/>
          <p:cNvSpPr/>
          <p:nvPr/>
        </p:nvSpPr>
        <p:spPr>
          <a:xfrm>
            <a:off x="3570950" y="2366750"/>
            <a:ext cx="882000" cy="8820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700" b="1">
                <a:solidFill>
                  <a:schemeClr val="lt1"/>
                </a:solidFill>
                <a:latin typeface="Unbounded"/>
                <a:ea typeface="Unbounded"/>
                <a:cs typeface="Unbounded"/>
                <a:sym typeface="Unbounded"/>
              </a:rPr>
              <a:t>03</a:t>
            </a:r>
            <a:endParaRPr sz="270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83"/>
        <p:cNvGrpSpPr/>
        <p:nvPr/>
      </p:nvGrpSpPr>
      <p:grpSpPr>
        <a:xfrm>
          <a:off x="0" y="0"/>
          <a:ext cx="0" cy="0"/>
          <a:chOff x="0" y="0"/>
          <a:chExt cx="0" cy="0"/>
        </a:xfrm>
      </p:grpSpPr>
      <p:sp>
        <p:nvSpPr>
          <p:cNvPr id="784" name="Google Shape;784;p59"/>
          <p:cNvSpPr/>
          <p:nvPr/>
        </p:nvSpPr>
        <p:spPr>
          <a:xfrm>
            <a:off x="6063613" y="1443175"/>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B</a:t>
            </a:r>
            <a:endParaRPr b="1">
              <a:solidFill>
                <a:schemeClr val="lt1"/>
              </a:solidFill>
              <a:latin typeface="Unbounded"/>
              <a:ea typeface="Unbounded"/>
              <a:cs typeface="Unbounded"/>
              <a:sym typeface="Unbounded"/>
            </a:endParaRPr>
          </a:p>
        </p:txBody>
      </p:sp>
      <p:sp>
        <p:nvSpPr>
          <p:cNvPr id="785" name="Google Shape;785;p59"/>
          <p:cNvSpPr/>
          <p:nvPr/>
        </p:nvSpPr>
        <p:spPr>
          <a:xfrm>
            <a:off x="2686263" y="3897075"/>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G</a:t>
            </a:r>
            <a:endParaRPr b="1">
              <a:solidFill>
                <a:schemeClr val="lt1"/>
              </a:solidFill>
              <a:latin typeface="Unbounded"/>
              <a:ea typeface="Unbounded"/>
              <a:cs typeface="Unbounded"/>
              <a:sym typeface="Unbounded"/>
            </a:endParaRPr>
          </a:p>
        </p:txBody>
      </p:sp>
      <p:sp>
        <p:nvSpPr>
          <p:cNvPr id="786" name="Google Shape;786;p59"/>
          <p:cNvSpPr/>
          <p:nvPr/>
        </p:nvSpPr>
        <p:spPr>
          <a:xfrm>
            <a:off x="6063613" y="3897075"/>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H</a:t>
            </a:r>
            <a:endParaRPr b="1">
              <a:solidFill>
                <a:schemeClr val="lt1"/>
              </a:solidFill>
              <a:latin typeface="Unbounded"/>
              <a:ea typeface="Unbounded"/>
              <a:cs typeface="Unbounded"/>
              <a:sym typeface="Unbounded"/>
            </a:endParaRPr>
          </a:p>
        </p:txBody>
      </p:sp>
      <p:sp>
        <p:nvSpPr>
          <p:cNvPr id="787" name="Google Shape;787;p59"/>
          <p:cNvSpPr/>
          <p:nvPr/>
        </p:nvSpPr>
        <p:spPr>
          <a:xfrm>
            <a:off x="2686263" y="1443175"/>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A</a:t>
            </a:r>
            <a:endParaRPr b="1">
              <a:solidFill>
                <a:schemeClr val="lt1"/>
              </a:solidFill>
              <a:latin typeface="Unbounded"/>
              <a:ea typeface="Unbounded"/>
              <a:cs typeface="Unbounded"/>
              <a:sym typeface="Unbounded"/>
            </a:endParaRPr>
          </a:p>
        </p:txBody>
      </p:sp>
      <p:sp>
        <p:nvSpPr>
          <p:cNvPr id="788" name="Google Shape;788;p59"/>
          <p:cNvSpPr txBox="1"/>
          <p:nvPr/>
        </p:nvSpPr>
        <p:spPr>
          <a:xfrm>
            <a:off x="719912" y="1378975"/>
            <a:ext cx="1657800" cy="5589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000" b="1">
                <a:solidFill>
                  <a:schemeClr val="lt1"/>
                </a:solidFill>
                <a:latin typeface="Unbounded"/>
                <a:ea typeface="Unbounded"/>
                <a:cs typeface="Unbounded"/>
                <a:sym typeface="Unbounded"/>
              </a:rPr>
              <a:t>Mars</a:t>
            </a:r>
            <a:endParaRPr sz="2000" b="1">
              <a:solidFill>
                <a:schemeClr val="lt1"/>
              </a:solidFill>
              <a:latin typeface="Unbounded"/>
              <a:ea typeface="Unbounded"/>
              <a:cs typeface="Unbounded"/>
              <a:sym typeface="Unbounded"/>
            </a:endParaRPr>
          </a:p>
        </p:txBody>
      </p:sp>
      <p:sp>
        <p:nvSpPr>
          <p:cNvPr id="789" name="Google Shape;789;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Infographics </a:t>
            </a:r>
            <a:r>
              <a:rPr lang="en" b="0"/>
              <a:t>are useful</a:t>
            </a:r>
            <a:endParaRPr b="0"/>
          </a:p>
        </p:txBody>
      </p:sp>
      <p:sp>
        <p:nvSpPr>
          <p:cNvPr id="790" name="Google Shape;790;p59"/>
          <p:cNvSpPr txBox="1"/>
          <p:nvPr/>
        </p:nvSpPr>
        <p:spPr>
          <a:xfrm>
            <a:off x="3664788" y="2420425"/>
            <a:ext cx="1814400" cy="880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Solar System</a:t>
            </a:r>
            <a:endParaRPr sz="2000" b="1">
              <a:solidFill>
                <a:schemeClr val="lt1"/>
              </a:solidFill>
              <a:latin typeface="Unbounded"/>
              <a:ea typeface="Unbounded"/>
              <a:cs typeface="Unbounded"/>
              <a:sym typeface="Unbounded"/>
            </a:endParaRPr>
          </a:p>
        </p:txBody>
      </p:sp>
      <p:cxnSp>
        <p:nvCxnSpPr>
          <p:cNvPr id="791" name="Google Shape;791;p59"/>
          <p:cNvCxnSpPr>
            <a:stCxn id="790" idx="0"/>
            <a:endCxn id="784" idx="1"/>
          </p:cNvCxnSpPr>
          <p:nvPr/>
        </p:nvCxnSpPr>
        <p:spPr>
          <a:xfrm rot="-5400000">
            <a:off x="4936788" y="1293625"/>
            <a:ext cx="762000" cy="1491600"/>
          </a:xfrm>
          <a:prstGeom prst="bentConnector2">
            <a:avLst/>
          </a:prstGeom>
          <a:noFill/>
          <a:ln w="19050" cap="flat" cmpd="sng">
            <a:solidFill>
              <a:schemeClr val="lt1"/>
            </a:solidFill>
            <a:prstDash val="solid"/>
            <a:round/>
            <a:headEnd type="diamond" w="med" len="med"/>
            <a:tailEnd type="none" w="med" len="med"/>
          </a:ln>
        </p:spPr>
      </p:cxnSp>
      <p:cxnSp>
        <p:nvCxnSpPr>
          <p:cNvPr id="792" name="Google Shape;792;p59"/>
          <p:cNvCxnSpPr>
            <a:stCxn id="790" idx="2"/>
            <a:endCxn id="786" idx="1"/>
          </p:cNvCxnSpPr>
          <p:nvPr/>
        </p:nvCxnSpPr>
        <p:spPr>
          <a:xfrm rot="-5400000" flipH="1">
            <a:off x="4912038" y="2960875"/>
            <a:ext cx="811500" cy="1491600"/>
          </a:xfrm>
          <a:prstGeom prst="bentConnector2">
            <a:avLst/>
          </a:prstGeom>
          <a:noFill/>
          <a:ln w="19050" cap="flat" cmpd="sng">
            <a:solidFill>
              <a:schemeClr val="lt1"/>
            </a:solidFill>
            <a:prstDash val="solid"/>
            <a:round/>
            <a:headEnd type="diamond" w="med" len="med"/>
            <a:tailEnd type="none" w="med" len="med"/>
          </a:ln>
        </p:spPr>
      </p:cxnSp>
      <p:sp>
        <p:nvSpPr>
          <p:cNvPr id="793" name="Google Shape;793;p59"/>
          <p:cNvSpPr txBox="1"/>
          <p:nvPr/>
        </p:nvSpPr>
        <p:spPr>
          <a:xfrm>
            <a:off x="719912" y="3832901"/>
            <a:ext cx="1657800" cy="5589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000" b="1">
                <a:solidFill>
                  <a:schemeClr val="lt1"/>
                </a:solidFill>
                <a:latin typeface="Unbounded"/>
                <a:ea typeface="Unbounded"/>
                <a:cs typeface="Unbounded"/>
                <a:sym typeface="Unbounded"/>
              </a:rPr>
              <a:t>Mercury</a:t>
            </a:r>
            <a:endParaRPr sz="2000" b="1">
              <a:solidFill>
                <a:schemeClr val="lt1"/>
              </a:solidFill>
              <a:latin typeface="Unbounded"/>
              <a:ea typeface="Unbounded"/>
              <a:cs typeface="Unbounded"/>
              <a:sym typeface="Unbounded"/>
            </a:endParaRPr>
          </a:p>
        </p:txBody>
      </p:sp>
      <p:sp>
        <p:nvSpPr>
          <p:cNvPr id="794" name="Google Shape;794;p59"/>
          <p:cNvSpPr txBox="1"/>
          <p:nvPr/>
        </p:nvSpPr>
        <p:spPr>
          <a:xfrm>
            <a:off x="6766212" y="1378975"/>
            <a:ext cx="1657800" cy="558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lt1"/>
                </a:solidFill>
                <a:latin typeface="Unbounded"/>
                <a:ea typeface="Unbounded"/>
                <a:cs typeface="Unbounded"/>
                <a:sym typeface="Unbounded"/>
              </a:rPr>
              <a:t>Venus</a:t>
            </a:r>
            <a:endParaRPr sz="2000" b="1">
              <a:solidFill>
                <a:schemeClr val="lt1"/>
              </a:solidFill>
              <a:latin typeface="Unbounded"/>
              <a:ea typeface="Unbounded"/>
              <a:cs typeface="Unbounded"/>
              <a:sym typeface="Unbounded"/>
            </a:endParaRPr>
          </a:p>
        </p:txBody>
      </p:sp>
      <p:sp>
        <p:nvSpPr>
          <p:cNvPr id="795" name="Google Shape;795;p59"/>
          <p:cNvSpPr txBox="1"/>
          <p:nvPr/>
        </p:nvSpPr>
        <p:spPr>
          <a:xfrm>
            <a:off x="6766212" y="3832901"/>
            <a:ext cx="1657800" cy="558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lt1"/>
                </a:solidFill>
                <a:latin typeface="Unbounded"/>
                <a:ea typeface="Unbounded"/>
                <a:cs typeface="Unbounded"/>
                <a:sym typeface="Unbounded"/>
              </a:rPr>
              <a:t>Pluto</a:t>
            </a:r>
            <a:endParaRPr sz="2000" b="1">
              <a:solidFill>
                <a:schemeClr val="lt1"/>
              </a:solidFill>
              <a:latin typeface="Unbounded"/>
              <a:ea typeface="Unbounded"/>
              <a:cs typeface="Unbounded"/>
              <a:sym typeface="Unbounded"/>
            </a:endParaRPr>
          </a:p>
        </p:txBody>
      </p:sp>
      <p:cxnSp>
        <p:nvCxnSpPr>
          <p:cNvPr id="796" name="Google Shape;796;p59"/>
          <p:cNvCxnSpPr>
            <a:stCxn id="790" idx="0"/>
            <a:endCxn id="787" idx="3"/>
          </p:cNvCxnSpPr>
          <p:nvPr/>
        </p:nvCxnSpPr>
        <p:spPr>
          <a:xfrm rot="5400000" flipH="1">
            <a:off x="3463338" y="1311775"/>
            <a:ext cx="762000" cy="1455300"/>
          </a:xfrm>
          <a:prstGeom prst="bentConnector2">
            <a:avLst/>
          </a:prstGeom>
          <a:noFill/>
          <a:ln w="19050" cap="flat" cmpd="sng">
            <a:solidFill>
              <a:schemeClr val="lt1"/>
            </a:solidFill>
            <a:prstDash val="solid"/>
            <a:round/>
            <a:headEnd type="diamond" w="med" len="med"/>
            <a:tailEnd type="none" w="med" len="med"/>
          </a:ln>
        </p:spPr>
      </p:cxnSp>
      <p:cxnSp>
        <p:nvCxnSpPr>
          <p:cNvPr id="797" name="Google Shape;797;p59"/>
          <p:cNvCxnSpPr>
            <a:stCxn id="790" idx="2"/>
            <a:endCxn id="785" idx="3"/>
          </p:cNvCxnSpPr>
          <p:nvPr/>
        </p:nvCxnSpPr>
        <p:spPr>
          <a:xfrm rot="5400000">
            <a:off x="3438588" y="2979025"/>
            <a:ext cx="811500" cy="1455300"/>
          </a:xfrm>
          <a:prstGeom prst="bentConnector2">
            <a:avLst/>
          </a:prstGeom>
          <a:noFill/>
          <a:ln w="19050" cap="flat" cmpd="sng">
            <a:solidFill>
              <a:schemeClr val="lt1"/>
            </a:solidFill>
            <a:prstDash val="solid"/>
            <a:round/>
            <a:headEnd type="diamond" w="med" len="med"/>
            <a:tailEnd type="none" w="med" len="med"/>
          </a:ln>
        </p:spPr>
      </p:cxnSp>
      <p:sp>
        <p:nvSpPr>
          <p:cNvPr id="798" name="Google Shape;798;p59"/>
          <p:cNvSpPr txBox="1"/>
          <p:nvPr/>
        </p:nvSpPr>
        <p:spPr>
          <a:xfrm>
            <a:off x="719912" y="2196950"/>
            <a:ext cx="1657800" cy="5589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000" b="1">
                <a:solidFill>
                  <a:schemeClr val="lt1"/>
                </a:solidFill>
                <a:latin typeface="Unbounded"/>
                <a:ea typeface="Unbounded"/>
                <a:cs typeface="Unbounded"/>
                <a:sym typeface="Unbounded"/>
              </a:rPr>
              <a:t>Jupiter</a:t>
            </a:r>
            <a:endParaRPr sz="2000" b="1">
              <a:solidFill>
                <a:schemeClr val="lt1"/>
              </a:solidFill>
              <a:latin typeface="Unbounded"/>
              <a:ea typeface="Unbounded"/>
              <a:cs typeface="Unbounded"/>
              <a:sym typeface="Unbounded"/>
            </a:endParaRPr>
          </a:p>
        </p:txBody>
      </p:sp>
      <p:sp>
        <p:nvSpPr>
          <p:cNvPr id="799" name="Google Shape;799;p59"/>
          <p:cNvSpPr txBox="1"/>
          <p:nvPr/>
        </p:nvSpPr>
        <p:spPr>
          <a:xfrm>
            <a:off x="719912" y="3014926"/>
            <a:ext cx="1657800" cy="5589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000" b="1">
                <a:solidFill>
                  <a:schemeClr val="lt1"/>
                </a:solidFill>
                <a:latin typeface="Unbounded"/>
                <a:ea typeface="Unbounded"/>
                <a:cs typeface="Unbounded"/>
                <a:sym typeface="Unbounded"/>
              </a:rPr>
              <a:t>Earth</a:t>
            </a:r>
            <a:endParaRPr sz="2000" b="1">
              <a:solidFill>
                <a:schemeClr val="lt1"/>
              </a:solidFill>
              <a:latin typeface="Unbounded"/>
              <a:ea typeface="Unbounded"/>
              <a:cs typeface="Unbounded"/>
              <a:sym typeface="Unbounded"/>
            </a:endParaRPr>
          </a:p>
        </p:txBody>
      </p:sp>
      <p:sp>
        <p:nvSpPr>
          <p:cNvPr id="800" name="Google Shape;800;p59"/>
          <p:cNvSpPr txBox="1"/>
          <p:nvPr/>
        </p:nvSpPr>
        <p:spPr>
          <a:xfrm>
            <a:off x="6766294" y="2196950"/>
            <a:ext cx="1657800" cy="558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lt1"/>
                </a:solidFill>
                <a:latin typeface="Unbounded"/>
                <a:ea typeface="Unbounded"/>
                <a:cs typeface="Unbounded"/>
                <a:sym typeface="Unbounded"/>
              </a:rPr>
              <a:t>Saturn</a:t>
            </a:r>
            <a:endParaRPr sz="2000" b="1">
              <a:solidFill>
                <a:schemeClr val="lt1"/>
              </a:solidFill>
              <a:latin typeface="Unbounded"/>
              <a:ea typeface="Unbounded"/>
              <a:cs typeface="Unbounded"/>
              <a:sym typeface="Unbounded"/>
            </a:endParaRPr>
          </a:p>
        </p:txBody>
      </p:sp>
      <p:sp>
        <p:nvSpPr>
          <p:cNvPr id="801" name="Google Shape;801;p59"/>
          <p:cNvSpPr txBox="1"/>
          <p:nvPr/>
        </p:nvSpPr>
        <p:spPr>
          <a:xfrm>
            <a:off x="6766294" y="3014926"/>
            <a:ext cx="1657800" cy="558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lt1"/>
                </a:solidFill>
                <a:latin typeface="Unbounded"/>
                <a:ea typeface="Unbounded"/>
                <a:cs typeface="Unbounded"/>
                <a:sym typeface="Unbounded"/>
              </a:rPr>
              <a:t>Moon</a:t>
            </a:r>
            <a:endParaRPr sz="2000" b="1">
              <a:solidFill>
                <a:schemeClr val="lt1"/>
              </a:solidFill>
              <a:latin typeface="Unbounded"/>
              <a:ea typeface="Unbounded"/>
              <a:cs typeface="Unbounded"/>
              <a:sym typeface="Unbounded"/>
            </a:endParaRPr>
          </a:p>
        </p:txBody>
      </p:sp>
      <p:sp>
        <p:nvSpPr>
          <p:cNvPr id="802" name="Google Shape;802;p59"/>
          <p:cNvSpPr/>
          <p:nvPr/>
        </p:nvSpPr>
        <p:spPr>
          <a:xfrm>
            <a:off x="2686263" y="2253150"/>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C</a:t>
            </a:r>
            <a:endParaRPr b="1">
              <a:solidFill>
                <a:schemeClr val="lt1"/>
              </a:solidFill>
              <a:latin typeface="Unbounded"/>
              <a:ea typeface="Unbounded"/>
              <a:cs typeface="Unbounded"/>
              <a:sym typeface="Unbounded"/>
            </a:endParaRPr>
          </a:p>
        </p:txBody>
      </p:sp>
      <p:sp>
        <p:nvSpPr>
          <p:cNvPr id="803" name="Google Shape;803;p59"/>
          <p:cNvSpPr/>
          <p:nvPr/>
        </p:nvSpPr>
        <p:spPr>
          <a:xfrm>
            <a:off x="2686263" y="3063125"/>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E</a:t>
            </a:r>
            <a:endParaRPr b="1">
              <a:solidFill>
                <a:schemeClr val="lt1"/>
              </a:solidFill>
              <a:latin typeface="Unbounded"/>
              <a:ea typeface="Unbounded"/>
              <a:cs typeface="Unbounded"/>
              <a:sym typeface="Unbounded"/>
            </a:endParaRPr>
          </a:p>
        </p:txBody>
      </p:sp>
      <p:sp>
        <p:nvSpPr>
          <p:cNvPr id="804" name="Google Shape;804;p59"/>
          <p:cNvSpPr/>
          <p:nvPr/>
        </p:nvSpPr>
        <p:spPr>
          <a:xfrm>
            <a:off x="6063613" y="2253150"/>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D</a:t>
            </a:r>
            <a:endParaRPr b="1">
              <a:solidFill>
                <a:schemeClr val="lt1"/>
              </a:solidFill>
              <a:latin typeface="Unbounded"/>
              <a:ea typeface="Unbounded"/>
              <a:cs typeface="Unbounded"/>
              <a:sym typeface="Unbounded"/>
            </a:endParaRPr>
          </a:p>
        </p:txBody>
      </p:sp>
      <p:sp>
        <p:nvSpPr>
          <p:cNvPr id="805" name="Google Shape;805;p59"/>
          <p:cNvSpPr/>
          <p:nvPr/>
        </p:nvSpPr>
        <p:spPr>
          <a:xfrm>
            <a:off x="6063613" y="3063125"/>
            <a:ext cx="430500" cy="4305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F</a:t>
            </a:r>
            <a:endParaRPr b="1">
              <a:solidFill>
                <a:schemeClr val="lt1"/>
              </a:solidFill>
              <a:latin typeface="Unbounded"/>
              <a:ea typeface="Unbounded"/>
              <a:cs typeface="Unbounded"/>
              <a:sym typeface="Unbounded"/>
            </a:endParaRPr>
          </a:p>
        </p:txBody>
      </p:sp>
      <p:cxnSp>
        <p:nvCxnSpPr>
          <p:cNvPr id="806" name="Google Shape;806;p59"/>
          <p:cNvCxnSpPr>
            <a:stCxn id="790" idx="1"/>
            <a:endCxn id="802" idx="3"/>
          </p:cNvCxnSpPr>
          <p:nvPr/>
        </p:nvCxnSpPr>
        <p:spPr>
          <a:xfrm rot="10800000">
            <a:off x="3116688" y="2468275"/>
            <a:ext cx="548100" cy="392400"/>
          </a:xfrm>
          <a:prstGeom prst="bentConnector3">
            <a:avLst>
              <a:gd name="adj1" fmla="val 49993"/>
            </a:avLst>
          </a:prstGeom>
          <a:noFill/>
          <a:ln w="19050" cap="flat" cmpd="sng">
            <a:solidFill>
              <a:schemeClr val="lt1"/>
            </a:solidFill>
            <a:prstDash val="solid"/>
            <a:round/>
            <a:headEnd type="diamond" w="med" len="med"/>
            <a:tailEnd type="none" w="med" len="med"/>
          </a:ln>
        </p:spPr>
      </p:cxnSp>
      <p:cxnSp>
        <p:nvCxnSpPr>
          <p:cNvPr id="807" name="Google Shape;807;p59"/>
          <p:cNvCxnSpPr>
            <a:stCxn id="790" idx="1"/>
            <a:endCxn id="803" idx="3"/>
          </p:cNvCxnSpPr>
          <p:nvPr/>
        </p:nvCxnSpPr>
        <p:spPr>
          <a:xfrm flipH="1">
            <a:off x="3116688" y="2860675"/>
            <a:ext cx="548100" cy="417600"/>
          </a:xfrm>
          <a:prstGeom prst="bentConnector3">
            <a:avLst>
              <a:gd name="adj1" fmla="val 49993"/>
            </a:avLst>
          </a:prstGeom>
          <a:noFill/>
          <a:ln w="19050" cap="flat" cmpd="sng">
            <a:solidFill>
              <a:schemeClr val="lt1"/>
            </a:solidFill>
            <a:prstDash val="solid"/>
            <a:round/>
            <a:headEnd type="diamond" w="med" len="med"/>
            <a:tailEnd type="none" w="med" len="med"/>
          </a:ln>
        </p:spPr>
      </p:cxnSp>
      <p:cxnSp>
        <p:nvCxnSpPr>
          <p:cNvPr id="808" name="Google Shape;808;p59"/>
          <p:cNvCxnSpPr>
            <a:stCxn id="790" idx="3"/>
            <a:endCxn id="804" idx="1"/>
          </p:cNvCxnSpPr>
          <p:nvPr/>
        </p:nvCxnSpPr>
        <p:spPr>
          <a:xfrm rot="10800000" flipH="1">
            <a:off x="5479188" y="2468275"/>
            <a:ext cx="584400" cy="392400"/>
          </a:xfrm>
          <a:prstGeom prst="bentConnector3">
            <a:avLst>
              <a:gd name="adj1" fmla="val 50002"/>
            </a:avLst>
          </a:prstGeom>
          <a:noFill/>
          <a:ln w="19050" cap="flat" cmpd="sng">
            <a:solidFill>
              <a:schemeClr val="lt1"/>
            </a:solidFill>
            <a:prstDash val="solid"/>
            <a:round/>
            <a:headEnd type="diamond" w="med" len="med"/>
            <a:tailEnd type="none" w="med" len="med"/>
          </a:ln>
        </p:spPr>
      </p:cxnSp>
      <p:cxnSp>
        <p:nvCxnSpPr>
          <p:cNvPr id="809" name="Google Shape;809;p59"/>
          <p:cNvCxnSpPr>
            <a:stCxn id="790" idx="3"/>
            <a:endCxn id="805" idx="1"/>
          </p:cNvCxnSpPr>
          <p:nvPr/>
        </p:nvCxnSpPr>
        <p:spPr>
          <a:xfrm>
            <a:off x="5479188" y="2860675"/>
            <a:ext cx="584400" cy="417600"/>
          </a:xfrm>
          <a:prstGeom prst="bentConnector3">
            <a:avLst>
              <a:gd name="adj1" fmla="val 50002"/>
            </a:avLst>
          </a:prstGeom>
          <a:noFill/>
          <a:ln w="19050" cap="flat" cmpd="sng">
            <a:solidFill>
              <a:schemeClr val="lt1"/>
            </a:solidFill>
            <a:prstDash val="solid"/>
            <a:round/>
            <a:headEnd type="diamond" w="med" len="med"/>
            <a:tailEnd type="none" w="med" len="med"/>
          </a:ln>
        </p:spPr>
      </p:cxn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13"/>
        <p:cNvGrpSpPr/>
        <p:nvPr/>
      </p:nvGrpSpPr>
      <p:grpSpPr>
        <a:xfrm>
          <a:off x="0" y="0"/>
          <a:ext cx="0" cy="0"/>
          <a:chOff x="0" y="0"/>
          <a:chExt cx="0" cy="0"/>
        </a:xfrm>
      </p:grpSpPr>
      <p:sp>
        <p:nvSpPr>
          <p:cNvPr id="814" name="Google Shape;814;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Use tables to </a:t>
            </a:r>
            <a:r>
              <a:rPr lang="en" b="0" dirty="0"/>
              <a:t>represent data</a:t>
            </a:r>
            <a:endParaRPr b="0" dirty="0"/>
          </a:p>
        </p:txBody>
      </p:sp>
      <p:graphicFrame>
        <p:nvGraphicFramePr>
          <p:cNvPr id="815" name="Google Shape;815;p60"/>
          <p:cNvGraphicFramePr/>
          <p:nvPr/>
        </p:nvGraphicFramePr>
        <p:xfrm>
          <a:off x="720038" y="1255435"/>
          <a:ext cx="7703900" cy="3064620"/>
        </p:xfrm>
        <a:graphic>
          <a:graphicData uri="http://schemas.openxmlformats.org/drawingml/2006/table">
            <a:tbl>
              <a:tblPr>
                <a:noFill/>
                <a:tableStyleId>{77DFDDAF-A69C-468A-8077-7BF1B8C2F058}</a:tableStyleId>
              </a:tblPr>
              <a:tblGrid>
                <a:gridCol w="1166300">
                  <a:extLst>
                    <a:ext uri="{9D8B030D-6E8A-4147-A177-3AD203B41FA5}">
                      <a16:colId xmlns:a16="http://schemas.microsoft.com/office/drawing/2014/main" val="20000"/>
                    </a:ext>
                  </a:extLst>
                </a:gridCol>
                <a:gridCol w="1089600">
                  <a:extLst>
                    <a:ext uri="{9D8B030D-6E8A-4147-A177-3AD203B41FA5}">
                      <a16:colId xmlns:a16="http://schemas.microsoft.com/office/drawing/2014/main" val="20001"/>
                    </a:ext>
                  </a:extLst>
                </a:gridCol>
                <a:gridCol w="1089600">
                  <a:extLst>
                    <a:ext uri="{9D8B030D-6E8A-4147-A177-3AD203B41FA5}">
                      <a16:colId xmlns:a16="http://schemas.microsoft.com/office/drawing/2014/main" val="20002"/>
                    </a:ext>
                  </a:extLst>
                </a:gridCol>
                <a:gridCol w="1089600">
                  <a:extLst>
                    <a:ext uri="{9D8B030D-6E8A-4147-A177-3AD203B41FA5}">
                      <a16:colId xmlns:a16="http://schemas.microsoft.com/office/drawing/2014/main" val="20003"/>
                    </a:ext>
                  </a:extLst>
                </a:gridCol>
                <a:gridCol w="1089600">
                  <a:extLst>
                    <a:ext uri="{9D8B030D-6E8A-4147-A177-3AD203B41FA5}">
                      <a16:colId xmlns:a16="http://schemas.microsoft.com/office/drawing/2014/main" val="20004"/>
                    </a:ext>
                  </a:extLst>
                </a:gridCol>
                <a:gridCol w="1089600">
                  <a:extLst>
                    <a:ext uri="{9D8B030D-6E8A-4147-A177-3AD203B41FA5}">
                      <a16:colId xmlns:a16="http://schemas.microsoft.com/office/drawing/2014/main" val="20005"/>
                    </a:ext>
                  </a:extLst>
                </a:gridCol>
                <a:gridCol w="1089600">
                  <a:extLst>
                    <a:ext uri="{9D8B030D-6E8A-4147-A177-3AD203B41FA5}">
                      <a16:colId xmlns:a16="http://schemas.microsoft.com/office/drawing/2014/main" val="20006"/>
                    </a:ext>
                  </a:extLst>
                </a:gridCol>
              </a:tblGrid>
              <a:tr h="378425">
                <a:tc>
                  <a:txBody>
                    <a:bodyPr/>
                    <a:lstStyle/>
                    <a:p>
                      <a:pPr marL="0" lvl="0" indent="0" algn="l" rtl="0">
                        <a:spcBef>
                          <a:spcPts val="0"/>
                        </a:spcBef>
                        <a:spcAft>
                          <a:spcPts val="0"/>
                        </a:spcAft>
                        <a:buNone/>
                      </a:pPr>
                      <a:endParaRPr sz="1800">
                        <a:solidFill>
                          <a:schemeClr val="lt1"/>
                        </a:solidFill>
                        <a:latin typeface="Bebas Neue"/>
                        <a:ea typeface="Bebas Neue"/>
                        <a:cs typeface="Bebas Neue"/>
                        <a:sym typeface="Bebas Neue"/>
                      </a:endParaRPr>
                    </a:p>
                  </a:txBody>
                  <a:tcPr marL="91425" marR="91425" marT="68575" marB="68575"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Team A</a:t>
                      </a:r>
                      <a:endParaRPr b="1">
                        <a:solidFill>
                          <a:schemeClr val="lt1"/>
                        </a:solidFill>
                        <a:latin typeface="Unbounded"/>
                        <a:ea typeface="Unbounded"/>
                        <a:cs typeface="Unbounded"/>
                        <a:sym typeface="Unbounded"/>
                      </a:endParaRPr>
                    </a:p>
                  </a:txBody>
                  <a:tcPr marL="91425" marR="91425" marT="68575" marB="6857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b="1" dirty="0">
                          <a:solidFill>
                            <a:schemeClr val="lt1"/>
                          </a:solidFill>
                          <a:latin typeface="Unbounded"/>
                          <a:ea typeface="Unbounded"/>
                          <a:cs typeface="Unbounded"/>
                          <a:sym typeface="Unbounded"/>
                        </a:rPr>
                        <a:t>Team B</a:t>
                      </a:r>
                      <a:endParaRPr b="1" dirty="0">
                        <a:solidFill>
                          <a:schemeClr val="lt1"/>
                        </a:solidFill>
                        <a:latin typeface="Unbounded"/>
                        <a:ea typeface="Unbounded"/>
                        <a:cs typeface="Unbounded"/>
                        <a:sym typeface="Unbounded"/>
                      </a:endParaRPr>
                    </a:p>
                  </a:txBody>
                  <a:tcPr marL="91425" marR="91425" marT="68575" marB="6857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b="1">
                          <a:solidFill>
                            <a:schemeClr val="lt1"/>
                          </a:solidFill>
                          <a:latin typeface="Unbounded"/>
                          <a:ea typeface="Unbounded"/>
                          <a:cs typeface="Unbounded"/>
                          <a:sym typeface="Unbounded"/>
                        </a:rPr>
                        <a:t>Team C</a:t>
                      </a:r>
                      <a:endParaRPr b="1">
                        <a:solidFill>
                          <a:schemeClr val="lt1"/>
                        </a:solidFill>
                        <a:latin typeface="Unbounded"/>
                        <a:ea typeface="Unbounded"/>
                        <a:cs typeface="Unbounded"/>
                        <a:sym typeface="Unbounded"/>
                      </a:endParaRPr>
                    </a:p>
                  </a:txBody>
                  <a:tcPr marL="91425" marR="91425" marT="68575" marB="6857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Team D</a:t>
                      </a:r>
                      <a:endParaRPr b="1">
                        <a:solidFill>
                          <a:schemeClr val="lt1"/>
                        </a:solidFill>
                        <a:latin typeface="Unbounded"/>
                        <a:ea typeface="Unbounded"/>
                        <a:cs typeface="Unbounded"/>
                        <a:sym typeface="Unbounded"/>
                      </a:endParaRPr>
                    </a:p>
                  </a:txBody>
                  <a:tcPr marL="91425" marR="91425" marT="68575" marB="6857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Team E</a:t>
                      </a:r>
                      <a:endParaRPr b="1">
                        <a:solidFill>
                          <a:schemeClr val="lt1"/>
                        </a:solidFill>
                        <a:latin typeface="Unbounded"/>
                        <a:ea typeface="Unbounded"/>
                        <a:cs typeface="Unbounded"/>
                        <a:sym typeface="Unbounded"/>
                      </a:endParaRPr>
                    </a:p>
                  </a:txBody>
                  <a:tcPr marL="91425" marR="91425" marT="68575" marB="6857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lt1"/>
                          </a:solidFill>
                          <a:latin typeface="Unbounded"/>
                          <a:ea typeface="Unbounded"/>
                          <a:cs typeface="Unbounded"/>
                          <a:sym typeface="Unbounded"/>
                        </a:rPr>
                        <a:t>Team F</a:t>
                      </a:r>
                      <a:endParaRPr b="1">
                        <a:solidFill>
                          <a:schemeClr val="lt1"/>
                        </a:solidFill>
                        <a:latin typeface="Unbounded"/>
                        <a:ea typeface="Unbounded"/>
                        <a:cs typeface="Unbounded"/>
                        <a:sym typeface="Unbounded"/>
                      </a:endParaRPr>
                    </a:p>
                  </a:txBody>
                  <a:tcPr marL="91425" marR="91425" marT="68575" marB="6857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385450">
                <a:tc>
                  <a:txBody>
                    <a:bodyPr/>
                    <a:lstStyle/>
                    <a:p>
                      <a:pPr marL="0" lvl="0" indent="0" algn="l" rtl="0">
                        <a:spcBef>
                          <a:spcPts val="0"/>
                        </a:spcBef>
                        <a:spcAft>
                          <a:spcPts val="0"/>
                        </a:spcAft>
                        <a:buNone/>
                      </a:pPr>
                      <a:r>
                        <a:rPr lang="en" b="1">
                          <a:solidFill>
                            <a:schemeClr val="lt1"/>
                          </a:solidFill>
                          <a:latin typeface="Unbounded"/>
                          <a:ea typeface="Unbounded"/>
                          <a:cs typeface="Unbounded"/>
                          <a:sym typeface="Unbounded"/>
                        </a:rPr>
                        <a:t>Mercury</a:t>
                      </a:r>
                      <a:endParaRPr b="1">
                        <a:solidFill>
                          <a:schemeClr val="lt1"/>
                        </a:solidFill>
                        <a:latin typeface="Unbounded"/>
                        <a:ea typeface="Unbounded"/>
                        <a:cs typeface="Unbounded"/>
                        <a:sym typeface="Unbounded"/>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377950">
                <a:tc>
                  <a:txBody>
                    <a:bodyPr/>
                    <a:lstStyle/>
                    <a:p>
                      <a:pPr marL="0" lvl="0" indent="0" algn="l" rtl="0">
                        <a:spcBef>
                          <a:spcPts val="0"/>
                        </a:spcBef>
                        <a:spcAft>
                          <a:spcPts val="0"/>
                        </a:spcAft>
                        <a:buNone/>
                      </a:pPr>
                      <a:r>
                        <a:rPr lang="en" b="1">
                          <a:solidFill>
                            <a:schemeClr val="lt1"/>
                          </a:solidFill>
                          <a:latin typeface="Unbounded"/>
                          <a:ea typeface="Unbounded"/>
                          <a:cs typeface="Unbounded"/>
                          <a:sym typeface="Unbounded"/>
                        </a:rPr>
                        <a:t>Mars</a:t>
                      </a:r>
                      <a:endParaRPr b="1">
                        <a:solidFill>
                          <a:schemeClr val="lt1"/>
                        </a:solidFill>
                        <a:latin typeface="Unbounded"/>
                        <a:ea typeface="Unbounded"/>
                        <a:cs typeface="Unbounded"/>
                        <a:sym typeface="Unbounded"/>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377950">
                <a:tc>
                  <a:txBody>
                    <a:bodyPr/>
                    <a:lstStyle/>
                    <a:p>
                      <a:pPr marL="0" lvl="0" indent="0" algn="l" rtl="0">
                        <a:spcBef>
                          <a:spcPts val="0"/>
                        </a:spcBef>
                        <a:spcAft>
                          <a:spcPts val="0"/>
                        </a:spcAft>
                        <a:buNone/>
                      </a:pPr>
                      <a:r>
                        <a:rPr lang="en" b="1">
                          <a:solidFill>
                            <a:schemeClr val="lt1"/>
                          </a:solidFill>
                          <a:latin typeface="Unbounded"/>
                          <a:ea typeface="Unbounded"/>
                          <a:cs typeface="Unbounded"/>
                          <a:sym typeface="Unbounded"/>
                        </a:rPr>
                        <a:t>Saturn</a:t>
                      </a:r>
                      <a:endParaRPr b="1">
                        <a:solidFill>
                          <a:schemeClr val="lt1"/>
                        </a:solidFill>
                        <a:latin typeface="Unbounded"/>
                        <a:ea typeface="Unbounded"/>
                        <a:cs typeface="Unbounded"/>
                        <a:sym typeface="Unbounded"/>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377950">
                <a:tc>
                  <a:txBody>
                    <a:bodyPr/>
                    <a:lstStyle/>
                    <a:p>
                      <a:pPr marL="0" lvl="0" indent="0" algn="l" rtl="0">
                        <a:spcBef>
                          <a:spcPts val="0"/>
                        </a:spcBef>
                        <a:spcAft>
                          <a:spcPts val="0"/>
                        </a:spcAft>
                        <a:buNone/>
                      </a:pPr>
                      <a:r>
                        <a:rPr lang="en" b="1">
                          <a:solidFill>
                            <a:schemeClr val="lt1"/>
                          </a:solidFill>
                          <a:latin typeface="Unbounded"/>
                          <a:ea typeface="Unbounded"/>
                          <a:cs typeface="Unbounded"/>
                          <a:sym typeface="Unbounded"/>
                        </a:rPr>
                        <a:t>Venus</a:t>
                      </a:r>
                      <a:endParaRPr b="1">
                        <a:solidFill>
                          <a:schemeClr val="lt1"/>
                        </a:solidFill>
                        <a:latin typeface="Unbounded"/>
                        <a:ea typeface="Unbounded"/>
                        <a:cs typeface="Unbounded"/>
                        <a:sym typeface="Unbounded"/>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4"/>
                  </a:ext>
                </a:extLst>
              </a:tr>
              <a:tr h="377950">
                <a:tc>
                  <a:txBody>
                    <a:bodyPr/>
                    <a:lstStyle/>
                    <a:p>
                      <a:pPr marL="0" lvl="0" indent="0" algn="l" rtl="0">
                        <a:spcBef>
                          <a:spcPts val="0"/>
                        </a:spcBef>
                        <a:spcAft>
                          <a:spcPts val="0"/>
                        </a:spcAft>
                        <a:buNone/>
                      </a:pPr>
                      <a:r>
                        <a:rPr lang="en" b="1">
                          <a:solidFill>
                            <a:schemeClr val="lt1"/>
                          </a:solidFill>
                          <a:latin typeface="Unbounded"/>
                          <a:ea typeface="Unbounded"/>
                          <a:cs typeface="Unbounded"/>
                          <a:sym typeface="Unbounded"/>
                        </a:rPr>
                        <a:t>Jupiter</a:t>
                      </a:r>
                      <a:endParaRPr b="1">
                        <a:solidFill>
                          <a:schemeClr val="lt1"/>
                        </a:solidFill>
                        <a:latin typeface="Unbounded"/>
                        <a:ea typeface="Unbounded"/>
                        <a:cs typeface="Unbounded"/>
                        <a:sym typeface="Unbounded"/>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5"/>
                  </a:ext>
                </a:extLst>
              </a:tr>
              <a:tr h="377950">
                <a:tc>
                  <a:txBody>
                    <a:bodyPr/>
                    <a:lstStyle/>
                    <a:p>
                      <a:pPr marL="0" lvl="0" indent="0" algn="l" rtl="0">
                        <a:spcBef>
                          <a:spcPts val="0"/>
                        </a:spcBef>
                        <a:spcAft>
                          <a:spcPts val="0"/>
                        </a:spcAft>
                        <a:buNone/>
                      </a:pPr>
                      <a:r>
                        <a:rPr lang="en" b="1">
                          <a:solidFill>
                            <a:schemeClr val="lt1"/>
                          </a:solidFill>
                          <a:latin typeface="Unbounded"/>
                          <a:ea typeface="Unbounded"/>
                          <a:cs typeface="Unbounded"/>
                          <a:sym typeface="Unbounded"/>
                        </a:rPr>
                        <a:t>Earth</a:t>
                      </a:r>
                      <a:endParaRPr b="1">
                        <a:solidFill>
                          <a:schemeClr val="lt1"/>
                        </a:solidFill>
                        <a:latin typeface="Unbounded"/>
                        <a:ea typeface="Unbounded"/>
                        <a:cs typeface="Unbounded"/>
                        <a:sym typeface="Unbounded"/>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6"/>
                  </a:ext>
                </a:extLst>
              </a:tr>
              <a:tr h="377950">
                <a:tc>
                  <a:txBody>
                    <a:bodyPr/>
                    <a:lstStyle/>
                    <a:p>
                      <a:pPr marL="0" lvl="0" indent="0" algn="l" rtl="0">
                        <a:spcBef>
                          <a:spcPts val="0"/>
                        </a:spcBef>
                        <a:spcAft>
                          <a:spcPts val="0"/>
                        </a:spcAft>
                        <a:buNone/>
                      </a:pPr>
                      <a:r>
                        <a:rPr lang="en" b="1">
                          <a:solidFill>
                            <a:schemeClr val="lt1"/>
                          </a:solidFill>
                          <a:latin typeface="Unbounded"/>
                          <a:ea typeface="Unbounded"/>
                          <a:cs typeface="Unbounded"/>
                          <a:sym typeface="Unbounded"/>
                        </a:rPr>
                        <a:t>Moon</a:t>
                      </a:r>
                      <a:endParaRPr b="1">
                        <a:solidFill>
                          <a:schemeClr val="lt1"/>
                        </a:solidFill>
                        <a:latin typeface="Unbounded"/>
                        <a:ea typeface="Unbounded"/>
                        <a:cs typeface="Unbounded"/>
                        <a:sym typeface="Unbounded"/>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a:solidFill>
                            <a:schemeClr val="lt1"/>
                          </a:solidFill>
                          <a:latin typeface="Actor"/>
                          <a:ea typeface="Actor"/>
                          <a:cs typeface="Actor"/>
                          <a:sym typeface="Actor"/>
                        </a:rPr>
                        <a:t>XX</a:t>
                      </a:r>
                      <a:endParaRPr sz="110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100" dirty="0">
                          <a:solidFill>
                            <a:schemeClr val="lt1"/>
                          </a:solidFill>
                          <a:latin typeface="Actor"/>
                          <a:ea typeface="Actor"/>
                          <a:cs typeface="Actor"/>
                          <a:sym typeface="Actor"/>
                        </a:rPr>
                        <a:t>XX</a:t>
                      </a:r>
                      <a:endParaRPr sz="1100" dirty="0">
                        <a:solidFill>
                          <a:schemeClr val="lt1"/>
                        </a:solidFill>
                        <a:latin typeface="Actor"/>
                        <a:ea typeface="Actor"/>
                        <a:cs typeface="Actor"/>
                        <a:sym typeface="Actor"/>
                      </a:endParaRPr>
                    </a:p>
                  </a:txBody>
                  <a:tcPr marL="0" marR="0"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19"/>
        <p:cNvGrpSpPr/>
        <p:nvPr/>
      </p:nvGrpSpPr>
      <p:grpSpPr>
        <a:xfrm>
          <a:off x="0" y="0"/>
          <a:ext cx="0" cy="0"/>
          <a:chOff x="0" y="0"/>
          <a:chExt cx="0" cy="0"/>
        </a:xfrm>
      </p:grpSpPr>
      <p:sp>
        <p:nvSpPr>
          <p:cNvPr id="820" name="Google Shape;820;p61"/>
          <p:cNvSpPr txBox="1">
            <a:spLocks noGrp="1"/>
          </p:cNvSpPr>
          <p:nvPr>
            <p:ph type="title"/>
          </p:nvPr>
        </p:nvSpPr>
        <p:spPr>
          <a:xfrm>
            <a:off x="1426950" y="2357700"/>
            <a:ext cx="6290100" cy="138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a:t>
            </a:r>
            <a:r>
              <a:rPr lang="en" b="0"/>
              <a:t>the section</a:t>
            </a:r>
            <a:endParaRPr/>
          </a:p>
        </p:txBody>
      </p:sp>
      <p:sp>
        <p:nvSpPr>
          <p:cNvPr id="821" name="Google Shape;821;p61"/>
          <p:cNvSpPr txBox="1">
            <a:spLocks noGrp="1"/>
          </p:cNvSpPr>
          <p:nvPr>
            <p:ph type="title" idx="2"/>
          </p:nvPr>
        </p:nvSpPr>
        <p:spPr>
          <a:xfrm>
            <a:off x="3734400" y="776150"/>
            <a:ext cx="1675200" cy="138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822" name="Google Shape;822;p61"/>
          <p:cNvSpPr txBox="1">
            <a:spLocks noGrp="1"/>
          </p:cNvSpPr>
          <p:nvPr>
            <p:ph type="subTitle" idx="1"/>
          </p:nvPr>
        </p:nvSpPr>
        <p:spPr>
          <a:xfrm>
            <a:off x="2567250" y="3857300"/>
            <a:ext cx="4009500" cy="37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p:txBody>
      </p:sp>
      <p:grpSp>
        <p:nvGrpSpPr>
          <p:cNvPr id="823" name="Google Shape;823;p61"/>
          <p:cNvGrpSpPr/>
          <p:nvPr/>
        </p:nvGrpSpPr>
        <p:grpSpPr>
          <a:xfrm rot="-8441737" flipH="1">
            <a:off x="457794" y="3373587"/>
            <a:ext cx="1257847" cy="1342522"/>
            <a:chOff x="-408900" y="504142"/>
            <a:chExt cx="1167600" cy="1246200"/>
          </a:xfrm>
        </p:grpSpPr>
        <p:cxnSp>
          <p:nvCxnSpPr>
            <p:cNvPr id="824" name="Google Shape;824;p61"/>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825" name="Google Shape;825;p61"/>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826" name="Google Shape;826;p61"/>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30"/>
        <p:cNvGrpSpPr/>
        <p:nvPr/>
      </p:nvGrpSpPr>
      <p:grpSpPr>
        <a:xfrm>
          <a:off x="0" y="0"/>
          <a:ext cx="0" cy="0"/>
          <a:chOff x="0" y="0"/>
          <a:chExt cx="0" cy="0"/>
        </a:xfrm>
      </p:grpSpPr>
      <p:sp>
        <p:nvSpPr>
          <p:cNvPr id="831" name="Google Shape;831;p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a:t>
            </a:r>
            <a:r>
              <a:rPr lang="en" b="0"/>
              <a:t> use this graph</a:t>
            </a:r>
            <a:endParaRPr b="0"/>
          </a:p>
        </p:txBody>
      </p:sp>
      <p:sp>
        <p:nvSpPr>
          <p:cNvPr id="832" name="Google Shape;832;p62"/>
          <p:cNvSpPr txBox="1"/>
          <p:nvPr/>
        </p:nvSpPr>
        <p:spPr>
          <a:xfrm>
            <a:off x="981900" y="4194375"/>
            <a:ext cx="7180200" cy="30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Actor"/>
                <a:ea typeface="Actor"/>
                <a:cs typeface="Actor"/>
                <a:sym typeface="Actor"/>
              </a:rPr>
              <a:t>Follow the link in the graph to modify its data and then paste the new one here. </a:t>
            </a:r>
            <a:r>
              <a:rPr lang="en" sz="1100" b="1" u="sng">
                <a:solidFill>
                  <a:schemeClr val="lt1"/>
                </a:solidFill>
                <a:latin typeface="Actor"/>
                <a:ea typeface="Actor"/>
                <a:cs typeface="Actor"/>
                <a:sym typeface="Actor"/>
                <a:hlinkClick r:id="rId3">
                  <a:extLst>
                    <a:ext uri="{A12FA001-AC4F-418D-AE19-62706E023703}">
                      <ahyp:hlinkClr xmlns:ahyp="http://schemas.microsoft.com/office/drawing/2018/hyperlinkcolor" val="tx"/>
                    </a:ext>
                  </a:extLst>
                </a:hlinkClick>
              </a:rPr>
              <a:t>For more info, click here</a:t>
            </a:r>
            <a:endParaRPr sz="1100" b="1" u="sng">
              <a:solidFill>
                <a:schemeClr val="lt1"/>
              </a:solidFill>
              <a:latin typeface="Actor"/>
              <a:ea typeface="Actor"/>
              <a:cs typeface="Actor"/>
              <a:sym typeface="Actor"/>
            </a:endParaRPr>
          </a:p>
        </p:txBody>
      </p:sp>
      <p:sp>
        <p:nvSpPr>
          <p:cNvPr id="833" name="Google Shape;833;p62"/>
          <p:cNvSpPr txBox="1"/>
          <p:nvPr/>
        </p:nvSpPr>
        <p:spPr>
          <a:xfrm>
            <a:off x="6367769" y="3686836"/>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lt1"/>
                </a:solidFill>
                <a:latin typeface="Unbounded"/>
                <a:ea typeface="Unbounded"/>
                <a:cs typeface="Unbounded"/>
                <a:sym typeface="Unbounded"/>
              </a:rPr>
              <a:t>Team 4</a:t>
            </a:r>
            <a:endParaRPr sz="2000" b="1">
              <a:solidFill>
                <a:schemeClr val="lt1"/>
              </a:solidFill>
              <a:latin typeface="Unbounded"/>
              <a:ea typeface="Unbounded"/>
              <a:cs typeface="Unbounded"/>
              <a:sym typeface="Unbounded"/>
            </a:endParaRPr>
          </a:p>
        </p:txBody>
      </p:sp>
      <p:sp>
        <p:nvSpPr>
          <p:cNvPr id="834" name="Google Shape;834;p62"/>
          <p:cNvSpPr txBox="1"/>
          <p:nvPr/>
        </p:nvSpPr>
        <p:spPr>
          <a:xfrm>
            <a:off x="6367769" y="2932507"/>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lt1"/>
                </a:solidFill>
                <a:latin typeface="Unbounded"/>
                <a:ea typeface="Unbounded"/>
                <a:cs typeface="Unbounded"/>
                <a:sym typeface="Unbounded"/>
              </a:rPr>
              <a:t>Team 3</a:t>
            </a:r>
            <a:endParaRPr sz="2000" b="1">
              <a:solidFill>
                <a:schemeClr val="lt1"/>
              </a:solidFill>
              <a:latin typeface="Unbounded"/>
              <a:ea typeface="Unbounded"/>
              <a:cs typeface="Unbounded"/>
              <a:sym typeface="Unbounded"/>
            </a:endParaRPr>
          </a:p>
        </p:txBody>
      </p:sp>
      <p:sp>
        <p:nvSpPr>
          <p:cNvPr id="835" name="Google Shape;835;p62"/>
          <p:cNvSpPr txBox="1"/>
          <p:nvPr/>
        </p:nvSpPr>
        <p:spPr>
          <a:xfrm>
            <a:off x="6367769" y="2178179"/>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lt1"/>
                </a:solidFill>
                <a:latin typeface="Unbounded"/>
                <a:ea typeface="Unbounded"/>
                <a:cs typeface="Unbounded"/>
                <a:sym typeface="Unbounded"/>
              </a:rPr>
              <a:t>Team 2</a:t>
            </a:r>
            <a:endParaRPr sz="2000" b="1">
              <a:solidFill>
                <a:schemeClr val="lt1"/>
              </a:solidFill>
              <a:latin typeface="Unbounded"/>
              <a:ea typeface="Unbounded"/>
              <a:cs typeface="Unbounded"/>
              <a:sym typeface="Unbounded"/>
            </a:endParaRPr>
          </a:p>
        </p:txBody>
      </p:sp>
      <p:sp>
        <p:nvSpPr>
          <p:cNvPr id="836" name="Google Shape;836;p62"/>
          <p:cNvSpPr txBox="1"/>
          <p:nvPr/>
        </p:nvSpPr>
        <p:spPr>
          <a:xfrm>
            <a:off x="6367769" y="1423850"/>
            <a:ext cx="1673100" cy="3588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lt1"/>
                </a:solidFill>
                <a:latin typeface="Unbounded"/>
                <a:ea typeface="Unbounded"/>
                <a:cs typeface="Unbounded"/>
                <a:sym typeface="Unbounded"/>
              </a:rPr>
              <a:t>Team 1 </a:t>
            </a:r>
            <a:endParaRPr sz="2000" b="1">
              <a:solidFill>
                <a:schemeClr val="lt1"/>
              </a:solidFill>
              <a:latin typeface="Unbounded"/>
              <a:ea typeface="Unbounded"/>
              <a:cs typeface="Unbounded"/>
              <a:sym typeface="Unbounded"/>
            </a:endParaRPr>
          </a:p>
        </p:txBody>
      </p:sp>
      <p:sp>
        <p:nvSpPr>
          <p:cNvPr id="837" name="Google Shape;837;p62"/>
          <p:cNvSpPr/>
          <p:nvPr/>
        </p:nvSpPr>
        <p:spPr>
          <a:xfrm>
            <a:off x="6143269" y="1443558"/>
            <a:ext cx="183300" cy="18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62"/>
          <p:cNvSpPr/>
          <p:nvPr/>
        </p:nvSpPr>
        <p:spPr>
          <a:xfrm>
            <a:off x="6143269" y="2198483"/>
            <a:ext cx="183300" cy="183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62"/>
          <p:cNvSpPr/>
          <p:nvPr/>
        </p:nvSpPr>
        <p:spPr>
          <a:xfrm>
            <a:off x="6143269" y="2953408"/>
            <a:ext cx="183300" cy="183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62"/>
          <p:cNvSpPr/>
          <p:nvPr/>
        </p:nvSpPr>
        <p:spPr>
          <a:xfrm>
            <a:off x="6143269" y="3708333"/>
            <a:ext cx="183300" cy="183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841" name="Google Shape;841;p62" title="Gráfico">
            <a:hlinkClick r:id="rId4"/>
          </p:cNvPr>
          <p:cNvPicPr preferRelativeResize="0"/>
          <p:nvPr/>
        </p:nvPicPr>
        <p:blipFill>
          <a:blip r:embed="rId5">
            <a:alphaModFix/>
          </a:blip>
          <a:stretch>
            <a:fillRect/>
          </a:stretch>
        </p:blipFill>
        <p:spPr>
          <a:xfrm>
            <a:off x="1362900" y="1341325"/>
            <a:ext cx="3725500" cy="2588651"/>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45"/>
        <p:cNvGrpSpPr/>
        <p:nvPr/>
      </p:nvGrpSpPr>
      <p:grpSpPr>
        <a:xfrm>
          <a:off x="0" y="0"/>
          <a:ext cx="0" cy="0"/>
          <a:chOff x="0" y="0"/>
          <a:chExt cx="0" cy="0"/>
        </a:xfrm>
      </p:grpSpPr>
      <p:sp>
        <p:nvSpPr>
          <p:cNvPr id="846" name="Google Shape;846;p63"/>
          <p:cNvSpPr txBox="1">
            <a:spLocks noGrp="1"/>
          </p:cNvSpPr>
          <p:nvPr>
            <p:ph type="subTitle" idx="3"/>
          </p:nvPr>
        </p:nvSpPr>
        <p:spPr>
          <a:xfrm>
            <a:off x="5055275" y="3300725"/>
            <a:ext cx="25056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John Harris</a:t>
            </a:r>
            <a:endParaRPr/>
          </a:p>
        </p:txBody>
      </p:sp>
      <p:sp>
        <p:nvSpPr>
          <p:cNvPr id="847" name="Google Shape;847;p63"/>
          <p:cNvSpPr txBox="1">
            <a:spLocks noGrp="1"/>
          </p:cNvSpPr>
          <p:nvPr>
            <p:ph type="subTitle" idx="4"/>
          </p:nvPr>
        </p:nvSpPr>
        <p:spPr>
          <a:xfrm>
            <a:off x="1583300" y="3300725"/>
            <a:ext cx="25056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Hill</a:t>
            </a:r>
            <a:endParaRPr/>
          </a:p>
        </p:txBody>
      </p:sp>
      <p:pic>
        <p:nvPicPr>
          <p:cNvPr id="848" name="Google Shape;848;p63"/>
          <p:cNvPicPr preferRelativeResize="0"/>
          <p:nvPr/>
        </p:nvPicPr>
        <p:blipFill rotWithShape="1">
          <a:blip r:embed="rId3">
            <a:alphaModFix/>
          </a:blip>
          <a:srcRect l="23306" t="22443" r="36334" b="17092"/>
          <a:stretch/>
        </p:blipFill>
        <p:spPr>
          <a:xfrm>
            <a:off x="5504089" y="1375650"/>
            <a:ext cx="1608000" cy="1608000"/>
          </a:xfrm>
          <a:prstGeom prst="rect">
            <a:avLst/>
          </a:prstGeom>
          <a:noFill/>
          <a:ln w="19050" cap="flat" cmpd="sng">
            <a:solidFill>
              <a:schemeClr val="lt1"/>
            </a:solidFill>
            <a:prstDash val="solid"/>
            <a:round/>
            <a:headEnd type="none" w="sm" len="sm"/>
            <a:tailEnd type="none" w="sm" len="sm"/>
          </a:ln>
        </p:spPr>
      </p:pic>
      <p:pic>
        <p:nvPicPr>
          <p:cNvPr id="849" name="Google Shape;849;p63"/>
          <p:cNvPicPr preferRelativeResize="0"/>
          <p:nvPr/>
        </p:nvPicPr>
        <p:blipFill rotWithShape="1">
          <a:blip r:embed="rId4">
            <a:alphaModFix/>
          </a:blip>
          <a:srcRect l="21266" t="9121" r="51369" b="49881"/>
          <a:stretch/>
        </p:blipFill>
        <p:spPr>
          <a:xfrm>
            <a:off x="2031864" y="1375600"/>
            <a:ext cx="1608000" cy="1608000"/>
          </a:xfrm>
          <a:prstGeom prst="rect">
            <a:avLst/>
          </a:prstGeom>
          <a:noFill/>
          <a:ln w="19050" cap="flat" cmpd="sng">
            <a:solidFill>
              <a:schemeClr val="lt1"/>
            </a:solidFill>
            <a:prstDash val="solid"/>
            <a:round/>
            <a:headEnd type="none" w="sm" len="sm"/>
            <a:tailEnd type="none" w="sm" len="sm"/>
          </a:ln>
        </p:spPr>
      </p:pic>
      <p:sp>
        <p:nvSpPr>
          <p:cNvPr id="850" name="Google Shape;850;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a:t>
            </a:r>
            <a:r>
              <a:rPr lang="en" b="0"/>
              <a:t>team</a:t>
            </a:r>
            <a:endParaRPr b="0"/>
          </a:p>
        </p:txBody>
      </p:sp>
      <p:sp>
        <p:nvSpPr>
          <p:cNvPr id="851" name="Google Shape;851;p63"/>
          <p:cNvSpPr txBox="1">
            <a:spLocks noGrp="1"/>
          </p:cNvSpPr>
          <p:nvPr>
            <p:ph type="subTitle" idx="1"/>
          </p:nvPr>
        </p:nvSpPr>
        <p:spPr>
          <a:xfrm>
            <a:off x="5055284" y="3608749"/>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852" name="Google Shape;852;p63"/>
          <p:cNvSpPr txBox="1">
            <a:spLocks noGrp="1"/>
          </p:cNvSpPr>
          <p:nvPr>
            <p:ph type="subTitle" idx="2"/>
          </p:nvPr>
        </p:nvSpPr>
        <p:spPr>
          <a:xfrm>
            <a:off x="1583300" y="3608749"/>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grpSp>
        <p:nvGrpSpPr>
          <p:cNvPr id="853" name="Google Shape;853;p63"/>
          <p:cNvGrpSpPr/>
          <p:nvPr/>
        </p:nvGrpSpPr>
        <p:grpSpPr>
          <a:xfrm rot="3599911" flipH="1">
            <a:off x="7701863" y="60084"/>
            <a:ext cx="1257916" cy="1342596"/>
            <a:chOff x="-408900" y="504142"/>
            <a:chExt cx="1167600" cy="1246200"/>
          </a:xfrm>
        </p:grpSpPr>
        <p:cxnSp>
          <p:nvCxnSpPr>
            <p:cNvPr id="854" name="Google Shape;854;p63"/>
            <p:cNvCxnSpPr/>
            <p:nvPr/>
          </p:nvCxnSpPr>
          <p:spPr>
            <a:xfrm rot="-7477944">
              <a:off x="-336090" y="770661"/>
              <a:ext cx="1021979" cy="713164"/>
            </a:xfrm>
            <a:prstGeom prst="straightConnector1">
              <a:avLst/>
            </a:prstGeom>
            <a:noFill/>
            <a:ln w="38100" cap="flat" cmpd="sng">
              <a:solidFill>
                <a:schemeClr val="lt2"/>
              </a:solidFill>
              <a:prstDash val="solid"/>
              <a:round/>
              <a:headEnd type="none" w="med" len="med"/>
              <a:tailEnd type="none" w="med" len="med"/>
            </a:ln>
          </p:spPr>
        </p:cxnSp>
        <p:cxnSp>
          <p:nvCxnSpPr>
            <p:cNvPr id="855" name="Google Shape;855;p63"/>
            <p:cNvCxnSpPr/>
            <p:nvPr/>
          </p:nvCxnSpPr>
          <p:spPr>
            <a:xfrm rot="10800000" flipH="1">
              <a:off x="176606" y="1461749"/>
              <a:ext cx="263100" cy="275400"/>
            </a:xfrm>
            <a:prstGeom prst="straightConnector1">
              <a:avLst/>
            </a:prstGeom>
            <a:noFill/>
            <a:ln w="38100" cap="flat" cmpd="sng">
              <a:solidFill>
                <a:schemeClr val="lt2"/>
              </a:solidFill>
              <a:prstDash val="solid"/>
              <a:round/>
              <a:headEnd type="none" w="med" len="med"/>
              <a:tailEnd type="none" w="med" len="med"/>
            </a:ln>
          </p:spPr>
        </p:cxnSp>
        <p:cxnSp>
          <p:nvCxnSpPr>
            <p:cNvPr id="856" name="Google Shape;856;p63"/>
            <p:cNvCxnSpPr/>
            <p:nvPr/>
          </p:nvCxnSpPr>
          <p:spPr>
            <a:xfrm rot="10800000">
              <a:off x="-122164" y="1456780"/>
              <a:ext cx="288900" cy="280200"/>
            </a:xfrm>
            <a:prstGeom prst="straightConnector1">
              <a:avLst/>
            </a:prstGeom>
            <a:noFill/>
            <a:ln w="38100" cap="flat" cmpd="sng">
              <a:solidFill>
                <a:schemeClr val="lt2"/>
              </a:solidFill>
              <a:prstDash val="solid"/>
              <a:round/>
              <a:headEnd type="none" w="med" len="med"/>
              <a:tailEnd type="none" w="med" len="med"/>
            </a:ln>
          </p:spPr>
        </p:cxn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60"/>
        <p:cNvGrpSpPr/>
        <p:nvPr/>
      </p:nvGrpSpPr>
      <p:grpSpPr>
        <a:xfrm>
          <a:off x="0" y="0"/>
          <a:ext cx="0" cy="0"/>
          <a:chOff x="0" y="0"/>
          <a:chExt cx="0" cy="0"/>
        </a:xfrm>
      </p:grpSpPr>
      <p:sp>
        <p:nvSpPr>
          <p:cNvPr id="861" name="Google Shape;861;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Always making </a:t>
            </a:r>
            <a:r>
              <a:rPr lang="en" b="0"/>
              <a:t>lists is useful</a:t>
            </a:r>
            <a:endParaRPr b="0"/>
          </a:p>
        </p:txBody>
      </p:sp>
      <p:sp>
        <p:nvSpPr>
          <p:cNvPr id="862" name="Google Shape;862;p64"/>
          <p:cNvSpPr txBox="1">
            <a:spLocks noGrp="1"/>
          </p:cNvSpPr>
          <p:nvPr>
            <p:ph type="subTitle" idx="1"/>
          </p:nvPr>
        </p:nvSpPr>
        <p:spPr>
          <a:xfrm>
            <a:off x="3406650" y="1611650"/>
            <a:ext cx="2330700" cy="26958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p:txBody>
      </p:sp>
      <p:sp>
        <p:nvSpPr>
          <p:cNvPr id="863" name="Google Shape;863;p64"/>
          <p:cNvSpPr txBox="1">
            <a:spLocks noGrp="1"/>
          </p:cNvSpPr>
          <p:nvPr>
            <p:ph type="subTitle" idx="2"/>
          </p:nvPr>
        </p:nvSpPr>
        <p:spPr>
          <a:xfrm>
            <a:off x="5858600" y="1611650"/>
            <a:ext cx="2330700" cy="26958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p:txBody>
      </p:sp>
      <p:sp>
        <p:nvSpPr>
          <p:cNvPr id="864" name="Google Shape;864;p64"/>
          <p:cNvSpPr txBox="1">
            <a:spLocks noGrp="1"/>
          </p:cNvSpPr>
          <p:nvPr>
            <p:ph type="subTitle" idx="3"/>
          </p:nvPr>
        </p:nvSpPr>
        <p:spPr>
          <a:xfrm>
            <a:off x="5858600" y="1239200"/>
            <a:ext cx="2330700" cy="493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865" name="Google Shape;865;p64"/>
          <p:cNvSpPr txBox="1">
            <a:spLocks noGrp="1"/>
          </p:cNvSpPr>
          <p:nvPr>
            <p:ph type="subTitle" idx="4"/>
          </p:nvPr>
        </p:nvSpPr>
        <p:spPr>
          <a:xfrm>
            <a:off x="954700" y="1611650"/>
            <a:ext cx="2330700" cy="26958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a:p>
            <a:pPr marL="457200" lvl="0" indent="-317500" algn="l" rtl="0">
              <a:spcBef>
                <a:spcPts val="0"/>
              </a:spcBef>
              <a:spcAft>
                <a:spcPts val="0"/>
              </a:spcAft>
              <a:buSzPts val="1400"/>
              <a:buChar char="●"/>
            </a:pPr>
            <a:r>
              <a:rPr lang="en"/>
              <a:t>Insert your text here</a:t>
            </a:r>
            <a:endParaRPr/>
          </a:p>
        </p:txBody>
      </p:sp>
      <p:sp>
        <p:nvSpPr>
          <p:cNvPr id="866" name="Google Shape;866;p64"/>
          <p:cNvSpPr txBox="1">
            <a:spLocks noGrp="1"/>
          </p:cNvSpPr>
          <p:nvPr>
            <p:ph type="subTitle" idx="5"/>
          </p:nvPr>
        </p:nvSpPr>
        <p:spPr>
          <a:xfrm>
            <a:off x="954700" y="1239200"/>
            <a:ext cx="2330700" cy="493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867" name="Google Shape;867;p64"/>
          <p:cNvSpPr txBox="1">
            <a:spLocks noGrp="1"/>
          </p:cNvSpPr>
          <p:nvPr>
            <p:ph type="subTitle" idx="6"/>
          </p:nvPr>
        </p:nvSpPr>
        <p:spPr>
          <a:xfrm>
            <a:off x="3406650" y="1239200"/>
            <a:ext cx="2330700" cy="493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871"/>
        <p:cNvGrpSpPr/>
        <p:nvPr/>
      </p:nvGrpSpPr>
      <p:grpSpPr>
        <a:xfrm>
          <a:off x="0" y="0"/>
          <a:ext cx="0" cy="0"/>
          <a:chOff x="0" y="0"/>
          <a:chExt cx="0" cy="0"/>
        </a:xfrm>
      </p:grpSpPr>
      <p:sp>
        <p:nvSpPr>
          <p:cNvPr id="872" name="Google Shape;872;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a:t>
            </a:r>
            <a:r>
              <a:rPr lang="en" b="0"/>
              <a:t>Company</a:t>
            </a:r>
            <a:endParaRPr b="0"/>
          </a:p>
        </p:txBody>
      </p:sp>
      <p:cxnSp>
        <p:nvCxnSpPr>
          <p:cNvPr id="873" name="Google Shape;873;p65"/>
          <p:cNvCxnSpPr>
            <a:stCxn id="874" idx="1"/>
            <a:endCxn id="875" idx="1"/>
          </p:cNvCxnSpPr>
          <p:nvPr/>
        </p:nvCxnSpPr>
        <p:spPr>
          <a:xfrm>
            <a:off x="953081" y="1457925"/>
            <a:ext cx="600" cy="1616700"/>
          </a:xfrm>
          <a:prstGeom prst="bentConnector3">
            <a:avLst>
              <a:gd name="adj1" fmla="val -35946897"/>
            </a:avLst>
          </a:prstGeom>
          <a:noFill/>
          <a:ln w="19050" cap="flat" cmpd="sng">
            <a:solidFill>
              <a:schemeClr val="lt1"/>
            </a:solidFill>
            <a:prstDash val="solid"/>
            <a:round/>
            <a:headEnd type="diamond" w="med" len="med"/>
            <a:tailEnd type="diamond" w="med" len="med"/>
          </a:ln>
        </p:spPr>
      </p:cxnSp>
      <p:cxnSp>
        <p:nvCxnSpPr>
          <p:cNvPr id="876" name="Google Shape;876;p65"/>
          <p:cNvCxnSpPr>
            <a:stCxn id="877" idx="0"/>
            <a:endCxn id="878" idx="2"/>
          </p:cNvCxnSpPr>
          <p:nvPr/>
        </p:nvCxnSpPr>
        <p:spPr>
          <a:xfrm rot="10800000">
            <a:off x="7592338" y="1700393"/>
            <a:ext cx="0" cy="1888800"/>
          </a:xfrm>
          <a:prstGeom prst="straightConnector1">
            <a:avLst/>
          </a:prstGeom>
          <a:noFill/>
          <a:ln w="19050" cap="flat" cmpd="sng">
            <a:solidFill>
              <a:schemeClr val="lt1"/>
            </a:solidFill>
            <a:prstDash val="solid"/>
            <a:round/>
            <a:headEnd type="none" w="med" len="med"/>
            <a:tailEnd type="diamond" w="med" len="med"/>
          </a:ln>
        </p:spPr>
      </p:cxnSp>
      <p:cxnSp>
        <p:nvCxnSpPr>
          <p:cNvPr id="879" name="Google Shape;879;p65"/>
          <p:cNvCxnSpPr>
            <a:stCxn id="875" idx="1"/>
            <a:endCxn id="880" idx="1"/>
          </p:cNvCxnSpPr>
          <p:nvPr/>
        </p:nvCxnSpPr>
        <p:spPr>
          <a:xfrm>
            <a:off x="953081" y="3074485"/>
            <a:ext cx="600" cy="1186500"/>
          </a:xfrm>
          <a:prstGeom prst="bentConnector3">
            <a:avLst>
              <a:gd name="adj1" fmla="val -36326064"/>
            </a:avLst>
          </a:prstGeom>
          <a:noFill/>
          <a:ln w="19050" cap="flat" cmpd="sng">
            <a:solidFill>
              <a:schemeClr val="lt1"/>
            </a:solidFill>
            <a:prstDash val="solid"/>
            <a:round/>
            <a:headEnd type="diamond" w="med" len="med"/>
            <a:tailEnd type="diamond" w="med" len="med"/>
          </a:ln>
        </p:spPr>
      </p:cxnSp>
      <p:cxnSp>
        <p:nvCxnSpPr>
          <p:cNvPr id="881" name="Google Shape;881;p65"/>
          <p:cNvCxnSpPr>
            <a:stCxn id="875" idx="3"/>
            <a:endCxn id="882" idx="1"/>
          </p:cNvCxnSpPr>
          <p:nvPr/>
        </p:nvCxnSpPr>
        <p:spPr>
          <a:xfrm>
            <a:off x="2626481" y="3074485"/>
            <a:ext cx="275100" cy="0"/>
          </a:xfrm>
          <a:prstGeom prst="straightConnector1">
            <a:avLst/>
          </a:prstGeom>
          <a:noFill/>
          <a:ln w="19050" cap="flat" cmpd="sng">
            <a:solidFill>
              <a:schemeClr val="lt1"/>
            </a:solidFill>
            <a:prstDash val="solid"/>
            <a:round/>
            <a:headEnd type="none" w="med" len="med"/>
            <a:tailEnd type="diamond" w="med" len="med"/>
          </a:ln>
        </p:spPr>
      </p:cxnSp>
      <p:cxnSp>
        <p:nvCxnSpPr>
          <p:cNvPr id="883" name="Google Shape;883;p65"/>
          <p:cNvCxnSpPr>
            <a:stCxn id="884" idx="3"/>
            <a:endCxn id="885" idx="1"/>
          </p:cNvCxnSpPr>
          <p:nvPr/>
        </p:nvCxnSpPr>
        <p:spPr>
          <a:xfrm rot="10800000" flipH="1">
            <a:off x="4574833" y="3074375"/>
            <a:ext cx="268800" cy="1186500"/>
          </a:xfrm>
          <a:prstGeom prst="bentConnector3">
            <a:avLst>
              <a:gd name="adj1" fmla="val 49973"/>
            </a:avLst>
          </a:prstGeom>
          <a:noFill/>
          <a:ln w="19050" cap="flat" cmpd="sng">
            <a:solidFill>
              <a:schemeClr val="lt1"/>
            </a:solidFill>
            <a:prstDash val="solid"/>
            <a:round/>
            <a:headEnd type="none" w="med" len="med"/>
            <a:tailEnd type="diamond" w="med" len="med"/>
          </a:ln>
        </p:spPr>
      </p:cxnSp>
      <p:cxnSp>
        <p:nvCxnSpPr>
          <p:cNvPr id="886" name="Google Shape;886;p65"/>
          <p:cNvCxnSpPr>
            <a:stCxn id="885" idx="3"/>
            <a:endCxn id="878" idx="1"/>
          </p:cNvCxnSpPr>
          <p:nvPr/>
        </p:nvCxnSpPr>
        <p:spPr>
          <a:xfrm rot="10800000" flipH="1">
            <a:off x="6516888" y="1457785"/>
            <a:ext cx="238800" cy="1616700"/>
          </a:xfrm>
          <a:prstGeom prst="bentConnector3">
            <a:avLst>
              <a:gd name="adj1" fmla="val 31758"/>
            </a:avLst>
          </a:prstGeom>
          <a:noFill/>
          <a:ln w="19050" cap="flat" cmpd="sng">
            <a:solidFill>
              <a:schemeClr val="lt1"/>
            </a:solidFill>
            <a:prstDash val="solid"/>
            <a:round/>
            <a:headEnd type="none" w="med" len="med"/>
            <a:tailEnd type="diamond" w="med" len="med"/>
          </a:ln>
        </p:spPr>
      </p:cxnSp>
      <p:cxnSp>
        <p:nvCxnSpPr>
          <p:cNvPr id="887" name="Google Shape;887;p65"/>
          <p:cNvCxnSpPr>
            <a:stCxn id="888" idx="3"/>
            <a:endCxn id="889" idx="1"/>
          </p:cNvCxnSpPr>
          <p:nvPr/>
        </p:nvCxnSpPr>
        <p:spPr>
          <a:xfrm>
            <a:off x="6516888" y="4260875"/>
            <a:ext cx="238800" cy="0"/>
          </a:xfrm>
          <a:prstGeom prst="straightConnector1">
            <a:avLst/>
          </a:prstGeom>
          <a:noFill/>
          <a:ln w="19050" cap="flat" cmpd="sng">
            <a:solidFill>
              <a:schemeClr val="lt1"/>
            </a:solidFill>
            <a:prstDash val="solid"/>
            <a:round/>
            <a:headEnd type="none" w="med" len="med"/>
            <a:tailEnd type="diamond" w="med" len="med"/>
          </a:ln>
        </p:spPr>
      </p:cxnSp>
      <p:sp>
        <p:nvSpPr>
          <p:cNvPr id="890" name="Google Shape;890;p65"/>
          <p:cNvSpPr txBox="1"/>
          <p:nvPr/>
        </p:nvSpPr>
        <p:spPr>
          <a:xfrm>
            <a:off x="2901433" y="3589193"/>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Mars</a:t>
            </a:r>
            <a:endParaRPr sz="2000" b="1">
              <a:solidFill>
                <a:schemeClr val="lt1"/>
              </a:solidFill>
              <a:latin typeface="Unbounded"/>
              <a:ea typeface="Unbounded"/>
              <a:cs typeface="Unbounded"/>
              <a:sym typeface="Unbounded"/>
            </a:endParaRPr>
          </a:p>
        </p:txBody>
      </p:sp>
      <p:sp>
        <p:nvSpPr>
          <p:cNvPr id="884" name="Google Shape;884;p65"/>
          <p:cNvSpPr txBox="1"/>
          <p:nvPr/>
        </p:nvSpPr>
        <p:spPr>
          <a:xfrm>
            <a:off x="2901433" y="3976175"/>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dirty="0">
                <a:solidFill>
                  <a:schemeClr val="lt1"/>
                </a:solidFill>
                <a:latin typeface="Actor"/>
                <a:ea typeface="Actor"/>
                <a:cs typeface="Actor"/>
                <a:sym typeface="Actor"/>
              </a:rPr>
              <a:t>Mars is actually a very cold place</a:t>
            </a:r>
            <a:endParaRPr dirty="0">
              <a:solidFill>
                <a:schemeClr val="lt1"/>
              </a:solidFill>
              <a:latin typeface="Actor"/>
              <a:ea typeface="Actor"/>
              <a:cs typeface="Actor"/>
              <a:sym typeface="Actor"/>
            </a:endParaRPr>
          </a:p>
        </p:txBody>
      </p:sp>
      <p:sp>
        <p:nvSpPr>
          <p:cNvPr id="891" name="Google Shape;891;p65"/>
          <p:cNvSpPr txBox="1"/>
          <p:nvPr/>
        </p:nvSpPr>
        <p:spPr>
          <a:xfrm>
            <a:off x="2901433" y="1215525"/>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Earth</a:t>
            </a:r>
            <a:endParaRPr sz="2000" b="1">
              <a:solidFill>
                <a:schemeClr val="lt1"/>
              </a:solidFill>
              <a:latin typeface="Unbounded"/>
              <a:ea typeface="Unbounded"/>
              <a:cs typeface="Unbounded"/>
              <a:sym typeface="Unbounded"/>
            </a:endParaRPr>
          </a:p>
        </p:txBody>
      </p:sp>
      <p:sp>
        <p:nvSpPr>
          <p:cNvPr id="892" name="Google Shape;892;p65"/>
          <p:cNvSpPr txBox="1"/>
          <p:nvPr/>
        </p:nvSpPr>
        <p:spPr>
          <a:xfrm>
            <a:off x="2901433" y="1603379"/>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Earth is the planet where we all live</a:t>
            </a:r>
            <a:endParaRPr>
              <a:solidFill>
                <a:schemeClr val="lt1"/>
              </a:solidFill>
              <a:latin typeface="Actor"/>
              <a:ea typeface="Actor"/>
              <a:cs typeface="Actor"/>
              <a:sym typeface="Actor"/>
            </a:endParaRPr>
          </a:p>
        </p:txBody>
      </p:sp>
      <p:sp>
        <p:nvSpPr>
          <p:cNvPr id="893" name="Google Shape;893;p65"/>
          <p:cNvSpPr txBox="1"/>
          <p:nvPr/>
        </p:nvSpPr>
        <p:spPr>
          <a:xfrm>
            <a:off x="2901433" y="2402788"/>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Saturn</a:t>
            </a:r>
            <a:endParaRPr sz="2000" b="1">
              <a:solidFill>
                <a:schemeClr val="lt1"/>
              </a:solidFill>
              <a:latin typeface="Unbounded"/>
              <a:ea typeface="Unbounded"/>
              <a:cs typeface="Unbounded"/>
              <a:sym typeface="Unbounded"/>
            </a:endParaRPr>
          </a:p>
        </p:txBody>
      </p:sp>
      <p:sp>
        <p:nvSpPr>
          <p:cNvPr id="882" name="Google Shape;882;p65"/>
          <p:cNvSpPr txBox="1"/>
          <p:nvPr/>
        </p:nvSpPr>
        <p:spPr>
          <a:xfrm>
            <a:off x="2901433" y="2789785"/>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dirty="0">
                <a:solidFill>
                  <a:schemeClr val="lt1"/>
                </a:solidFill>
                <a:latin typeface="Actor"/>
                <a:ea typeface="Actor"/>
                <a:cs typeface="Actor"/>
                <a:sym typeface="Actor"/>
              </a:rPr>
              <a:t>It’s the closest planet to the Sun</a:t>
            </a:r>
            <a:endParaRPr dirty="0">
              <a:solidFill>
                <a:schemeClr val="lt1"/>
              </a:solidFill>
              <a:latin typeface="Actor"/>
              <a:ea typeface="Actor"/>
              <a:cs typeface="Actor"/>
              <a:sym typeface="Actor"/>
            </a:endParaRPr>
          </a:p>
        </p:txBody>
      </p:sp>
      <p:sp>
        <p:nvSpPr>
          <p:cNvPr id="894" name="Google Shape;894;p65"/>
          <p:cNvSpPr txBox="1"/>
          <p:nvPr/>
        </p:nvSpPr>
        <p:spPr>
          <a:xfrm>
            <a:off x="953081" y="3589193"/>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Neptune</a:t>
            </a:r>
            <a:endParaRPr sz="2000" b="1">
              <a:solidFill>
                <a:schemeClr val="lt1"/>
              </a:solidFill>
              <a:latin typeface="Unbounded"/>
              <a:ea typeface="Unbounded"/>
              <a:cs typeface="Unbounded"/>
              <a:sym typeface="Unbounded"/>
            </a:endParaRPr>
          </a:p>
        </p:txBody>
      </p:sp>
      <p:sp>
        <p:nvSpPr>
          <p:cNvPr id="880" name="Google Shape;880;p65"/>
          <p:cNvSpPr txBox="1"/>
          <p:nvPr/>
        </p:nvSpPr>
        <p:spPr>
          <a:xfrm>
            <a:off x="953081" y="3976175"/>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Neptune is far away from us</a:t>
            </a:r>
            <a:endParaRPr>
              <a:solidFill>
                <a:schemeClr val="lt1"/>
              </a:solidFill>
              <a:latin typeface="Actor"/>
              <a:ea typeface="Actor"/>
              <a:cs typeface="Actor"/>
              <a:sym typeface="Actor"/>
            </a:endParaRPr>
          </a:p>
        </p:txBody>
      </p:sp>
      <p:sp>
        <p:nvSpPr>
          <p:cNvPr id="895" name="Google Shape;895;p65"/>
          <p:cNvSpPr txBox="1"/>
          <p:nvPr/>
        </p:nvSpPr>
        <p:spPr>
          <a:xfrm>
            <a:off x="953081" y="2402788"/>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Jupiter</a:t>
            </a:r>
            <a:endParaRPr sz="2000" b="1">
              <a:solidFill>
                <a:schemeClr val="lt1"/>
              </a:solidFill>
              <a:latin typeface="Unbounded"/>
              <a:ea typeface="Unbounded"/>
              <a:cs typeface="Unbounded"/>
              <a:sym typeface="Unbounded"/>
            </a:endParaRPr>
          </a:p>
        </p:txBody>
      </p:sp>
      <p:sp>
        <p:nvSpPr>
          <p:cNvPr id="875" name="Google Shape;875;p65"/>
          <p:cNvSpPr txBox="1"/>
          <p:nvPr/>
        </p:nvSpPr>
        <p:spPr>
          <a:xfrm>
            <a:off x="953081" y="2789785"/>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Jupiter is the biggest planet</a:t>
            </a:r>
            <a:endParaRPr>
              <a:solidFill>
                <a:schemeClr val="lt1"/>
              </a:solidFill>
              <a:latin typeface="Actor"/>
              <a:ea typeface="Actor"/>
              <a:cs typeface="Actor"/>
              <a:sym typeface="Actor"/>
            </a:endParaRPr>
          </a:p>
        </p:txBody>
      </p:sp>
      <p:sp>
        <p:nvSpPr>
          <p:cNvPr id="896" name="Google Shape;896;p65"/>
          <p:cNvSpPr txBox="1"/>
          <p:nvPr/>
        </p:nvSpPr>
        <p:spPr>
          <a:xfrm>
            <a:off x="4843488" y="3589193"/>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Moon</a:t>
            </a:r>
            <a:endParaRPr sz="2000" b="1">
              <a:solidFill>
                <a:schemeClr val="lt1"/>
              </a:solidFill>
              <a:latin typeface="Unbounded"/>
              <a:ea typeface="Unbounded"/>
              <a:cs typeface="Unbounded"/>
              <a:sym typeface="Unbounded"/>
            </a:endParaRPr>
          </a:p>
        </p:txBody>
      </p:sp>
      <p:sp>
        <p:nvSpPr>
          <p:cNvPr id="888" name="Google Shape;888;p65"/>
          <p:cNvSpPr txBox="1"/>
          <p:nvPr/>
        </p:nvSpPr>
        <p:spPr>
          <a:xfrm>
            <a:off x="4843488" y="3976175"/>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It's Earth’s only natural satellite</a:t>
            </a:r>
            <a:endParaRPr>
              <a:solidFill>
                <a:schemeClr val="lt1"/>
              </a:solidFill>
              <a:latin typeface="Actor"/>
              <a:ea typeface="Actor"/>
              <a:cs typeface="Actor"/>
              <a:sym typeface="Actor"/>
            </a:endParaRPr>
          </a:p>
        </p:txBody>
      </p:sp>
      <p:sp>
        <p:nvSpPr>
          <p:cNvPr id="897" name="Google Shape;897;p65"/>
          <p:cNvSpPr txBox="1"/>
          <p:nvPr/>
        </p:nvSpPr>
        <p:spPr>
          <a:xfrm>
            <a:off x="4843488" y="2402788"/>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Ceres</a:t>
            </a:r>
            <a:endParaRPr sz="2000" b="1">
              <a:solidFill>
                <a:schemeClr val="lt1"/>
              </a:solidFill>
              <a:latin typeface="Unbounded"/>
              <a:ea typeface="Unbounded"/>
              <a:cs typeface="Unbounded"/>
              <a:sym typeface="Unbounded"/>
            </a:endParaRPr>
          </a:p>
        </p:txBody>
      </p:sp>
      <p:sp>
        <p:nvSpPr>
          <p:cNvPr id="885" name="Google Shape;885;p65"/>
          <p:cNvSpPr txBox="1"/>
          <p:nvPr/>
        </p:nvSpPr>
        <p:spPr>
          <a:xfrm>
            <a:off x="4843488" y="2789785"/>
            <a:ext cx="1673400" cy="569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lt1"/>
                </a:solidFill>
                <a:latin typeface="Actor"/>
                <a:ea typeface="Actor"/>
                <a:cs typeface="Actor"/>
                <a:sym typeface="Actor"/>
              </a:rPr>
              <a:t>It's located in the main asteroid belt</a:t>
            </a:r>
            <a:endParaRPr>
              <a:solidFill>
                <a:schemeClr val="lt1"/>
              </a:solidFill>
              <a:latin typeface="Actor"/>
              <a:ea typeface="Actor"/>
              <a:cs typeface="Actor"/>
              <a:sym typeface="Actor"/>
            </a:endParaRPr>
          </a:p>
        </p:txBody>
      </p:sp>
      <p:sp>
        <p:nvSpPr>
          <p:cNvPr id="877" name="Google Shape;877;p65"/>
          <p:cNvSpPr txBox="1"/>
          <p:nvPr/>
        </p:nvSpPr>
        <p:spPr>
          <a:xfrm>
            <a:off x="6755638" y="3589193"/>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Pluto</a:t>
            </a:r>
            <a:endParaRPr sz="2000" b="1">
              <a:solidFill>
                <a:schemeClr val="lt1"/>
              </a:solidFill>
              <a:latin typeface="Unbounded"/>
              <a:ea typeface="Unbounded"/>
              <a:cs typeface="Unbounded"/>
              <a:sym typeface="Unbounded"/>
            </a:endParaRPr>
          </a:p>
        </p:txBody>
      </p:sp>
      <p:sp>
        <p:nvSpPr>
          <p:cNvPr id="889" name="Google Shape;889;p65"/>
          <p:cNvSpPr txBox="1"/>
          <p:nvPr/>
        </p:nvSpPr>
        <p:spPr>
          <a:xfrm>
            <a:off x="6755638" y="3976175"/>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Neptune is far away from us</a:t>
            </a:r>
            <a:endParaRPr>
              <a:solidFill>
                <a:schemeClr val="lt1"/>
              </a:solidFill>
              <a:latin typeface="Actor"/>
              <a:ea typeface="Actor"/>
              <a:cs typeface="Actor"/>
              <a:sym typeface="Actor"/>
            </a:endParaRPr>
          </a:p>
        </p:txBody>
      </p:sp>
      <p:sp>
        <p:nvSpPr>
          <p:cNvPr id="874" name="Google Shape;874;p65"/>
          <p:cNvSpPr txBox="1"/>
          <p:nvPr/>
        </p:nvSpPr>
        <p:spPr>
          <a:xfrm>
            <a:off x="953081" y="1215525"/>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Mercury</a:t>
            </a:r>
            <a:endParaRPr sz="2000" b="1">
              <a:solidFill>
                <a:schemeClr val="lt1"/>
              </a:solidFill>
              <a:latin typeface="Unbounded"/>
              <a:ea typeface="Unbounded"/>
              <a:cs typeface="Unbounded"/>
              <a:sym typeface="Unbounded"/>
            </a:endParaRPr>
          </a:p>
        </p:txBody>
      </p:sp>
      <p:sp>
        <p:nvSpPr>
          <p:cNvPr id="878" name="Google Shape;878;p65"/>
          <p:cNvSpPr txBox="1"/>
          <p:nvPr/>
        </p:nvSpPr>
        <p:spPr>
          <a:xfrm>
            <a:off x="6755638" y="1215525"/>
            <a:ext cx="1673400" cy="4848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lt1"/>
                </a:solidFill>
                <a:latin typeface="Unbounded"/>
                <a:ea typeface="Unbounded"/>
                <a:cs typeface="Unbounded"/>
                <a:sym typeface="Unbounded"/>
              </a:rPr>
              <a:t>The Sun</a:t>
            </a:r>
            <a:endParaRPr sz="2000" b="1">
              <a:solidFill>
                <a:schemeClr val="lt1"/>
              </a:solidFill>
              <a:latin typeface="Unbounded"/>
              <a:ea typeface="Unbounded"/>
              <a:cs typeface="Unbounded"/>
              <a:sym typeface="Unbounded"/>
            </a:endParaRPr>
          </a:p>
        </p:txBody>
      </p:sp>
      <p:sp>
        <p:nvSpPr>
          <p:cNvPr id="898" name="Google Shape;898;p65"/>
          <p:cNvSpPr txBox="1"/>
          <p:nvPr/>
        </p:nvSpPr>
        <p:spPr>
          <a:xfrm>
            <a:off x="953081" y="1603373"/>
            <a:ext cx="1673400" cy="569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lt1"/>
                </a:solidFill>
                <a:latin typeface="Actor"/>
                <a:ea typeface="Actor"/>
                <a:cs typeface="Actor"/>
                <a:sym typeface="Actor"/>
              </a:rPr>
              <a:t>Mercury is the closest planet</a:t>
            </a:r>
            <a:endParaRPr>
              <a:solidFill>
                <a:schemeClr val="lt1"/>
              </a:solidFill>
              <a:latin typeface="Actor"/>
              <a:ea typeface="Actor"/>
              <a:cs typeface="Actor"/>
              <a:sym typeface="Acto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02"/>
        <p:cNvGrpSpPr/>
        <p:nvPr/>
      </p:nvGrpSpPr>
      <p:grpSpPr>
        <a:xfrm>
          <a:off x="0" y="0"/>
          <a:ext cx="0" cy="0"/>
          <a:chOff x="0" y="0"/>
          <a:chExt cx="0" cy="0"/>
        </a:xfrm>
      </p:grpSpPr>
      <p:sp>
        <p:nvSpPr>
          <p:cNvPr id="903" name="Google Shape;903;p6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a:t>
            </a:r>
            <a:r>
              <a:rPr lang="en" b="0"/>
              <a:t>strategy</a:t>
            </a:r>
            <a:endParaRPr b="0"/>
          </a:p>
        </p:txBody>
      </p:sp>
      <p:sp>
        <p:nvSpPr>
          <p:cNvPr id="904" name="Google Shape;904;p66"/>
          <p:cNvSpPr txBox="1"/>
          <p:nvPr/>
        </p:nvSpPr>
        <p:spPr>
          <a:xfrm>
            <a:off x="712969" y="3355921"/>
            <a:ext cx="1655700" cy="548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000" b="1">
                <a:solidFill>
                  <a:schemeClr val="lt1"/>
                </a:solidFill>
                <a:latin typeface="Unbounded"/>
                <a:ea typeface="Unbounded"/>
                <a:cs typeface="Unbounded"/>
                <a:sym typeface="Unbounded"/>
              </a:rPr>
              <a:t>Venus</a:t>
            </a:r>
            <a:endParaRPr sz="2000" b="1">
              <a:solidFill>
                <a:schemeClr val="lt1"/>
              </a:solidFill>
              <a:latin typeface="Unbounded"/>
              <a:ea typeface="Unbounded"/>
              <a:cs typeface="Unbounded"/>
              <a:sym typeface="Unbounded"/>
            </a:endParaRPr>
          </a:p>
        </p:txBody>
      </p:sp>
      <p:sp>
        <p:nvSpPr>
          <p:cNvPr id="905" name="Google Shape;905;p66"/>
          <p:cNvSpPr txBox="1"/>
          <p:nvPr/>
        </p:nvSpPr>
        <p:spPr>
          <a:xfrm>
            <a:off x="712969" y="3845852"/>
            <a:ext cx="1655700" cy="640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ctor"/>
                <a:ea typeface="Actor"/>
                <a:cs typeface="Actor"/>
                <a:sym typeface="Actor"/>
              </a:rPr>
              <a:t>Venus is a very beautiful name</a:t>
            </a:r>
            <a:endParaRPr>
              <a:solidFill>
                <a:schemeClr val="lt1"/>
              </a:solidFill>
              <a:latin typeface="Actor"/>
              <a:ea typeface="Actor"/>
              <a:cs typeface="Actor"/>
              <a:sym typeface="Actor"/>
            </a:endParaRPr>
          </a:p>
        </p:txBody>
      </p:sp>
      <p:sp>
        <p:nvSpPr>
          <p:cNvPr id="906" name="Google Shape;906;p66"/>
          <p:cNvSpPr txBox="1"/>
          <p:nvPr/>
        </p:nvSpPr>
        <p:spPr>
          <a:xfrm>
            <a:off x="712955" y="1915866"/>
            <a:ext cx="3675900" cy="502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000" b="1">
                <a:solidFill>
                  <a:schemeClr val="lt1"/>
                </a:solidFill>
                <a:latin typeface="Unbounded"/>
                <a:ea typeface="Unbounded"/>
                <a:cs typeface="Unbounded"/>
                <a:sym typeface="Unbounded"/>
              </a:rPr>
              <a:t>1 Moon</a:t>
            </a:r>
            <a:endParaRPr sz="2000" b="1">
              <a:solidFill>
                <a:schemeClr val="lt1"/>
              </a:solidFill>
              <a:latin typeface="Unbounded"/>
              <a:ea typeface="Unbounded"/>
              <a:cs typeface="Unbounded"/>
              <a:sym typeface="Unbounded"/>
            </a:endParaRPr>
          </a:p>
        </p:txBody>
      </p:sp>
      <p:sp>
        <p:nvSpPr>
          <p:cNvPr id="907" name="Google Shape;907;p66"/>
          <p:cNvSpPr txBox="1"/>
          <p:nvPr/>
        </p:nvSpPr>
        <p:spPr>
          <a:xfrm>
            <a:off x="712955" y="2361950"/>
            <a:ext cx="3675900" cy="640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ctor"/>
                <a:ea typeface="Actor"/>
                <a:cs typeface="Actor"/>
                <a:sym typeface="Actor"/>
              </a:rPr>
              <a:t>Mercury is the closest planet to the Sun and the smallest one in the Solar System</a:t>
            </a:r>
            <a:endParaRPr>
              <a:solidFill>
                <a:schemeClr val="lt1"/>
              </a:solidFill>
              <a:latin typeface="Actor"/>
              <a:ea typeface="Actor"/>
              <a:cs typeface="Actor"/>
              <a:sym typeface="Actor"/>
            </a:endParaRPr>
          </a:p>
        </p:txBody>
      </p:sp>
      <p:sp>
        <p:nvSpPr>
          <p:cNvPr id="908" name="Google Shape;908;p66"/>
          <p:cNvSpPr txBox="1"/>
          <p:nvPr/>
        </p:nvSpPr>
        <p:spPr>
          <a:xfrm>
            <a:off x="2733144" y="3355921"/>
            <a:ext cx="1655700" cy="548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000" b="1">
                <a:solidFill>
                  <a:schemeClr val="lt1"/>
                </a:solidFill>
                <a:latin typeface="Unbounded"/>
                <a:ea typeface="Unbounded"/>
                <a:cs typeface="Unbounded"/>
                <a:sym typeface="Unbounded"/>
              </a:rPr>
              <a:t>Earth</a:t>
            </a:r>
            <a:endParaRPr sz="2000" b="1">
              <a:solidFill>
                <a:schemeClr val="lt1"/>
              </a:solidFill>
              <a:latin typeface="Unbounded"/>
              <a:ea typeface="Unbounded"/>
              <a:cs typeface="Unbounded"/>
              <a:sym typeface="Unbounded"/>
            </a:endParaRPr>
          </a:p>
        </p:txBody>
      </p:sp>
      <p:sp>
        <p:nvSpPr>
          <p:cNvPr id="909" name="Google Shape;909;p66"/>
          <p:cNvSpPr txBox="1"/>
          <p:nvPr/>
        </p:nvSpPr>
        <p:spPr>
          <a:xfrm>
            <a:off x="2733144" y="3845852"/>
            <a:ext cx="1655700" cy="640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ctor"/>
                <a:ea typeface="Actor"/>
                <a:cs typeface="Actor"/>
                <a:sym typeface="Actor"/>
              </a:rPr>
              <a:t>All humans live on this planet</a:t>
            </a:r>
            <a:endParaRPr>
              <a:solidFill>
                <a:schemeClr val="lt1"/>
              </a:solidFill>
              <a:latin typeface="Actor"/>
              <a:ea typeface="Actor"/>
              <a:cs typeface="Actor"/>
              <a:sym typeface="Actor"/>
            </a:endParaRPr>
          </a:p>
        </p:txBody>
      </p:sp>
      <p:cxnSp>
        <p:nvCxnSpPr>
          <p:cNvPr id="910" name="Google Shape;910;p66"/>
          <p:cNvCxnSpPr>
            <a:stCxn id="907" idx="2"/>
            <a:endCxn id="904" idx="0"/>
          </p:cNvCxnSpPr>
          <p:nvPr/>
        </p:nvCxnSpPr>
        <p:spPr>
          <a:xfrm rot="5400000">
            <a:off x="1869005" y="2673950"/>
            <a:ext cx="353700" cy="1010100"/>
          </a:xfrm>
          <a:prstGeom prst="bentConnector3">
            <a:avLst>
              <a:gd name="adj1" fmla="val 50010"/>
            </a:avLst>
          </a:prstGeom>
          <a:noFill/>
          <a:ln w="19050" cap="flat" cmpd="sng">
            <a:solidFill>
              <a:schemeClr val="lt1"/>
            </a:solidFill>
            <a:prstDash val="solid"/>
            <a:round/>
            <a:headEnd type="none" w="med" len="med"/>
            <a:tailEnd type="none" w="med" len="med"/>
          </a:ln>
        </p:spPr>
      </p:cxnSp>
      <p:cxnSp>
        <p:nvCxnSpPr>
          <p:cNvPr id="911" name="Google Shape;911;p66"/>
          <p:cNvCxnSpPr>
            <a:stCxn id="907" idx="2"/>
            <a:endCxn id="908" idx="0"/>
          </p:cNvCxnSpPr>
          <p:nvPr/>
        </p:nvCxnSpPr>
        <p:spPr>
          <a:xfrm rot="-5400000" flipH="1">
            <a:off x="2879105" y="2673950"/>
            <a:ext cx="353700" cy="1010100"/>
          </a:xfrm>
          <a:prstGeom prst="bentConnector3">
            <a:avLst>
              <a:gd name="adj1" fmla="val 50010"/>
            </a:avLst>
          </a:prstGeom>
          <a:noFill/>
          <a:ln w="19050" cap="flat" cmpd="sng">
            <a:solidFill>
              <a:schemeClr val="lt1"/>
            </a:solidFill>
            <a:prstDash val="solid"/>
            <a:round/>
            <a:headEnd type="none" w="med" len="med"/>
            <a:tailEnd type="none" w="med" len="med"/>
          </a:ln>
        </p:spPr>
      </p:cxnSp>
      <p:sp>
        <p:nvSpPr>
          <p:cNvPr id="912" name="Google Shape;912;p66"/>
          <p:cNvSpPr txBox="1"/>
          <p:nvPr/>
        </p:nvSpPr>
        <p:spPr>
          <a:xfrm>
            <a:off x="4755152" y="3355921"/>
            <a:ext cx="1655700" cy="548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000" b="1">
                <a:solidFill>
                  <a:schemeClr val="lt1"/>
                </a:solidFill>
                <a:latin typeface="Unbounded"/>
                <a:ea typeface="Unbounded"/>
                <a:cs typeface="Unbounded"/>
                <a:sym typeface="Unbounded"/>
              </a:rPr>
              <a:t>Jupiter</a:t>
            </a:r>
            <a:endParaRPr sz="2000" b="1">
              <a:solidFill>
                <a:schemeClr val="lt1"/>
              </a:solidFill>
              <a:latin typeface="Unbounded"/>
              <a:ea typeface="Unbounded"/>
              <a:cs typeface="Unbounded"/>
              <a:sym typeface="Unbounded"/>
            </a:endParaRPr>
          </a:p>
        </p:txBody>
      </p:sp>
      <p:sp>
        <p:nvSpPr>
          <p:cNvPr id="913" name="Google Shape;913;p66"/>
          <p:cNvSpPr txBox="1"/>
          <p:nvPr/>
        </p:nvSpPr>
        <p:spPr>
          <a:xfrm>
            <a:off x="4755152" y="3845852"/>
            <a:ext cx="1655700" cy="640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ctor"/>
                <a:ea typeface="Actor"/>
                <a:cs typeface="Actor"/>
                <a:sym typeface="Actor"/>
              </a:rPr>
              <a:t>Jupiter is an enormous planet</a:t>
            </a:r>
            <a:endParaRPr>
              <a:solidFill>
                <a:schemeClr val="lt1"/>
              </a:solidFill>
              <a:latin typeface="Actor"/>
              <a:ea typeface="Actor"/>
              <a:cs typeface="Actor"/>
              <a:sym typeface="Actor"/>
            </a:endParaRPr>
          </a:p>
        </p:txBody>
      </p:sp>
      <p:sp>
        <p:nvSpPr>
          <p:cNvPr id="914" name="Google Shape;914;p66"/>
          <p:cNvSpPr txBox="1"/>
          <p:nvPr/>
        </p:nvSpPr>
        <p:spPr>
          <a:xfrm>
            <a:off x="4755138" y="1915866"/>
            <a:ext cx="3675900" cy="502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000" b="1">
                <a:solidFill>
                  <a:schemeClr val="lt1"/>
                </a:solidFill>
                <a:latin typeface="Unbounded"/>
                <a:ea typeface="Unbounded"/>
                <a:cs typeface="Unbounded"/>
                <a:sym typeface="Unbounded"/>
              </a:rPr>
              <a:t>2 Sun</a:t>
            </a:r>
            <a:endParaRPr sz="2000" b="1">
              <a:solidFill>
                <a:schemeClr val="lt1"/>
              </a:solidFill>
              <a:latin typeface="Unbounded"/>
              <a:ea typeface="Unbounded"/>
              <a:cs typeface="Unbounded"/>
              <a:sym typeface="Unbounded"/>
            </a:endParaRPr>
          </a:p>
        </p:txBody>
      </p:sp>
      <p:sp>
        <p:nvSpPr>
          <p:cNvPr id="915" name="Google Shape;915;p66"/>
          <p:cNvSpPr txBox="1"/>
          <p:nvPr/>
        </p:nvSpPr>
        <p:spPr>
          <a:xfrm>
            <a:off x="4755138" y="2361950"/>
            <a:ext cx="3675900" cy="640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ctor"/>
                <a:ea typeface="Actor"/>
                <a:cs typeface="Actor"/>
                <a:sym typeface="Actor"/>
              </a:rPr>
              <a:t>Despite being red, Mars is actually a cold place. It’s full of iron oxide dust</a:t>
            </a:r>
            <a:endParaRPr>
              <a:solidFill>
                <a:schemeClr val="lt1"/>
              </a:solidFill>
              <a:latin typeface="Actor"/>
              <a:ea typeface="Actor"/>
              <a:cs typeface="Actor"/>
              <a:sym typeface="Actor"/>
            </a:endParaRPr>
          </a:p>
        </p:txBody>
      </p:sp>
      <p:sp>
        <p:nvSpPr>
          <p:cNvPr id="916" name="Google Shape;916;p66"/>
          <p:cNvSpPr txBox="1"/>
          <p:nvPr/>
        </p:nvSpPr>
        <p:spPr>
          <a:xfrm>
            <a:off x="6775327" y="3355921"/>
            <a:ext cx="1655700" cy="548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000" b="1">
                <a:solidFill>
                  <a:schemeClr val="lt1"/>
                </a:solidFill>
                <a:latin typeface="Unbounded"/>
                <a:ea typeface="Unbounded"/>
                <a:cs typeface="Unbounded"/>
                <a:sym typeface="Unbounded"/>
              </a:rPr>
              <a:t>Saturn</a:t>
            </a:r>
            <a:endParaRPr sz="2000" b="1">
              <a:solidFill>
                <a:schemeClr val="lt1"/>
              </a:solidFill>
              <a:latin typeface="Unbounded"/>
              <a:ea typeface="Unbounded"/>
              <a:cs typeface="Unbounded"/>
              <a:sym typeface="Unbounded"/>
            </a:endParaRPr>
          </a:p>
        </p:txBody>
      </p:sp>
      <p:sp>
        <p:nvSpPr>
          <p:cNvPr id="917" name="Google Shape;917;p66"/>
          <p:cNvSpPr txBox="1"/>
          <p:nvPr/>
        </p:nvSpPr>
        <p:spPr>
          <a:xfrm>
            <a:off x="6775327" y="3845852"/>
            <a:ext cx="1655700" cy="640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ctor"/>
                <a:ea typeface="Actor"/>
                <a:cs typeface="Actor"/>
                <a:sym typeface="Actor"/>
              </a:rPr>
              <a:t>Saturn has several beautiful rings</a:t>
            </a:r>
            <a:endParaRPr>
              <a:solidFill>
                <a:schemeClr val="lt1"/>
              </a:solidFill>
              <a:latin typeface="Actor"/>
              <a:ea typeface="Actor"/>
              <a:cs typeface="Actor"/>
              <a:sym typeface="Actor"/>
            </a:endParaRPr>
          </a:p>
        </p:txBody>
      </p:sp>
      <p:cxnSp>
        <p:nvCxnSpPr>
          <p:cNvPr id="918" name="Google Shape;918;p66"/>
          <p:cNvCxnSpPr>
            <a:stCxn id="915" idx="2"/>
            <a:endCxn id="912" idx="0"/>
          </p:cNvCxnSpPr>
          <p:nvPr/>
        </p:nvCxnSpPr>
        <p:spPr>
          <a:xfrm rot="5400000">
            <a:off x="5911188" y="2673950"/>
            <a:ext cx="353700" cy="1010100"/>
          </a:xfrm>
          <a:prstGeom prst="bentConnector3">
            <a:avLst>
              <a:gd name="adj1" fmla="val 50010"/>
            </a:avLst>
          </a:prstGeom>
          <a:noFill/>
          <a:ln w="19050" cap="flat" cmpd="sng">
            <a:solidFill>
              <a:schemeClr val="lt1"/>
            </a:solidFill>
            <a:prstDash val="solid"/>
            <a:round/>
            <a:headEnd type="none" w="med" len="med"/>
            <a:tailEnd type="none" w="med" len="med"/>
          </a:ln>
        </p:spPr>
      </p:cxnSp>
      <p:cxnSp>
        <p:nvCxnSpPr>
          <p:cNvPr id="919" name="Google Shape;919;p66"/>
          <p:cNvCxnSpPr>
            <a:stCxn id="915" idx="2"/>
            <a:endCxn id="916" idx="0"/>
          </p:cNvCxnSpPr>
          <p:nvPr/>
        </p:nvCxnSpPr>
        <p:spPr>
          <a:xfrm rot="-5400000" flipH="1">
            <a:off x="6921288" y="2673950"/>
            <a:ext cx="353700" cy="1010100"/>
          </a:xfrm>
          <a:prstGeom prst="bentConnector3">
            <a:avLst>
              <a:gd name="adj1" fmla="val 50010"/>
            </a:avLst>
          </a:prstGeom>
          <a:noFill/>
          <a:ln w="19050" cap="flat" cmpd="sng">
            <a:solidFill>
              <a:schemeClr val="lt1"/>
            </a:solidFill>
            <a:prstDash val="solid"/>
            <a:round/>
            <a:headEnd type="none" w="med" len="med"/>
            <a:tailEnd type="none" w="med" len="med"/>
          </a:ln>
        </p:spPr>
      </p:cxnSp>
      <p:sp>
        <p:nvSpPr>
          <p:cNvPr id="920" name="Google Shape;920;p66"/>
          <p:cNvSpPr/>
          <p:nvPr/>
        </p:nvSpPr>
        <p:spPr>
          <a:xfrm>
            <a:off x="2230800" y="1205275"/>
            <a:ext cx="640200" cy="6402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66"/>
          <p:cNvSpPr/>
          <p:nvPr/>
        </p:nvSpPr>
        <p:spPr>
          <a:xfrm>
            <a:off x="6273000" y="1205275"/>
            <a:ext cx="640200" cy="6402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 name="Google Shape;922;p66"/>
          <p:cNvGrpSpPr/>
          <p:nvPr/>
        </p:nvGrpSpPr>
        <p:grpSpPr>
          <a:xfrm>
            <a:off x="6390475" y="1322539"/>
            <a:ext cx="405239" cy="405675"/>
            <a:chOff x="3539102" y="2427549"/>
            <a:chExt cx="355099" cy="355481"/>
          </a:xfrm>
        </p:grpSpPr>
        <p:sp>
          <p:nvSpPr>
            <p:cNvPr id="923" name="Google Shape;923;p66"/>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66"/>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 name="Google Shape;925;p66"/>
          <p:cNvGrpSpPr/>
          <p:nvPr/>
        </p:nvGrpSpPr>
        <p:grpSpPr>
          <a:xfrm>
            <a:off x="2345909" y="1333796"/>
            <a:ext cx="409998" cy="383192"/>
            <a:chOff x="1748582" y="3372635"/>
            <a:chExt cx="359269" cy="335780"/>
          </a:xfrm>
        </p:grpSpPr>
        <p:sp>
          <p:nvSpPr>
            <p:cNvPr id="926" name="Google Shape;926;p66"/>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7" name="Google Shape;927;p66"/>
            <p:cNvGrpSpPr/>
            <p:nvPr/>
          </p:nvGrpSpPr>
          <p:grpSpPr>
            <a:xfrm>
              <a:off x="1748582" y="3372635"/>
              <a:ext cx="333520" cy="335780"/>
              <a:chOff x="1748582" y="3372635"/>
              <a:chExt cx="333520" cy="335780"/>
            </a:xfrm>
          </p:grpSpPr>
          <p:sp>
            <p:nvSpPr>
              <p:cNvPr id="928" name="Google Shape;928;p66"/>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66"/>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66"/>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34"/>
        <p:cNvGrpSpPr/>
        <p:nvPr/>
      </p:nvGrpSpPr>
      <p:grpSpPr>
        <a:xfrm>
          <a:off x="0" y="0"/>
          <a:ext cx="0" cy="0"/>
          <a:chOff x="0" y="0"/>
          <a:chExt cx="0" cy="0"/>
        </a:xfrm>
      </p:grpSpPr>
      <p:sp>
        <p:nvSpPr>
          <p:cNvPr id="935" name="Google Shape;935;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Project </a:t>
            </a:r>
            <a:r>
              <a:rPr lang="en" b="0"/>
              <a:t>evolution</a:t>
            </a:r>
            <a:endParaRPr b="0"/>
          </a:p>
        </p:txBody>
      </p:sp>
      <p:sp>
        <p:nvSpPr>
          <p:cNvPr id="936" name="Google Shape;936;p67"/>
          <p:cNvSpPr/>
          <p:nvPr/>
        </p:nvSpPr>
        <p:spPr>
          <a:xfrm>
            <a:off x="891284" y="1289175"/>
            <a:ext cx="2665500" cy="4368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67"/>
          <p:cNvSpPr txBox="1"/>
          <p:nvPr/>
        </p:nvSpPr>
        <p:spPr>
          <a:xfrm>
            <a:off x="3709422" y="1289175"/>
            <a:ext cx="1074600" cy="436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b="1">
                <a:solidFill>
                  <a:schemeClr val="lt1"/>
                </a:solidFill>
                <a:latin typeface="Unbounded"/>
                <a:ea typeface="Unbounded"/>
                <a:cs typeface="Unbounded"/>
                <a:sym typeface="Unbounded"/>
              </a:rPr>
              <a:t>80%</a:t>
            </a:r>
            <a:endParaRPr sz="1900" b="1">
              <a:solidFill>
                <a:schemeClr val="lt1"/>
              </a:solidFill>
              <a:latin typeface="Unbounded"/>
              <a:ea typeface="Unbounded"/>
              <a:cs typeface="Unbounded"/>
              <a:sym typeface="Unbounded"/>
            </a:endParaRPr>
          </a:p>
        </p:txBody>
      </p:sp>
      <p:sp>
        <p:nvSpPr>
          <p:cNvPr id="938" name="Google Shape;938;p67"/>
          <p:cNvSpPr txBox="1"/>
          <p:nvPr/>
        </p:nvSpPr>
        <p:spPr>
          <a:xfrm>
            <a:off x="5881516" y="1157675"/>
            <a:ext cx="2371200" cy="297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Unbounded"/>
                <a:ea typeface="Unbounded"/>
                <a:cs typeface="Unbounded"/>
                <a:sym typeface="Unbounded"/>
              </a:rPr>
              <a:t>Venus</a:t>
            </a:r>
            <a:endParaRPr sz="2000" b="1">
              <a:solidFill>
                <a:schemeClr val="lt1"/>
              </a:solidFill>
              <a:latin typeface="Unbounded"/>
              <a:ea typeface="Unbounded"/>
              <a:cs typeface="Unbounded"/>
              <a:sym typeface="Unbounded"/>
            </a:endParaRPr>
          </a:p>
        </p:txBody>
      </p:sp>
      <p:sp>
        <p:nvSpPr>
          <p:cNvPr id="939" name="Google Shape;939;p67"/>
          <p:cNvSpPr txBox="1"/>
          <p:nvPr/>
        </p:nvSpPr>
        <p:spPr>
          <a:xfrm>
            <a:off x="5881510" y="1486086"/>
            <a:ext cx="2371200" cy="371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latin typeface="Actor"/>
                <a:ea typeface="Actor"/>
                <a:cs typeface="Actor"/>
                <a:sym typeface="Actor"/>
              </a:rPr>
              <a:t>It's  a beautiful name and is the second one from the Sun</a:t>
            </a:r>
            <a:endParaRPr>
              <a:solidFill>
                <a:schemeClr val="lt1"/>
              </a:solidFill>
              <a:latin typeface="Actor"/>
              <a:ea typeface="Actor"/>
              <a:cs typeface="Actor"/>
              <a:sym typeface="Actor"/>
            </a:endParaRPr>
          </a:p>
        </p:txBody>
      </p:sp>
      <p:sp>
        <p:nvSpPr>
          <p:cNvPr id="940" name="Google Shape;940;p67"/>
          <p:cNvSpPr/>
          <p:nvPr/>
        </p:nvSpPr>
        <p:spPr>
          <a:xfrm>
            <a:off x="891284" y="1289175"/>
            <a:ext cx="2002500" cy="436800"/>
          </a:xfrm>
          <a:prstGeom prst="roundRect">
            <a:avLst>
              <a:gd name="adj" fmla="val 50000"/>
            </a:avLst>
          </a:prstGeom>
          <a:solidFill>
            <a:schemeClr val="lt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67"/>
          <p:cNvSpPr/>
          <p:nvPr/>
        </p:nvSpPr>
        <p:spPr>
          <a:xfrm>
            <a:off x="891284" y="2188961"/>
            <a:ext cx="2665500" cy="4368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67"/>
          <p:cNvSpPr txBox="1"/>
          <p:nvPr/>
        </p:nvSpPr>
        <p:spPr>
          <a:xfrm>
            <a:off x="3709422" y="2188961"/>
            <a:ext cx="1074600" cy="436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b="1">
                <a:solidFill>
                  <a:schemeClr val="lt1"/>
                </a:solidFill>
                <a:latin typeface="Unbounded"/>
                <a:ea typeface="Unbounded"/>
                <a:cs typeface="Unbounded"/>
                <a:sym typeface="Unbounded"/>
              </a:rPr>
              <a:t>50%</a:t>
            </a:r>
            <a:endParaRPr sz="1900" b="1">
              <a:solidFill>
                <a:schemeClr val="lt1"/>
              </a:solidFill>
              <a:latin typeface="Unbounded"/>
              <a:ea typeface="Unbounded"/>
              <a:cs typeface="Unbounded"/>
              <a:sym typeface="Unbounded"/>
            </a:endParaRPr>
          </a:p>
        </p:txBody>
      </p:sp>
      <p:sp>
        <p:nvSpPr>
          <p:cNvPr id="943" name="Google Shape;943;p67"/>
          <p:cNvSpPr txBox="1"/>
          <p:nvPr/>
        </p:nvSpPr>
        <p:spPr>
          <a:xfrm>
            <a:off x="5881516" y="2060278"/>
            <a:ext cx="2371200" cy="297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Unbounded"/>
                <a:ea typeface="Unbounded"/>
                <a:cs typeface="Unbounded"/>
                <a:sym typeface="Unbounded"/>
              </a:rPr>
              <a:t>Mercury</a:t>
            </a:r>
            <a:endParaRPr sz="2000" b="1">
              <a:solidFill>
                <a:schemeClr val="lt1"/>
              </a:solidFill>
              <a:latin typeface="Unbounded"/>
              <a:ea typeface="Unbounded"/>
              <a:cs typeface="Unbounded"/>
              <a:sym typeface="Unbounded"/>
            </a:endParaRPr>
          </a:p>
        </p:txBody>
      </p:sp>
      <p:sp>
        <p:nvSpPr>
          <p:cNvPr id="944" name="Google Shape;944;p67"/>
          <p:cNvSpPr txBox="1"/>
          <p:nvPr/>
        </p:nvSpPr>
        <p:spPr>
          <a:xfrm>
            <a:off x="5881510" y="2383043"/>
            <a:ext cx="2371200" cy="371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latin typeface="Actor"/>
                <a:ea typeface="Actor"/>
                <a:cs typeface="Actor"/>
                <a:sym typeface="Actor"/>
              </a:rPr>
              <a:t>It's the closest planet to the Sun and the smallest one</a:t>
            </a:r>
            <a:endParaRPr>
              <a:solidFill>
                <a:schemeClr val="lt1"/>
              </a:solidFill>
              <a:latin typeface="Actor"/>
              <a:ea typeface="Actor"/>
              <a:cs typeface="Actor"/>
              <a:sym typeface="Actor"/>
            </a:endParaRPr>
          </a:p>
        </p:txBody>
      </p:sp>
      <p:sp>
        <p:nvSpPr>
          <p:cNvPr id="945" name="Google Shape;945;p67"/>
          <p:cNvSpPr/>
          <p:nvPr/>
        </p:nvSpPr>
        <p:spPr>
          <a:xfrm>
            <a:off x="891284" y="2188961"/>
            <a:ext cx="1375800" cy="436800"/>
          </a:xfrm>
          <a:prstGeom prst="roundRect">
            <a:avLst>
              <a:gd name="adj" fmla="val 50000"/>
            </a:avLst>
          </a:prstGeom>
          <a:solidFill>
            <a:schemeClr val="dk2"/>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67"/>
          <p:cNvSpPr/>
          <p:nvPr/>
        </p:nvSpPr>
        <p:spPr>
          <a:xfrm>
            <a:off x="891284" y="3099268"/>
            <a:ext cx="2665500" cy="4368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67"/>
          <p:cNvSpPr txBox="1"/>
          <p:nvPr/>
        </p:nvSpPr>
        <p:spPr>
          <a:xfrm>
            <a:off x="3709422" y="3075718"/>
            <a:ext cx="1074600" cy="483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b="1">
                <a:solidFill>
                  <a:schemeClr val="lt1"/>
                </a:solidFill>
                <a:latin typeface="Unbounded"/>
                <a:ea typeface="Unbounded"/>
                <a:cs typeface="Unbounded"/>
                <a:sym typeface="Unbounded"/>
              </a:rPr>
              <a:t>30%</a:t>
            </a:r>
            <a:endParaRPr sz="1900" b="1">
              <a:solidFill>
                <a:schemeClr val="lt1"/>
              </a:solidFill>
              <a:latin typeface="Unbounded"/>
              <a:ea typeface="Unbounded"/>
              <a:cs typeface="Unbounded"/>
              <a:sym typeface="Unbounded"/>
            </a:endParaRPr>
          </a:p>
        </p:txBody>
      </p:sp>
      <p:sp>
        <p:nvSpPr>
          <p:cNvPr id="948" name="Google Shape;948;p67"/>
          <p:cNvSpPr txBox="1"/>
          <p:nvPr/>
        </p:nvSpPr>
        <p:spPr>
          <a:xfrm>
            <a:off x="5881516" y="2940692"/>
            <a:ext cx="2371200" cy="297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Unbounded"/>
                <a:ea typeface="Unbounded"/>
                <a:cs typeface="Unbounded"/>
                <a:sym typeface="Unbounded"/>
              </a:rPr>
              <a:t>Mars</a:t>
            </a:r>
            <a:endParaRPr sz="2000" b="1">
              <a:solidFill>
                <a:schemeClr val="lt1"/>
              </a:solidFill>
              <a:latin typeface="Unbounded"/>
              <a:ea typeface="Unbounded"/>
              <a:cs typeface="Unbounded"/>
              <a:sym typeface="Unbounded"/>
            </a:endParaRPr>
          </a:p>
        </p:txBody>
      </p:sp>
      <p:sp>
        <p:nvSpPr>
          <p:cNvPr id="949" name="Google Shape;949;p67"/>
          <p:cNvSpPr txBox="1"/>
          <p:nvPr/>
        </p:nvSpPr>
        <p:spPr>
          <a:xfrm>
            <a:off x="5881510" y="3257832"/>
            <a:ext cx="2371200" cy="436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latin typeface="Actor"/>
                <a:ea typeface="Actor"/>
                <a:cs typeface="Actor"/>
                <a:sym typeface="Actor"/>
              </a:rPr>
              <a:t>Despite being red, is a cold place full of iron oxide dust</a:t>
            </a:r>
            <a:endParaRPr>
              <a:solidFill>
                <a:schemeClr val="lt1"/>
              </a:solidFill>
              <a:latin typeface="Actor"/>
              <a:ea typeface="Actor"/>
              <a:cs typeface="Actor"/>
              <a:sym typeface="Actor"/>
            </a:endParaRPr>
          </a:p>
        </p:txBody>
      </p:sp>
      <p:sp>
        <p:nvSpPr>
          <p:cNvPr id="950" name="Google Shape;950;p67"/>
          <p:cNvSpPr/>
          <p:nvPr/>
        </p:nvSpPr>
        <p:spPr>
          <a:xfrm>
            <a:off x="891284" y="3099268"/>
            <a:ext cx="792600" cy="436800"/>
          </a:xfrm>
          <a:prstGeom prst="roundRect">
            <a:avLst>
              <a:gd name="adj" fmla="val 50000"/>
            </a:avLst>
          </a:pr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67"/>
          <p:cNvSpPr/>
          <p:nvPr/>
        </p:nvSpPr>
        <p:spPr>
          <a:xfrm>
            <a:off x="891284" y="4009575"/>
            <a:ext cx="2665500" cy="4368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67"/>
          <p:cNvSpPr txBox="1"/>
          <p:nvPr/>
        </p:nvSpPr>
        <p:spPr>
          <a:xfrm>
            <a:off x="3709422" y="4021725"/>
            <a:ext cx="1074600" cy="412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b="1">
                <a:solidFill>
                  <a:schemeClr val="lt1"/>
                </a:solidFill>
                <a:latin typeface="Unbounded"/>
                <a:ea typeface="Unbounded"/>
                <a:cs typeface="Unbounded"/>
                <a:sym typeface="Unbounded"/>
              </a:rPr>
              <a:t>70%</a:t>
            </a:r>
            <a:endParaRPr sz="1900" b="1">
              <a:solidFill>
                <a:schemeClr val="lt1"/>
              </a:solidFill>
              <a:latin typeface="Unbounded"/>
              <a:ea typeface="Unbounded"/>
              <a:cs typeface="Unbounded"/>
              <a:sym typeface="Unbounded"/>
            </a:endParaRPr>
          </a:p>
        </p:txBody>
      </p:sp>
      <p:sp>
        <p:nvSpPr>
          <p:cNvPr id="953" name="Google Shape;953;p67"/>
          <p:cNvSpPr txBox="1"/>
          <p:nvPr/>
        </p:nvSpPr>
        <p:spPr>
          <a:xfrm>
            <a:off x="5881516" y="3865477"/>
            <a:ext cx="2371200" cy="2979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b="1">
                <a:solidFill>
                  <a:schemeClr val="lt1"/>
                </a:solidFill>
                <a:latin typeface="Unbounded"/>
                <a:ea typeface="Unbounded"/>
                <a:cs typeface="Unbounded"/>
                <a:sym typeface="Unbounded"/>
              </a:rPr>
              <a:t>Jupiter</a:t>
            </a:r>
            <a:endParaRPr sz="2000" b="1">
              <a:solidFill>
                <a:schemeClr val="lt1"/>
              </a:solidFill>
              <a:latin typeface="Unbounded"/>
              <a:ea typeface="Unbounded"/>
              <a:cs typeface="Unbounded"/>
              <a:sym typeface="Unbounded"/>
            </a:endParaRPr>
          </a:p>
        </p:txBody>
      </p:sp>
      <p:sp>
        <p:nvSpPr>
          <p:cNvPr id="954" name="Google Shape;954;p67"/>
          <p:cNvSpPr txBox="1"/>
          <p:nvPr/>
        </p:nvSpPr>
        <p:spPr>
          <a:xfrm>
            <a:off x="5881510" y="4153650"/>
            <a:ext cx="2371200" cy="436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latin typeface="Actor"/>
                <a:ea typeface="Actor"/>
                <a:cs typeface="Actor"/>
                <a:sym typeface="Actor"/>
              </a:rPr>
              <a:t>It's  a gas giant and the biggest planet</a:t>
            </a:r>
            <a:endParaRPr>
              <a:solidFill>
                <a:schemeClr val="lt1"/>
              </a:solidFill>
              <a:latin typeface="Actor"/>
              <a:ea typeface="Actor"/>
              <a:cs typeface="Actor"/>
              <a:sym typeface="Actor"/>
            </a:endParaRPr>
          </a:p>
        </p:txBody>
      </p:sp>
      <p:sp>
        <p:nvSpPr>
          <p:cNvPr id="955" name="Google Shape;955;p67"/>
          <p:cNvSpPr/>
          <p:nvPr/>
        </p:nvSpPr>
        <p:spPr>
          <a:xfrm>
            <a:off x="891284" y="4009575"/>
            <a:ext cx="1715400" cy="436800"/>
          </a:xfrm>
          <a:prstGeom prst="roundRect">
            <a:avLst>
              <a:gd name="adj" fmla="val 50000"/>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67"/>
          <p:cNvSpPr/>
          <p:nvPr/>
        </p:nvSpPr>
        <p:spPr>
          <a:xfrm>
            <a:off x="5104410" y="1187475"/>
            <a:ext cx="640200" cy="6402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67"/>
          <p:cNvSpPr/>
          <p:nvPr/>
        </p:nvSpPr>
        <p:spPr>
          <a:xfrm>
            <a:off x="5104410" y="2092525"/>
            <a:ext cx="640200" cy="6402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67"/>
          <p:cNvSpPr/>
          <p:nvPr/>
        </p:nvSpPr>
        <p:spPr>
          <a:xfrm>
            <a:off x="5104410" y="2997575"/>
            <a:ext cx="640200" cy="6402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67"/>
          <p:cNvSpPr/>
          <p:nvPr/>
        </p:nvSpPr>
        <p:spPr>
          <a:xfrm>
            <a:off x="5104410" y="3907875"/>
            <a:ext cx="640200" cy="640200"/>
          </a:xfrm>
          <a:prstGeom prst="rect">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 name="Google Shape;960;p67"/>
          <p:cNvGrpSpPr/>
          <p:nvPr/>
        </p:nvGrpSpPr>
        <p:grpSpPr>
          <a:xfrm>
            <a:off x="5239232" y="3135027"/>
            <a:ext cx="370528" cy="370528"/>
            <a:chOff x="1756921" y="1509739"/>
            <a:chExt cx="345997" cy="345997"/>
          </a:xfrm>
        </p:grpSpPr>
        <p:sp>
          <p:nvSpPr>
            <p:cNvPr id="961" name="Google Shape;961;p67"/>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67"/>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67"/>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67"/>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67"/>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67"/>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67"/>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67"/>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67"/>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67"/>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67"/>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67"/>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67"/>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67"/>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67"/>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67"/>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67"/>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 name="Google Shape;978;p67"/>
          <p:cNvGrpSpPr/>
          <p:nvPr/>
        </p:nvGrpSpPr>
        <p:grpSpPr>
          <a:xfrm>
            <a:off x="5231115" y="1314200"/>
            <a:ext cx="386752" cy="386752"/>
            <a:chOff x="6216367" y="1970156"/>
            <a:chExt cx="361147" cy="361147"/>
          </a:xfrm>
        </p:grpSpPr>
        <p:sp>
          <p:nvSpPr>
            <p:cNvPr id="979" name="Google Shape;979;p67"/>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67"/>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67"/>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67"/>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 name="Google Shape;983;p67"/>
          <p:cNvGrpSpPr/>
          <p:nvPr/>
        </p:nvGrpSpPr>
        <p:grpSpPr>
          <a:xfrm>
            <a:off x="5219549" y="2221685"/>
            <a:ext cx="409895" cy="381878"/>
            <a:chOff x="2185128" y="2427549"/>
            <a:chExt cx="382758" cy="356595"/>
          </a:xfrm>
        </p:grpSpPr>
        <p:sp>
          <p:nvSpPr>
            <p:cNvPr id="984" name="Google Shape;984;p67"/>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67"/>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67"/>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67"/>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 name="Google Shape;988;p67"/>
          <p:cNvGrpSpPr/>
          <p:nvPr/>
        </p:nvGrpSpPr>
        <p:grpSpPr>
          <a:xfrm>
            <a:off x="5222190" y="4031775"/>
            <a:ext cx="404612" cy="347419"/>
            <a:chOff x="848978" y="4297637"/>
            <a:chExt cx="377824" cy="324418"/>
          </a:xfrm>
        </p:grpSpPr>
        <p:sp>
          <p:nvSpPr>
            <p:cNvPr id="989" name="Google Shape;989;p67"/>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67"/>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045"/>
        <p:cNvGrpSpPr/>
        <p:nvPr/>
      </p:nvGrpSpPr>
      <p:grpSpPr>
        <a:xfrm>
          <a:off x="0" y="0"/>
          <a:ext cx="0" cy="0"/>
          <a:chOff x="0" y="0"/>
          <a:chExt cx="0" cy="0"/>
        </a:xfrm>
      </p:grpSpPr>
      <p:sp>
        <p:nvSpPr>
          <p:cNvPr id="1046" name="Google Shape;1046;p7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a:t>
            </a:r>
            <a:r>
              <a:rPr lang="en" b="0"/>
              <a:t> resources</a:t>
            </a:r>
            <a:endParaRPr b="0"/>
          </a:p>
        </p:txBody>
      </p:sp>
      <p:sp>
        <p:nvSpPr>
          <p:cNvPr id="1047" name="Google Shape;1047;p70"/>
          <p:cNvSpPr txBox="1">
            <a:spLocks noGrp="1"/>
          </p:cNvSpPr>
          <p:nvPr>
            <p:ph type="body" idx="4294967295"/>
          </p:nvPr>
        </p:nvSpPr>
        <p:spPr>
          <a:xfrm>
            <a:off x="720000" y="1222225"/>
            <a:ext cx="7704000" cy="2467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Here’s an assortment of alternative resources whose style fits that of this template:</a:t>
            </a:r>
            <a:endParaRPr/>
          </a:p>
        </p:txBody>
      </p:sp>
      <p:sp>
        <p:nvSpPr>
          <p:cNvPr id="1048" name="Google Shape;1048;p70"/>
          <p:cNvSpPr/>
          <p:nvPr/>
        </p:nvSpPr>
        <p:spPr>
          <a:xfrm>
            <a:off x="4990739" y="2719525"/>
            <a:ext cx="1068941" cy="1019936"/>
          </a:xfrm>
          <a:custGeom>
            <a:avLst/>
            <a:gdLst/>
            <a:ahLst/>
            <a:cxnLst/>
            <a:rect l="l" t="t" r="r" b="b"/>
            <a:pathLst>
              <a:path w="35053" h="33446" extrusionOk="0">
                <a:moveTo>
                  <a:pt x="12109" y="1"/>
                </a:moveTo>
                <a:lnTo>
                  <a:pt x="12371" y="9609"/>
                </a:lnTo>
                <a:lnTo>
                  <a:pt x="3346" y="6383"/>
                </a:lnTo>
                <a:lnTo>
                  <a:pt x="9192" y="14003"/>
                </a:lnTo>
                <a:lnTo>
                  <a:pt x="1" y="16717"/>
                </a:lnTo>
                <a:lnTo>
                  <a:pt x="9192" y="19444"/>
                </a:lnTo>
                <a:lnTo>
                  <a:pt x="3346" y="27064"/>
                </a:lnTo>
                <a:lnTo>
                  <a:pt x="12371" y="23837"/>
                </a:lnTo>
                <a:lnTo>
                  <a:pt x="12109" y="33446"/>
                </a:lnTo>
                <a:lnTo>
                  <a:pt x="17527" y="25516"/>
                </a:lnTo>
                <a:lnTo>
                  <a:pt x="22944" y="33446"/>
                </a:lnTo>
                <a:lnTo>
                  <a:pt x="22670" y="23837"/>
                </a:lnTo>
                <a:lnTo>
                  <a:pt x="31707" y="27064"/>
                </a:lnTo>
                <a:lnTo>
                  <a:pt x="25861" y="19444"/>
                </a:lnTo>
                <a:lnTo>
                  <a:pt x="35053" y="16717"/>
                </a:lnTo>
                <a:lnTo>
                  <a:pt x="25861" y="14003"/>
                </a:lnTo>
                <a:lnTo>
                  <a:pt x="31707" y="6383"/>
                </a:lnTo>
                <a:lnTo>
                  <a:pt x="31707" y="6383"/>
                </a:lnTo>
                <a:lnTo>
                  <a:pt x="22670" y="9609"/>
                </a:lnTo>
                <a:lnTo>
                  <a:pt x="22670" y="9609"/>
                </a:lnTo>
                <a:lnTo>
                  <a:pt x="22944" y="1"/>
                </a:lnTo>
                <a:lnTo>
                  <a:pt x="17527" y="7930"/>
                </a:lnTo>
                <a:lnTo>
                  <a:pt x="12109" y="1"/>
                </a:ln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70"/>
          <p:cNvSpPr/>
          <p:nvPr/>
        </p:nvSpPr>
        <p:spPr>
          <a:xfrm>
            <a:off x="890725" y="2683639"/>
            <a:ext cx="1068925" cy="1091676"/>
          </a:xfrm>
          <a:custGeom>
            <a:avLst/>
            <a:gdLst/>
            <a:ahLst/>
            <a:cxnLst/>
            <a:rect l="l" t="t" r="r" b="b"/>
            <a:pathLst>
              <a:path w="37493" h="38291" fill="none" extrusionOk="0">
                <a:moveTo>
                  <a:pt x="36683" y="22134"/>
                </a:moveTo>
                <a:lnTo>
                  <a:pt x="23598" y="19146"/>
                </a:lnTo>
                <a:lnTo>
                  <a:pt x="36683" y="16157"/>
                </a:lnTo>
                <a:cubicBezTo>
                  <a:pt x="37183" y="15991"/>
                  <a:pt x="37493" y="15455"/>
                  <a:pt x="37362" y="14931"/>
                </a:cubicBezTo>
                <a:cubicBezTo>
                  <a:pt x="37243" y="14407"/>
                  <a:pt x="36755" y="14062"/>
                  <a:pt x="36219" y="14133"/>
                </a:cubicBezTo>
                <a:lnTo>
                  <a:pt x="23134" y="17122"/>
                </a:lnTo>
                <a:lnTo>
                  <a:pt x="33623" y="8740"/>
                </a:lnTo>
                <a:cubicBezTo>
                  <a:pt x="34528" y="7871"/>
                  <a:pt x="33385" y="6430"/>
                  <a:pt x="32337" y="7120"/>
                </a:cubicBezTo>
                <a:lnTo>
                  <a:pt x="21848" y="15502"/>
                </a:lnTo>
                <a:lnTo>
                  <a:pt x="27670" y="3394"/>
                </a:lnTo>
                <a:cubicBezTo>
                  <a:pt x="27908" y="2870"/>
                  <a:pt x="27694" y="2251"/>
                  <a:pt x="27182" y="2001"/>
                </a:cubicBezTo>
                <a:lnTo>
                  <a:pt x="27182" y="2001"/>
                </a:lnTo>
                <a:cubicBezTo>
                  <a:pt x="26670" y="1763"/>
                  <a:pt x="26051" y="1977"/>
                  <a:pt x="25801" y="2489"/>
                </a:cubicBezTo>
                <a:lnTo>
                  <a:pt x="19979" y="14598"/>
                </a:lnTo>
                <a:lnTo>
                  <a:pt x="19979" y="1155"/>
                </a:lnTo>
                <a:cubicBezTo>
                  <a:pt x="20050" y="536"/>
                  <a:pt x="19562" y="1"/>
                  <a:pt x="18943" y="1"/>
                </a:cubicBezTo>
                <a:cubicBezTo>
                  <a:pt x="18324" y="1"/>
                  <a:pt x="17836" y="536"/>
                  <a:pt x="17907" y="1155"/>
                </a:cubicBezTo>
                <a:lnTo>
                  <a:pt x="17907" y="14598"/>
                </a:lnTo>
                <a:lnTo>
                  <a:pt x="12085" y="2489"/>
                </a:lnTo>
                <a:cubicBezTo>
                  <a:pt x="11882" y="1894"/>
                  <a:pt x="11216" y="1620"/>
                  <a:pt x="10644" y="1882"/>
                </a:cubicBezTo>
                <a:cubicBezTo>
                  <a:pt x="10085" y="2156"/>
                  <a:pt x="9882" y="2858"/>
                  <a:pt x="10216" y="3382"/>
                </a:cubicBezTo>
                <a:lnTo>
                  <a:pt x="16038" y="15491"/>
                </a:lnTo>
                <a:lnTo>
                  <a:pt x="5548" y="7109"/>
                </a:lnTo>
                <a:cubicBezTo>
                  <a:pt x="4489" y="6430"/>
                  <a:pt x="3358" y="7859"/>
                  <a:pt x="4262" y="8740"/>
                </a:cubicBezTo>
                <a:lnTo>
                  <a:pt x="14752" y="17122"/>
                </a:lnTo>
                <a:lnTo>
                  <a:pt x="1667" y="14133"/>
                </a:lnTo>
                <a:cubicBezTo>
                  <a:pt x="429" y="13990"/>
                  <a:pt x="36" y="15741"/>
                  <a:pt x="1203" y="16157"/>
                </a:cubicBezTo>
                <a:lnTo>
                  <a:pt x="14288" y="19146"/>
                </a:lnTo>
                <a:lnTo>
                  <a:pt x="1203" y="22134"/>
                </a:lnTo>
                <a:cubicBezTo>
                  <a:pt x="0" y="22539"/>
                  <a:pt x="405" y="24325"/>
                  <a:pt x="1667" y="24158"/>
                </a:cubicBezTo>
                <a:lnTo>
                  <a:pt x="14740" y="21170"/>
                </a:lnTo>
                <a:lnTo>
                  <a:pt x="4262" y="29552"/>
                </a:lnTo>
                <a:cubicBezTo>
                  <a:pt x="3810" y="29909"/>
                  <a:pt x="3739" y="30552"/>
                  <a:pt x="4096" y="31004"/>
                </a:cubicBezTo>
                <a:lnTo>
                  <a:pt x="4096" y="31004"/>
                </a:lnTo>
                <a:cubicBezTo>
                  <a:pt x="4453" y="31457"/>
                  <a:pt x="5108" y="31528"/>
                  <a:pt x="5548" y="31171"/>
                </a:cubicBezTo>
                <a:lnTo>
                  <a:pt x="16038" y="22789"/>
                </a:lnTo>
                <a:lnTo>
                  <a:pt x="10216" y="34910"/>
                </a:lnTo>
                <a:cubicBezTo>
                  <a:pt x="9977" y="35422"/>
                  <a:pt x="10192" y="36041"/>
                  <a:pt x="10704" y="36291"/>
                </a:cubicBezTo>
                <a:lnTo>
                  <a:pt x="10704" y="36291"/>
                </a:lnTo>
                <a:cubicBezTo>
                  <a:pt x="11216" y="36541"/>
                  <a:pt x="11835" y="36326"/>
                  <a:pt x="12085" y="35803"/>
                </a:cubicBezTo>
                <a:lnTo>
                  <a:pt x="17907" y="23694"/>
                </a:lnTo>
                <a:lnTo>
                  <a:pt x="17907" y="37136"/>
                </a:lnTo>
                <a:cubicBezTo>
                  <a:pt x="17836" y="37755"/>
                  <a:pt x="18324" y="38291"/>
                  <a:pt x="18943" y="38291"/>
                </a:cubicBezTo>
                <a:cubicBezTo>
                  <a:pt x="19562" y="38291"/>
                  <a:pt x="20050" y="37755"/>
                  <a:pt x="19979" y="37136"/>
                </a:cubicBezTo>
                <a:lnTo>
                  <a:pt x="19979" y="23694"/>
                </a:lnTo>
                <a:lnTo>
                  <a:pt x="25801" y="35803"/>
                </a:lnTo>
                <a:cubicBezTo>
                  <a:pt x="26003" y="36386"/>
                  <a:pt x="26670" y="36660"/>
                  <a:pt x="27230" y="36386"/>
                </a:cubicBezTo>
                <a:cubicBezTo>
                  <a:pt x="27789" y="36124"/>
                  <a:pt x="27992" y="35433"/>
                  <a:pt x="27670" y="34910"/>
                </a:cubicBezTo>
                <a:lnTo>
                  <a:pt x="21848" y="22789"/>
                </a:lnTo>
                <a:lnTo>
                  <a:pt x="32337" y="31171"/>
                </a:lnTo>
                <a:cubicBezTo>
                  <a:pt x="33385" y="31862"/>
                  <a:pt x="34528" y="30433"/>
                  <a:pt x="33623" y="29552"/>
                </a:cubicBezTo>
                <a:lnTo>
                  <a:pt x="23134" y="21170"/>
                </a:lnTo>
                <a:lnTo>
                  <a:pt x="36219" y="24158"/>
                </a:lnTo>
                <a:cubicBezTo>
                  <a:pt x="36755" y="24230"/>
                  <a:pt x="37243" y="23884"/>
                  <a:pt x="37362" y="23361"/>
                </a:cubicBezTo>
                <a:cubicBezTo>
                  <a:pt x="37493" y="22837"/>
                  <a:pt x="37183" y="22301"/>
                  <a:pt x="36683" y="22134"/>
                </a:cubicBezTo>
                <a:close/>
                <a:moveTo>
                  <a:pt x="21765" y="19146"/>
                </a:moveTo>
                <a:cubicBezTo>
                  <a:pt x="21765" y="20003"/>
                  <a:pt x="21372" y="20825"/>
                  <a:pt x="20705" y="21360"/>
                </a:cubicBezTo>
                <a:lnTo>
                  <a:pt x="20705" y="21360"/>
                </a:lnTo>
                <a:cubicBezTo>
                  <a:pt x="20372" y="21622"/>
                  <a:pt x="19979" y="21813"/>
                  <a:pt x="19574" y="21908"/>
                </a:cubicBezTo>
                <a:lnTo>
                  <a:pt x="19574" y="21908"/>
                </a:lnTo>
                <a:cubicBezTo>
                  <a:pt x="19157" y="22003"/>
                  <a:pt x="18729" y="22003"/>
                  <a:pt x="18324" y="21908"/>
                </a:cubicBezTo>
                <a:lnTo>
                  <a:pt x="18324" y="21908"/>
                </a:lnTo>
                <a:cubicBezTo>
                  <a:pt x="17907" y="21813"/>
                  <a:pt x="17526" y="21622"/>
                  <a:pt x="17193" y="21360"/>
                </a:cubicBezTo>
                <a:lnTo>
                  <a:pt x="17193" y="21360"/>
                </a:lnTo>
                <a:cubicBezTo>
                  <a:pt x="16514" y="20825"/>
                  <a:pt x="16133" y="20015"/>
                  <a:pt x="16133" y="19158"/>
                </a:cubicBezTo>
                <a:lnTo>
                  <a:pt x="16133" y="19158"/>
                </a:lnTo>
                <a:cubicBezTo>
                  <a:pt x="16133" y="18288"/>
                  <a:pt x="16514" y="17479"/>
                  <a:pt x="17193" y="16943"/>
                </a:cubicBezTo>
                <a:lnTo>
                  <a:pt x="17193" y="16943"/>
                </a:lnTo>
                <a:cubicBezTo>
                  <a:pt x="17526" y="16681"/>
                  <a:pt x="17907" y="16491"/>
                  <a:pt x="18324" y="16395"/>
                </a:cubicBezTo>
                <a:lnTo>
                  <a:pt x="18324" y="16395"/>
                </a:lnTo>
                <a:cubicBezTo>
                  <a:pt x="18729" y="16312"/>
                  <a:pt x="19157" y="16312"/>
                  <a:pt x="19574" y="16395"/>
                </a:cubicBezTo>
                <a:lnTo>
                  <a:pt x="19574" y="16395"/>
                </a:lnTo>
                <a:cubicBezTo>
                  <a:pt x="19979" y="16491"/>
                  <a:pt x="20372" y="16681"/>
                  <a:pt x="20705" y="16943"/>
                </a:cubicBezTo>
                <a:lnTo>
                  <a:pt x="20705" y="16943"/>
                </a:lnTo>
                <a:cubicBezTo>
                  <a:pt x="21372" y="17479"/>
                  <a:pt x="21765" y="18288"/>
                  <a:pt x="21765" y="19158"/>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 name="Google Shape;1050;p70"/>
          <p:cNvGrpSpPr/>
          <p:nvPr/>
        </p:nvGrpSpPr>
        <p:grpSpPr>
          <a:xfrm>
            <a:off x="7603475" y="2809925"/>
            <a:ext cx="511989" cy="943330"/>
            <a:chOff x="7592000" y="3051050"/>
            <a:chExt cx="511989" cy="943330"/>
          </a:xfrm>
        </p:grpSpPr>
        <p:sp>
          <p:nvSpPr>
            <p:cNvPr id="1051" name="Google Shape;1051;p70"/>
            <p:cNvSpPr/>
            <p:nvPr/>
          </p:nvSpPr>
          <p:spPr>
            <a:xfrm>
              <a:off x="7592000" y="3735674"/>
              <a:ext cx="511989" cy="258707"/>
            </a:xfrm>
            <a:custGeom>
              <a:avLst/>
              <a:gdLst/>
              <a:ahLst/>
              <a:cxnLst/>
              <a:rect l="l" t="t" r="r" b="b"/>
              <a:pathLst>
                <a:path w="18217" h="9205" extrusionOk="0">
                  <a:moveTo>
                    <a:pt x="9108" y="1"/>
                  </a:moveTo>
                  <a:cubicBezTo>
                    <a:pt x="4084" y="1"/>
                    <a:pt x="0" y="4120"/>
                    <a:pt x="0" y="9204"/>
                  </a:cubicBezTo>
                  <a:lnTo>
                    <a:pt x="18217" y="9204"/>
                  </a:lnTo>
                  <a:cubicBezTo>
                    <a:pt x="18217" y="4120"/>
                    <a:pt x="14145" y="1"/>
                    <a:pt x="9108" y="1"/>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70"/>
            <p:cNvSpPr/>
            <p:nvPr/>
          </p:nvSpPr>
          <p:spPr>
            <a:xfrm>
              <a:off x="7592000" y="3393699"/>
              <a:ext cx="511989" cy="258341"/>
            </a:xfrm>
            <a:custGeom>
              <a:avLst/>
              <a:gdLst/>
              <a:ahLst/>
              <a:cxnLst/>
              <a:rect l="l" t="t" r="r" b="b"/>
              <a:pathLst>
                <a:path w="18217" h="9192" extrusionOk="0">
                  <a:moveTo>
                    <a:pt x="9108" y="0"/>
                  </a:moveTo>
                  <a:cubicBezTo>
                    <a:pt x="4084" y="0"/>
                    <a:pt x="0" y="4108"/>
                    <a:pt x="0" y="9192"/>
                  </a:cubicBezTo>
                  <a:lnTo>
                    <a:pt x="18217" y="9192"/>
                  </a:lnTo>
                  <a:cubicBezTo>
                    <a:pt x="18217" y="4108"/>
                    <a:pt x="14145" y="0"/>
                    <a:pt x="9108"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70"/>
            <p:cNvSpPr/>
            <p:nvPr/>
          </p:nvSpPr>
          <p:spPr>
            <a:xfrm>
              <a:off x="7592000" y="3051050"/>
              <a:ext cx="511989" cy="258369"/>
            </a:xfrm>
            <a:custGeom>
              <a:avLst/>
              <a:gdLst/>
              <a:ahLst/>
              <a:cxnLst/>
              <a:rect l="l" t="t" r="r" b="b"/>
              <a:pathLst>
                <a:path w="18217" h="9193" extrusionOk="0">
                  <a:moveTo>
                    <a:pt x="9108" y="0"/>
                  </a:moveTo>
                  <a:cubicBezTo>
                    <a:pt x="4084" y="0"/>
                    <a:pt x="0" y="4120"/>
                    <a:pt x="0" y="9192"/>
                  </a:cubicBezTo>
                  <a:lnTo>
                    <a:pt x="18217" y="9192"/>
                  </a:lnTo>
                  <a:cubicBezTo>
                    <a:pt x="18217" y="4120"/>
                    <a:pt x="14145" y="0"/>
                    <a:pt x="9108" y="0"/>
                  </a:cubicBezTo>
                  <a:close/>
                </a:path>
              </a:pathLst>
            </a:cu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 name="Google Shape;1054;p70"/>
          <p:cNvSpPr/>
          <p:nvPr/>
        </p:nvSpPr>
        <p:spPr>
          <a:xfrm>
            <a:off x="6388588" y="2785965"/>
            <a:ext cx="885952" cy="887028"/>
          </a:xfrm>
          <a:custGeom>
            <a:avLst/>
            <a:gdLst/>
            <a:ahLst/>
            <a:cxnLst/>
            <a:rect l="l" t="t" r="r" b="b"/>
            <a:pathLst>
              <a:path w="27112" h="27147" fill="none" extrusionOk="0">
                <a:moveTo>
                  <a:pt x="13562" y="0"/>
                </a:moveTo>
                <a:lnTo>
                  <a:pt x="10562" y="10573"/>
                </a:lnTo>
                <a:lnTo>
                  <a:pt x="1" y="13573"/>
                </a:lnTo>
                <a:lnTo>
                  <a:pt x="10562" y="16574"/>
                </a:lnTo>
                <a:lnTo>
                  <a:pt x="13562" y="27146"/>
                </a:lnTo>
                <a:lnTo>
                  <a:pt x="16550" y="16574"/>
                </a:lnTo>
                <a:lnTo>
                  <a:pt x="27111" y="13573"/>
                </a:lnTo>
                <a:lnTo>
                  <a:pt x="16550" y="10573"/>
                </a:lnTo>
                <a:close/>
              </a:path>
            </a:pathLst>
          </a:custGeom>
          <a:noFill/>
          <a:ln w="19050"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70"/>
          <p:cNvSpPr/>
          <p:nvPr/>
        </p:nvSpPr>
        <p:spPr>
          <a:xfrm>
            <a:off x="3532450" y="2696913"/>
            <a:ext cx="1068916" cy="1065144"/>
          </a:xfrm>
          <a:custGeom>
            <a:avLst/>
            <a:gdLst/>
            <a:ahLst/>
            <a:cxnLst/>
            <a:rect l="l" t="t" r="r" b="b"/>
            <a:pathLst>
              <a:path w="30326" h="30219" extrusionOk="0">
                <a:moveTo>
                  <a:pt x="14800" y="0"/>
                </a:moveTo>
                <a:lnTo>
                  <a:pt x="14800" y="11406"/>
                </a:lnTo>
                <a:lnTo>
                  <a:pt x="12561" y="227"/>
                </a:lnTo>
                <a:lnTo>
                  <a:pt x="11847" y="369"/>
                </a:lnTo>
                <a:lnTo>
                  <a:pt x="14073" y="11549"/>
                </a:lnTo>
                <a:lnTo>
                  <a:pt x="9704" y="1012"/>
                </a:lnTo>
                <a:lnTo>
                  <a:pt x="9025" y="1298"/>
                </a:lnTo>
                <a:lnTo>
                  <a:pt x="13395" y="11823"/>
                </a:lnTo>
                <a:lnTo>
                  <a:pt x="7049" y="2346"/>
                </a:lnTo>
                <a:lnTo>
                  <a:pt x="6430" y="2751"/>
                </a:lnTo>
                <a:lnTo>
                  <a:pt x="12788" y="12240"/>
                </a:lnTo>
                <a:lnTo>
                  <a:pt x="12788" y="12240"/>
                </a:lnTo>
                <a:lnTo>
                  <a:pt x="4703" y="4167"/>
                </a:lnTo>
                <a:lnTo>
                  <a:pt x="4179" y="4691"/>
                </a:lnTo>
                <a:lnTo>
                  <a:pt x="12276" y="12752"/>
                </a:lnTo>
                <a:lnTo>
                  <a:pt x="2762" y="6418"/>
                </a:lnTo>
                <a:lnTo>
                  <a:pt x="2346" y="7025"/>
                </a:lnTo>
                <a:lnTo>
                  <a:pt x="11871" y="13359"/>
                </a:lnTo>
                <a:lnTo>
                  <a:pt x="11871" y="13359"/>
                </a:lnTo>
                <a:lnTo>
                  <a:pt x="1298" y="9001"/>
                </a:lnTo>
                <a:lnTo>
                  <a:pt x="1012" y="9668"/>
                </a:lnTo>
                <a:lnTo>
                  <a:pt x="11585" y="14038"/>
                </a:lnTo>
                <a:lnTo>
                  <a:pt x="357" y="11811"/>
                </a:lnTo>
                <a:lnTo>
                  <a:pt x="215" y="12526"/>
                </a:lnTo>
                <a:lnTo>
                  <a:pt x="11442" y="14752"/>
                </a:lnTo>
                <a:lnTo>
                  <a:pt x="0" y="14752"/>
                </a:lnTo>
                <a:lnTo>
                  <a:pt x="0" y="15478"/>
                </a:lnTo>
                <a:lnTo>
                  <a:pt x="11442" y="15478"/>
                </a:lnTo>
                <a:lnTo>
                  <a:pt x="215" y="17705"/>
                </a:lnTo>
                <a:lnTo>
                  <a:pt x="357" y="18419"/>
                </a:lnTo>
                <a:lnTo>
                  <a:pt x="11585" y="16193"/>
                </a:lnTo>
                <a:lnTo>
                  <a:pt x="11585" y="16193"/>
                </a:lnTo>
                <a:lnTo>
                  <a:pt x="1012" y="20562"/>
                </a:lnTo>
                <a:lnTo>
                  <a:pt x="1298" y="21229"/>
                </a:lnTo>
                <a:lnTo>
                  <a:pt x="11871" y="16871"/>
                </a:lnTo>
                <a:lnTo>
                  <a:pt x="2346" y="23206"/>
                </a:lnTo>
                <a:lnTo>
                  <a:pt x="2762" y="23813"/>
                </a:lnTo>
                <a:lnTo>
                  <a:pt x="12276" y="17479"/>
                </a:lnTo>
                <a:lnTo>
                  <a:pt x="4179" y="25539"/>
                </a:lnTo>
                <a:lnTo>
                  <a:pt x="4703" y="26051"/>
                </a:lnTo>
                <a:lnTo>
                  <a:pt x="12788" y="17991"/>
                </a:lnTo>
                <a:lnTo>
                  <a:pt x="6430" y="27480"/>
                </a:lnTo>
                <a:lnTo>
                  <a:pt x="7049" y="27885"/>
                </a:lnTo>
                <a:lnTo>
                  <a:pt x="13395" y="18395"/>
                </a:lnTo>
                <a:lnTo>
                  <a:pt x="13395" y="18395"/>
                </a:lnTo>
                <a:lnTo>
                  <a:pt x="9025" y="28932"/>
                </a:lnTo>
                <a:lnTo>
                  <a:pt x="9704" y="29218"/>
                </a:lnTo>
                <a:lnTo>
                  <a:pt x="14073" y="18681"/>
                </a:lnTo>
                <a:lnTo>
                  <a:pt x="11847" y="29861"/>
                </a:lnTo>
                <a:lnTo>
                  <a:pt x="12561" y="30004"/>
                </a:lnTo>
                <a:lnTo>
                  <a:pt x="14800" y="18824"/>
                </a:lnTo>
                <a:lnTo>
                  <a:pt x="14800" y="30218"/>
                </a:lnTo>
                <a:lnTo>
                  <a:pt x="15526" y="30218"/>
                </a:lnTo>
                <a:lnTo>
                  <a:pt x="15526" y="18824"/>
                </a:lnTo>
                <a:lnTo>
                  <a:pt x="17764" y="30004"/>
                </a:lnTo>
                <a:lnTo>
                  <a:pt x="18479" y="29861"/>
                </a:lnTo>
                <a:lnTo>
                  <a:pt x="16252" y="18681"/>
                </a:lnTo>
                <a:lnTo>
                  <a:pt x="20622" y="29218"/>
                </a:lnTo>
                <a:lnTo>
                  <a:pt x="21300" y="28932"/>
                </a:lnTo>
                <a:lnTo>
                  <a:pt x="16919" y="18395"/>
                </a:lnTo>
                <a:lnTo>
                  <a:pt x="23277" y="27885"/>
                </a:lnTo>
                <a:lnTo>
                  <a:pt x="23896" y="27480"/>
                </a:lnTo>
                <a:lnTo>
                  <a:pt x="17538" y="17991"/>
                </a:lnTo>
                <a:lnTo>
                  <a:pt x="25622" y="26051"/>
                </a:lnTo>
                <a:lnTo>
                  <a:pt x="26146" y="25539"/>
                </a:lnTo>
                <a:lnTo>
                  <a:pt x="18050" y="17479"/>
                </a:lnTo>
                <a:lnTo>
                  <a:pt x="27563" y="23813"/>
                </a:lnTo>
                <a:lnTo>
                  <a:pt x="27968" y="23206"/>
                </a:lnTo>
                <a:lnTo>
                  <a:pt x="18455" y="16871"/>
                </a:lnTo>
                <a:lnTo>
                  <a:pt x="29028" y="21229"/>
                </a:lnTo>
                <a:lnTo>
                  <a:pt x="29313" y="20562"/>
                </a:lnTo>
                <a:lnTo>
                  <a:pt x="18741" y="16193"/>
                </a:lnTo>
                <a:lnTo>
                  <a:pt x="29956" y="18419"/>
                </a:lnTo>
                <a:lnTo>
                  <a:pt x="30099" y="17705"/>
                </a:lnTo>
                <a:lnTo>
                  <a:pt x="18884" y="15478"/>
                </a:lnTo>
                <a:lnTo>
                  <a:pt x="30325" y="15478"/>
                </a:lnTo>
                <a:lnTo>
                  <a:pt x="30325" y="14752"/>
                </a:lnTo>
                <a:lnTo>
                  <a:pt x="18884" y="14752"/>
                </a:lnTo>
                <a:lnTo>
                  <a:pt x="30099" y="12526"/>
                </a:lnTo>
                <a:lnTo>
                  <a:pt x="29956" y="11811"/>
                </a:lnTo>
                <a:lnTo>
                  <a:pt x="18741" y="14038"/>
                </a:lnTo>
                <a:lnTo>
                  <a:pt x="18741" y="14038"/>
                </a:lnTo>
                <a:lnTo>
                  <a:pt x="29313" y="9668"/>
                </a:lnTo>
                <a:lnTo>
                  <a:pt x="29028" y="9001"/>
                </a:lnTo>
                <a:lnTo>
                  <a:pt x="18455" y="13359"/>
                </a:lnTo>
                <a:lnTo>
                  <a:pt x="18455" y="13359"/>
                </a:lnTo>
                <a:lnTo>
                  <a:pt x="27968" y="7025"/>
                </a:lnTo>
                <a:lnTo>
                  <a:pt x="27563" y="6418"/>
                </a:lnTo>
                <a:lnTo>
                  <a:pt x="18050" y="12752"/>
                </a:lnTo>
                <a:lnTo>
                  <a:pt x="26146" y="4691"/>
                </a:lnTo>
                <a:lnTo>
                  <a:pt x="25622" y="4167"/>
                </a:lnTo>
                <a:lnTo>
                  <a:pt x="17538" y="12240"/>
                </a:lnTo>
                <a:lnTo>
                  <a:pt x="17538" y="12240"/>
                </a:lnTo>
                <a:lnTo>
                  <a:pt x="23896" y="2751"/>
                </a:lnTo>
                <a:lnTo>
                  <a:pt x="23277" y="2346"/>
                </a:lnTo>
                <a:lnTo>
                  <a:pt x="16919" y="11823"/>
                </a:lnTo>
                <a:lnTo>
                  <a:pt x="21300" y="1298"/>
                </a:lnTo>
                <a:lnTo>
                  <a:pt x="20622" y="1012"/>
                </a:lnTo>
                <a:lnTo>
                  <a:pt x="16252" y="11549"/>
                </a:lnTo>
                <a:lnTo>
                  <a:pt x="18479" y="369"/>
                </a:lnTo>
                <a:lnTo>
                  <a:pt x="17764" y="227"/>
                </a:lnTo>
                <a:lnTo>
                  <a:pt x="15526" y="11406"/>
                </a:lnTo>
                <a:lnTo>
                  <a:pt x="1552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70"/>
          <p:cNvSpPr/>
          <p:nvPr/>
        </p:nvSpPr>
        <p:spPr>
          <a:xfrm>
            <a:off x="2244600" y="2757813"/>
            <a:ext cx="943379" cy="943346"/>
          </a:xfrm>
          <a:custGeom>
            <a:avLst/>
            <a:gdLst/>
            <a:ahLst/>
            <a:cxnLst/>
            <a:rect l="l" t="t" r="r" b="b"/>
            <a:pathLst>
              <a:path w="28648" h="28647" fill="none" extrusionOk="0">
                <a:moveTo>
                  <a:pt x="25909" y="5632"/>
                </a:moveTo>
                <a:lnTo>
                  <a:pt x="23016" y="2739"/>
                </a:lnTo>
                <a:lnTo>
                  <a:pt x="16372" y="9382"/>
                </a:lnTo>
                <a:lnTo>
                  <a:pt x="16372" y="0"/>
                </a:lnTo>
                <a:lnTo>
                  <a:pt x="12288" y="0"/>
                </a:lnTo>
                <a:lnTo>
                  <a:pt x="12288" y="9382"/>
                </a:lnTo>
                <a:lnTo>
                  <a:pt x="5644" y="2739"/>
                </a:lnTo>
                <a:lnTo>
                  <a:pt x="2751" y="5632"/>
                </a:lnTo>
                <a:lnTo>
                  <a:pt x="9395" y="12276"/>
                </a:lnTo>
                <a:lnTo>
                  <a:pt x="1" y="12276"/>
                </a:lnTo>
                <a:lnTo>
                  <a:pt x="1" y="16359"/>
                </a:lnTo>
                <a:lnTo>
                  <a:pt x="9395" y="16359"/>
                </a:lnTo>
                <a:lnTo>
                  <a:pt x="2751" y="23003"/>
                </a:lnTo>
                <a:lnTo>
                  <a:pt x="5644" y="25896"/>
                </a:lnTo>
                <a:lnTo>
                  <a:pt x="12288" y="19265"/>
                </a:lnTo>
                <a:lnTo>
                  <a:pt x="12288" y="28647"/>
                </a:lnTo>
                <a:lnTo>
                  <a:pt x="16372" y="28647"/>
                </a:lnTo>
                <a:lnTo>
                  <a:pt x="16372" y="19265"/>
                </a:lnTo>
                <a:lnTo>
                  <a:pt x="23016" y="25896"/>
                </a:lnTo>
                <a:lnTo>
                  <a:pt x="25909" y="23003"/>
                </a:lnTo>
                <a:lnTo>
                  <a:pt x="19265" y="16359"/>
                </a:lnTo>
                <a:lnTo>
                  <a:pt x="28647" y="16359"/>
                </a:lnTo>
                <a:lnTo>
                  <a:pt x="28647" y="12276"/>
                </a:lnTo>
                <a:lnTo>
                  <a:pt x="19265" y="12276"/>
                </a:ln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060"/>
        <p:cNvGrpSpPr/>
        <p:nvPr/>
      </p:nvGrpSpPr>
      <p:grpSpPr>
        <a:xfrm>
          <a:off x="0" y="0"/>
          <a:ext cx="0" cy="0"/>
          <a:chOff x="0" y="0"/>
          <a:chExt cx="0" cy="0"/>
        </a:xfrm>
      </p:grpSpPr>
      <p:sp>
        <p:nvSpPr>
          <p:cNvPr id="1061" name="Google Shape;1061;p71"/>
          <p:cNvSpPr txBox="1">
            <a:spLocks noGrp="1"/>
          </p:cNvSpPr>
          <p:nvPr>
            <p:ph type="body" idx="1"/>
          </p:nvPr>
        </p:nvSpPr>
        <p:spPr>
          <a:xfrm>
            <a:off x="720000" y="1222225"/>
            <a:ext cx="7704000" cy="2467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200"/>
              <a:t>Did you like the resources on this template? Get them for free at our other websites:</a:t>
            </a:r>
            <a:endParaRPr sz="1800"/>
          </a:p>
          <a:p>
            <a:pPr marL="0" lvl="0" indent="0" algn="l" rtl="0">
              <a:spcBef>
                <a:spcPts val="1000"/>
              </a:spcBef>
              <a:spcAft>
                <a:spcPts val="0"/>
              </a:spcAft>
              <a:buNone/>
            </a:pPr>
            <a:r>
              <a:rPr lang="en" sz="1800" b="1">
                <a:latin typeface="Unbounded"/>
                <a:ea typeface="Unbounded"/>
                <a:cs typeface="Unbounded"/>
                <a:sym typeface="Unbounded"/>
              </a:rPr>
              <a:t>Vectors</a:t>
            </a:r>
            <a:endParaRPr sz="1800" b="1">
              <a:latin typeface="Unbounded"/>
              <a:ea typeface="Unbounded"/>
              <a:cs typeface="Unbounded"/>
              <a:sym typeface="Unbounded"/>
            </a:endParaRPr>
          </a:p>
          <a:p>
            <a:pPr marL="241300" lvl="0" indent="-203200" algn="l" rtl="0">
              <a:spcBef>
                <a:spcPts val="300"/>
              </a:spcBef>
              <a:spcAft>
                <a:spcPts val="0"/>
              </a:spcAft>
              <a:buSzPts val="1200"/>
              <a:buFont typeface="Actor"/>
              <a:buChar char="●"/>
            </a:pPr>
            <a:r>
              <a:rPr lang="en" u="sng">
                <a:solidFill>
                  <a:schemeClr val="hlink"/>
                </a:solidFill>
                <a:hlinkClick r:id="rId3"/>
              </a:rPr>
              <a:t>Gradient spersonal branding concept facebook template</a:t>
            </a:r>
            <a:endParaRPr sz="1200" u="sng"/>
          </a:p>
          <a:p>
            <a:pPr marL="0" lvl="0" indent="0" algn="l" rtl="0">
              <a:spcBef>
                <a:spcPts val="1000"/>
              </a:spcBef>
              <a:spcAft>
                <a:spcPts val="0"/>
              </a:spcAft>
              <a:buNone/>
            </a:pPr>
            <a:r>
              <a:rPr lang="en" sz="1800" b="1">
                <a:latin typeface="Unbounded"/>
                <a:ea typeface="Unbounded"/>
                <a:cs typeface="Unbounded"/>
                <a:sym typeface="Unbounded"/>
              </a:rPr>
              <a:t>Photos</a:t>
            </a:r>
            <a:endParaRPr sz="1800" b="1">
              <a:latin typeface="Unbounded"/>
              <a:ea typeface="Unbounded"/>
              <a:cs typeface="Unbounded"/>
              <a:sym typeface="Unbounded"/>
            </a:endParaRPr>
          </a:p>
          <a:p>
            <a:pPr marL="241300" lvl="0" indent="-203200" algn="l" rtl="0">
              <a:spcBef>
                <a:spcPts val="300"/>
              </a:spcBef>
              <a:spcAft>
                <a:spcPts val="0"/>
              </a:spcAft>
              <a:buSzPts val="1200"/>
              <a:buFont typeface="Actor"/>
              <a:buChar char="●"/>
            </a:pPr>
            <a:r>
              <a:rPr lang="en" u="sng">
                <a:solidFill>
                  <a:schemeClr val="hlink"/>
                </a:solidFill>
                <a:hlinkClick r:id="rId4"/>
              </a:rPr>
              <a:t>Business people looking at chart close up</a:t>
            </a:r>
            <a:endParaRPr sz="1100"/>
          </a:p>
          <a:p>
            <a:pPr marL="241300" lvl="0" indent="-196850" algn="l" rtl="0">
              <a:spcBef>
                <a:spcPts val="300"/>
              </a:spcBef>
              <a:spcAft>
                <a:spcPts val="0"/>
              </a:spcAft>
              <a:buSzPts val="1100"/>
              <a:buChar char="●"/>
            </a:pPr>
            <a:r>
              <a:rPr lang="en" u="sng">
                <a:solidFill>
                  <a:schemeClr val="hlink"/>
                </a:solidFill>
                <a:hlinkClick r:id="rId5"/>
              </a:rPr>
              <a:t>Business meeting top view</a:t>
            </a:r>
            <a:endParaRPr sz="1100"/>
          </a:p>
          <a:p>
            <a:pPr marL="241300" lvl="0" indent="-196850" algn="l" rtl="0">
              <a:spcBef>
                <a:spcPts val="300"/>
              </a:spcBef>
              <a:spcAft>
                <a:spcPts val="0"/>
              </a:spcAft>
              <a:buSzPts val="1100"/>
              <a:buChar char="●"/>
            </a:pPr>
            <a:r>
              <a:rPr lang="en" u="sng">
                <a:solidFill>
                  <a:schemeClr val="hlink"/>
                </a:solidFill>
                <a:hlinkClick r:id="rId6"/>
              </a:rPr>
              <a:t>Smiling business man</a:t>
            </a:r>
            <a:endParaRPr sz="1100"/>
          </a:p>
          <a:p>
            <a:pPr marL="241300" lvl="0" indent="-196850" algn="l" rtl="0">
              <a:spcBef>
                <a:spcPts val="300"/>
              </a:spcBef>
              <a:spcAft>
                <a:spcPts val="0"/>
              </a:spcAft>
              <a:buSzPts val="1100"/>
              <a:buChar char="●"/>
            </a:pPr>
            <a:r>
              <a:rPr lang="en" u="sng">
                <a:solidFill>
                  <a:schemeClr val="hlink"/>
                </a:solidFill>
                <a:hlinkClick r:id="rId7"/>
              </a:rPr>
              <a:t>Relaxed businesswoman sitting on a park bench</a:t>
            </a:r>
            <a:endParaRPr sz="1100"/>
          </a:p>
        </p:txBody>
      </p:sp>
      <p:sp>
        <p:nvSpPr>
          <p:cNvPr id="1062" name="Google Shape;1062;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6"/>
        <p:cNvGrpSpPr/>
        <p:nvPr/>
      </p:nvGrpSpPr>
      <p:grpSpPr>
        <a:xfrm>
          <a:off x="0" y="0"/>
          <a:ext cx="0" cy="0"/>
          <a:chOff x="0" y="0"/>
          <a:chExt cx="0" cy="0"/>
        </a:xfrm>
      </p:grpSpPr>
      <p:sp>
        <p:nvSpPr>
          <p:cNvPr id="1067" name="Google Shape;1067;p7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068" name="Google Shape;1068;p72"/>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2"/>
        <p:cNvGrpSpPr/>
        <p:nvPr/>
      </p:nvGrpSpPr>
      <p:grpSpPr>
        <a:xfrm>
          <a:off x="0" y="0"/>
          <a:ext cx="0" cy="0"/>
          <a:chOff x="0" y="0"/>
          <a:chExt cx="0" cy="0"/>
        </a:xfrm>
      </p:grpSpPr>
      <p:sp>
        <p:nvSpPr>
          <p:cNvPr id="1073" name="Google Shape;1073;p73"/>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074" name="Google Shape;1074;p7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8"/>
        <p:cNvGrpSpPr/>
        <p:nvPr/>
      </p:nvGrpSpPr>
      <p:grpSpPr>
        <a:xfrm>
          <a:off x="0" y="0"/>
          <a:ext cx="0" cy="0"/>
          <a:chOff x="0" y="0"/>
          <a:chExt cx="0" cy="0"/>
        </a:xfrm>
      </p:grpSpPr>
      <p:sp>
        <p:nvSpPr>
          <p:cNvPr id="1079" name="Google Shape;1079;p74"/>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Unbounded</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https://fonts.google.com/specimen/Unbounded</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Actor</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https://fonts.google.com/specimen/Actor</a:t>
            </a:r>
            <a:r>
              <a:rPr lang="en" sz="1100">
                <a:solidFill>
                  <a:schemeClr val="lt1"/>
                </a:solidFill>
              </a:rPr>
              <a:t>)</a:t>
            </a:r>
            <a:endParaRPr sz="1100">
              <a:solidFill>
                <a:schemeClr val="lt1"/>
              </a:solidFill>
            </a:endParaRPr>
          </a:p>
        </p:txBody>
      </p:sp>
      <p:sp>
        <p:nvSpPr>
          <p:cNvPr id="1080" name="Google Shape;1080;p74"/>
          <p:cNvSpPr/>
          <p:nvPr/>
        </p:nvSpPr>
        <p:spPr>
          <a:xfrm>
            <a:off x="3114475" y="2947800"/>
            <a:ext cx="791400" cy="754200"/>
          </a:xfrm>
          <a:prstGeom prst="roundRect">
            <a:avLst>
              <a:gd name="adj" fmla="val 16667"/>
            </a:avLst>
          </a:prstGeom>
          <a:solidFill>
            <a:srgbClr val="1A1A1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74"/>
          <p:cNvSpPr/>
          <p:nvPr/>
        </p:nvSpPr>
        <p:spPr>
          <a:xfrm>
            <a:off x="4176295" y="29478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74"/>
          <p:cNvSpPr/>
          <p:nvPr/>
        </p:nvSpPr>
        <p:spPr>
          <a:xfrm>
            <a:off x="5238114" y="2947800"/>
            <a:ext cx="791400" cy="754200"/>
          </a:xfrm>
          <a:prstGeom prst="roundRect">
            <a:avLst>
              <a:gd name="adj" fmla="val 16667"/>
            </a:avLst>
          </a:prstGeom>
          <a:solidFill>
            <a:srgbClr val="2C1DC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74"/>
          <p:cNvSpPr txBox="1"/>
          <p:nvPr/>
        </p:nvSpPr>
        <p:spPr>
          <a:xfrm>
            <a:off x="311447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#1a1a1a</a:t>
            </a:r>
            <a:endParaRPr sz="1000">
              <a:solidFill>
                <a:srgbClr val="FFFFFF"/>
              </a:solidFill>
            </a:endParaRPr>
          </a:p>
        </p:txBody>
      </p:sp>
      <p:sp>
        <p:nvSpPr>
          <p:cNvPr id="1084" name="Google Shape;1084;p74"/>
          <p:cNvSpPr txBox="1"/>
          <p:nvPr/>
        </p:nvSpPr>
        <p:spPr>
          <a:xfrm>
            <a:off x="4176300"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085" name="Google Shape;1085;p74"/>
          <p:cNvSpPr txBox="1"/>
          <p:nvPr/>
        </p:nvSpPr>
        <p:spPr>
          <a:xfrm>
            <a:off x="523812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#2c1dce</a:t>
            </a:r>
            <a:endParaRPr sz="1000">
              <a:solidFill>
                <a:srgbClr val="FFFFFF"/>
              </a:solidFill>
            </a:endParaRPr>
          </a:p>
        </p:txBody>
      </p:sp>
      <p:sp>
        <p:nvSpPr>
          <p:cNvPr id="1086" name="Google Shape;1086;p74"/>
          <p:cNvSpPr/>
          <p:nvPr/>
        </p:nvSpPr>
        <p:spPr>
          <a:xfrm>
            <a:off x="3645388" y="3878900"/>
            <a:ext cx="791400" cy="754200"/>
          </a:xfrm>
          <a:prstGeom prst="roundRect">
            <a:avLst>
              <a:gd name="adj" fmla="val 16667"/>
            </a:avLst>
          </a:prstGeom>
          <a:solidFill>
            <a:srgbClr val="7E4FC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74"/>
          <p:cNvSpPr/>
          <p:nvPr/>
        </p:nvSpPr>
        <p:spPr>
          <a:xfrm>
            <a:off x="4707207" y="3878900"/>
            <a:ext cx="791400" cy="754200"/>
          </a:xfrm>
          <a:prstGeom prst="roundRect">
            <a:avLst>
              <a:gd name="adj" fmla="val 16667"/>
            </a:avLst>
          </a:prstGeom>
          <a:solidFill>
            <a:srgbClr val="00B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74"/>
          <p:cNvSpPr txBox="1"/>
          <p:nvPr/>
        </p:nvSpPr>
        <p:spPr>
          <a:xfrm>
            <a:off x="3645388"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#7e4fcf</a:t>
            </a:r>
            <a:endParaRPr sz="1000">
              <a:solidFill>
                <a:srgbClr val="FFFFFF"/>
              </a:solidFill>
            </a:endParaRPr>
          </a:p>
        </p:txBody>
      </p:sp>
      <p:sp>
        <p:nvSpPr>
          <p:cNvPr id="1089" name="Google Shape;1089;p74"/>
          <p:cNvSpPr txBox="1"/>
          <p:nvPr/>
        </p:nvSpPr>
        <p:spPr>
          <a:xfrm>
            <a:off x="4707213"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#00bfff</a:t>
            </a:r>
            <a:endParaRPr sz="1000">
              <a:solidFill>
                <a:srgbClr val="FFFFFF"/>
              </a:solidFill>
            </a:endParaRPr>
          </a:p>
        </p:txBody>
      </p:sp>
      <p:sp>
        <p:nvSpPr>
          <p:cNvPr id="1090" name="Google Shape;1090;p7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4"/>
        <p:cNvGrpSpPr/>
        <p:nvPr/>
      </p:nvGrpSpPr>
      <p:grpSpPr>
        <a:xfrm>
          <a:off x="0" y="0"/>
          <a:ext cx="0" cy="0"/>
          <a:chOff x="0" y="0"/>
          <a:chExt cx="0" cy="0"/>
        </a:xfrm>
      </p:grpSpPr>
      <p:sp>
        <p:nvSpPr>
          <p:cNvPr id="1095" name="Google Shape;1095;p75"/>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096" name="Google Shape;1096;p7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097" name="Google Shape;1097;p75"/>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098" name="Google Shape;1098;p75">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099" name="Google Shape;1099;p75">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100" name="Google Shape;1100;p75">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101" name="Google Shape;1101;p75">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102" name="Google Shape;1102;p75"/>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103" name="Google Shape;1103;p75"/>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104" name="Google Shape;1104;p75"/>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105" name="Google Shape;1105;p75"/>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106" name="Google Shape;1106;p75">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0"/>
        <p:cNvGrpSpPr/>
        <p:nvPr/>
      </p:nvGrpSpPr>
      <p:grpSpPr>
        <a:xfrm>
          <a:off x="0" y="0"/>
          <a:ext cx="0" cy="0"/>
          <a:chOff x="0" y="0"/>
          <a:chExt cx="0" cy="0"/>
        </a:xfrm>
      </p:grpSpPr>
      <p:sp>
        <p:nvSpPr>
          <p:cNvPr id="1111" name="Google Shape;1111;p76"/>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112" name="Google Shape;1112;p76"/>
          <p:cNvGrpSpPr/>
          <p:nvPr/>
        </p:nvGrpSpPr>
        <p:grpSpPr>
          <a:xfrm>
            <a:off x="5117640" y="3085736"/>
            <a:ext cx="474294" cy="551291"/>
            <a:chOff x="4727025" y="1332775"/>
            <a:chExt cx="59900" cy="69625"/>
          </a:xfrm>
        </p:grpSpPr>
        <p:sp>
          <p:nvSpPr>
            <p:cNvPr id="1113" name="Google Shape;1113;p7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7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 name="Google Shape;1115;p76"/>
          <p:cNvGrpSpPr/>
          <p:nvPr/>
        </p:nvGrpSpPr>
        <p:grpSpPr>
          <a:xfrm>
            <a:off x="5731296" y="2314340"/>
            <a:ext cx="555653" cy="557031"/>
            <a:chOff x="4820425" y="1329900"/>
            <a:chExt cx="70175" cy="70350"/>
          </a:xfrm>
        </p:grpSpPr>
        <p:sp>
          <p:nvSpPr>
            <p:cNvPr id="1116" name="Google Shape;1116;p7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7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7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7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76"/>
          <p:cNvGrpSpPr/>
          <p:nvPr/>
        </p:nvGrpSpPr>
        <p:grpSpPr>
          <a:xfrm>
            <a:off x="6357664" y="2318845"/>
            <a:ext cx="582574" cy="533871"/>
            <a:chOff x="4903200" y="1331525"/>
            <a:chExt cx="73575" cy="67425"/>
          </a:xfrm>
        </p:grpSpPr>
        <p:sp>
          <p:nvSpPr>
            <p:cNvPr id="1121" name="Google Shape;1121;p7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7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 name="Google Shape;1123;p76"/>
          <p:cNvGrpSpPr/>
          <p:nvPr/>
        </p:nvGrpSpPr>
        <p:grpSpPr>
          <a:xfrm>
            <a:off x="5717142" y="3078709"/>
            <a:ext cx="583960" cy="565345"/>
            <a:chOff x="4815575" y="1416800"/>
            <a:chExt cx="73750" cy="71400"/>
          </a:xfrm>
        </p:grpSpPr>
        <p:sp>
          <p:nvSpPr>
            <p:cNvPr id="1124" name="Google Shape;1124;p7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7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7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 name="Google Shape;1127;p76"/>
          <p:cNvGrpSpPr/>
          <p:nvPr/>
        </p:nvGrpSpPr>
        <p:grpSpPr>
          <a:xfrm>
            <a:off x="6351924" y="3108896"/>
            <a:ext cx="589898" cy="504970"/>
            <a:chOff x="4902475" y="1418875"/>
            <a:chExt cx="74500" cy="63775"/>
          </a:xfrm>
        </p:grpSpPr>
        <p:sp>
          <p:nvSpPr>
            <p:cNvPr id="1128" name="Google Shape;1128;p7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7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 name="Google Shape;1130;p76"/>
          <p:cNvGrpSpPr/>
          <p:nvPr/>
        </p:nvGrpSpPr>
        <p:grpSpPr>
          <a:xfrm>
            <a:off x="5727139" y="3826000"/>
            <a:ext cx="563967" cy="567127"/>
            <a:chOff x="4818100" y="1507675"/>
            <a:chExt cx="71225" cy="71625"/>
          </a:xfrm>
        </p:grpSpPr>
        <p:sp>
          <p:nvSpPr>
            <p:cNvPr id="1131" name="Google Shape;1131;p7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7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7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 name="Google Shape;1135;p76"/>
          <p:cNvGrpSpPr/>
          <p:nvPr/>
        </p:nvGrpSpPr>
        <p:grpSpPr>
          <a:xfrm>
            <a:off x="5040636" y="3829461"/>
            <a:ext cx="628301" cy="588505"/>
            <a:chOff x="4721450" y="1509475"/>
            <a:chExt cx="79350" cy="74325"/>
          </a:xfrm>
        </p:grpSpPr>
        <p:sp>
          <p:nvSpPr>
            <p:cNvPr id="1136" name="Google Shape;1136;p7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7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7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7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 name="Google Shape;1140;p76"/>
          <p:cNvGrpSpPr/>
          <p:nvPr/>
        </p:nvGrpSpPr>
        <p:grpSpPr>
          <a:xfrm>
            <a:off x="6386170" y="3814027"/>
            <a:ext cx="557038" cy="562772"/>
            <a:chOff x="4906800" y="1507500"/>
            <a:chExt cx="70350" cy="71075"/>
          </a:xfrm>
        </p:grpSpPr>
        <p:sp>
          <p:nvSpPr>
            <p:cNvPr id="1141" name="Google Shape;1141;p7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7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76"/>
          <p:cNvGrpSpPr/>
          <p:nvPr/>
        </p:nvGrpSpPr>
        <p:grpSpPr>
          <a:xfrm>
            <a:off x="4423778" y="2340963"/>
            <a:ext cx="517934" cy="517934"/>
            <a:chOff x="3736598" y="2170606"/>
            <a:chExt cx="404889" cy="404889"/>
          </a:xfrm>
        </p:grpSpPr>
        <p:sp>
          <p:nvSpPr>
            <p:cNvPr id="1147" name="Google Shape;1147;p7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7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7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7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76"/>
          <p:cNvGrpSpPr/>
          <p:nvPr/>
        </p:nvGrpSpPr>
        <p:grpSpPr>
          <a:xfrm>
            <a:off x="3690839" y="2341061"/>
            <a:ext cx="586986" cy="517740"/>
            <a:chOff x="3161917" y="2170682"/>
            <a:chExt cx="458870" cy="404737"/>
          </a:xfrm>
        </p:grpSpPr>
        <p:sp>
          <p:nvSpPr>
            <p:cNvPr id="1152" name="Google Shape;1152;p7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7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7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 name="Google Shape;1155;p76"/>
          <p:cNvGrpSpPr/>
          <p:nvPr/>
        </p:nvGrpSpPr>
        <p:grpSpPr>
          <a:xfrm>
            <a:off x="3713860" y="3102400"/>
            <a:ext cx="540943" cy="517963"/>
            <a:chOff x="3179914" y="2889488"/>
            <a:chExt cx="422876" cy="404911"/>
          </a:xfrm>
        </p:grpSpPr>
        <p:sp>
          <p:nvSpPr>
            <p:cNvPr id="1156" name="Google Shape;1156;p7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7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7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7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7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7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 name="Google Shape;1162;p76"/>
          <p:cNvGrpSpPr/>
          <p:nvPr/>
        </p:nvGrpSpPr>
        <p:grpSpPr>
          <a:xfrm>
            <a:off x="4414654" y="3102358"/>
            <a:ext cx="536180" cy="518047"/>
            <a:chOff x="3729467" y="2889422"/>
            <a:chExt cx="419153" cy="404977"/>
          </a:xfrm>
        </p:grpSpPr>
        <p:sp>
          <p:nvSpPr>
            <p:cNvPr id="1163" name="Google Shape;1163;p7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7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7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7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7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7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7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 name="Google Shape;1170;p76"/>
          <p:cNvGrpSpPr/>
          <p:nvPr/>
        </p:nvGrpSpPr>
        <p:grpSpPr>
          <a:xfrm>
            <a:off x="1951688" y="3445787"/>
            <a:ext cx="965351" cy="134611"/>
            <a:chOff x="4411970" y="2962952"/>
            <a:chExt cx="706544" cy="104212"/>
          </a:xfrm>
        </p:grpSpPr>
        <p:sp>
          <p:nvSpPr>
            <p:cNvPr id="1171" name="Google Shape;1171;p7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7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7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7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 name="Google Shape;1175;p76"/>
          <p:cNvGrpSpPr/>
          <p:nvPr/>
        </p:nvGrpSpPr>
        <p:grpSpPr>
          <a:xfrm>
            <a:off x="1951688" y="3041077"/>
            <a:ext cx="960158" cy="289172"/>
            <a:chOff x="4411970" y="2726085"/>
            <a:chExt cx="643107" cy="193659"/>
          </a:xfrm>
        </p:grpSpPr>
        <p:sp>
          <p:nvSpPr>
            <p:cNvPr id="1176" name="Google Shape;1176;p7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7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7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 name="Google Shape;1179;p76"/>
          <p:cNvGrpSpPr/>
          <p:nvPr/>
        </p:nvGrpSpPr>
        <p:grpSpPr>
          <a:xfrm>
            <a:off x="960185" y="3295400"/>
            <a:ext cx="811503" cy="252584"/>
            <a:chOff x="4411970" y="4340222"/>
            <a:chExt cx="779467" cy="242683"/>
          </a:xfrm>
        </p:grpSpPr>
        <p:sp>
          <p:nvSpPr>
            <p:cNvPr id="1180" name="Google Shape;1180;p7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7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76"/>
          <p:cNvGrpSpPr/>
          <p:nvPr/>
        </p:nvGrpSpPr>
        <p:grpSpPr>
          <a:xfrm>
            <a:off x="1951688" y="2709308"/>
            <a:ext cx="965160" cy="216230"/>
            <a:chOff x="4411970" y="2468674"/>
            <a:chExt cx="747317" cy="167425"/>
          </a:xfrm>
        </p:grpSpPr>
        <p:sp>
          <p:nvSpPr>
            <p:cNvPr id="1184" name="Google Shape;1184;p7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7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 name="Google Shape;1186;p76"/>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 name="Google Shape;1187;p76"/>
          <p:cNvGrpSpPr/>
          <p:nvPr/>
        </p:nvGrpSpPr>
        <p:grpSpPr>
          <a:xfrm>
            <a:off x="959254" y="2334687"/>
            <a:ext cx="1959041" cy="208784"/>
            <a:chOff x="6336019" y="3733725"/>
            <a:chExt cx="2566206" cy="351310"/>
          </a:xfrm>
        </p:grpSpPr>
        <p:sp>
          <p:nvSpPr>
            <p:cNvPr id="1188" name="Google Shape;1188;p7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7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7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7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 name="Google Shape;1192;p76"/>
          <p:cNvGrpSpPr/>
          <p:nvPr/>
        </p:nvGrpSpPr>
        <p:grpSpPr>
          <a:xfrm>
            <a:off x="1951688" y="3950602"/>
            <a:ext cx="946551" cy="153200"/>
            <a:chOff x="4404545" y="3301592"/>
            <a:chExt cx="782403" cy="129272"/>
          </a:xfrm>
        </p:grpSpPr>
        <p:sp>
          <p:nvSpPr>
            <p:cNvPr id="1193" name="Google Shape;1193;p7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7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 name="Google Shape;1195;p76"/>
          <p:cNvGrpSpPr/>
          <p:nvPr/>
        </p:nvGrpSpPr>
        <p:grpSpPr>
          <a:xfrm>
            <a:off x="1951688" y="3695937"/>
            <a:ext cx="962257" cy="139127"/>
            <a:chOff x="4411970" y="3131459"/>
            <a:chExt cx="710520" cy="117397"/>
          </a:xfrm>
        </p:grpSpPr>
        <p:sp>
          <p:nvSpPr>
            <p:cNvPr id="1196" name="Google Shape;1196;p7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 name="Google Shape;1198;p76"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 name="Google Shape;1199;p76"/>
          <p:cNvGrpSpPr/>
          <p:nvPr/>
        </p:nvGrpSpPr>
        <p:grpSpPr>
          <a:xfrm>
            <a:off x="951833" y="3621603"/>
            <a:ext cx="823838" cy="458988"/>
            <a:chOff x="4411970" y="1801825"/>
            <a:chExt cx="734586" cy="409262"/>
          </a:xfrm>
        </p:grpSpPr>
        <p:sp>
          <p:nvSpPr>
            <p:cNvPr id="1200" name="Google Shape;1200;p7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7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 name="Google Shape;1202;p76"/>
          <p:cNvGrpSpPr/>
          <p:nvPr/>
        </p:nvGrpSpPr>
        <p:grpSpPr>
          <a:xfrm>
            <a:off x="3056804" y="2339173"/>
            <a:ext cx="521514" cy="521514"/>
            <a:chOff x="5681300" y="2527788"/>
            <a:chExt cx="805800" cy="805800"/>
          </a:xfrm>
        </p:grpSpPr>
        <p:sp>
          <p:nvSpPr>
            <p:cNvPr id="1203" name="Google Shape;1203;p7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7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 name="Google Shape;1205;p76"/>
          <p:cNvGrpSpPr/>
          <p:nvPr/>
        </p:nvGrpSpPr>
        <p:grpSpPr>
          <a:xfrm>
            <a:off x="3051044" y="3094865"/>
            <a:ext cx="533033" cy="533033"/>
            <a:chOff x="4049800" y="640400"/>
            <a:chExt cx="858900" cy="858900"/>
          </a:xfrm>
        </p:grpSpPr>
        <p:sp>
          <p:nvSpPr>
            <p:cNvPr id="1206" name="Google Shape;1206;p7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7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 name="Google Shape;1208;p76"/>
          <p:cNvGrpSpPr/>
          <p:nvPr/>
        </p:nvGrpSpPr>
        <p:grpSpPr>
          <a:xfrm>
            <a:off x="2976527" y="3772543"/>
            <a:ext cx="682068" cy="682068"/>
            <a:chOff x="5080188" y="927900"/>
            <a:chExt cx="961200" cy="961200"/>
          </a:xfrm>
        </p:grpSpPr>
        <p:sp>
          <p:nvSpPr>
            <p:cNvPr id="1209" name="Google Shape;1209;p7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7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7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7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7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7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7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7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 name="Google Shape;1217;p76"/>
          <p:cNvGrpSpPr/>
          <p:nvPr/>
        </p:nvGrpSpPr>
        <p:grpSpPr>
          <a:xfrm>
            <a:off x="4440026" y="3869234"/>
            <a:ext cx="505650" cy="504006"/>
            <a:chOff x="6039282" y="1042577"/>
            <a:chExt cx="734315" cy="731929"/>
          </a:xfrm>
        </p:grpSpPr>
        <p:sp>
          <p:nvSpPr>
            <p:cNvPr id="1218" name="Google Shape;1218;p7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7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7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7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7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7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7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7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7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7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7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7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7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7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7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7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7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7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 name="Google Shape;1239;p76"/>
          <p:cNvGrpSpPr/>
          <p:nvPr/>
        </p:nvGrpSpPr>
        <p:grpSpPr>
          <a:xfrm>
            <a:off x="5052628" y="2298862"/>
            <a:ext cx="567744" cy="602136"/>
            <a:chOff x="1825800" y="1651625"/>
            <a:chExt cx="539989" cy="571775"/>
          </a:xfrm>
        </p:grpSpPr>
        <p:sp>
          <p:nvSpPr>
            <p:cNvPr id="1240" name="Google Shape;1240;p7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7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7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7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76"/>
          <p:cNvGrpSpPr/>
          <p:nvPr/>
        </p:nvGrpSpPr>
        <p:grpSpPr>
          <a:xfrm>
            <a:off x="3727557" y="3855579"/>
            <a:ext cx="508123" cy="507955"/>
            <a:chOff x="1897577" y="2802432"/>
            <a:chExt cx="492176" cy="492014"/>
          </a:xfrm>
        </p:grpSpPr>
        <p:sp>
          <p:nvSpPr>
            <p:cNvPr id="1245" name="Google Shape;1245;p7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7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7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7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7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7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 name="Google Shape;1257;p76"/>
          <p:cNvGrpSpPr/>
          <p:nvPr/>
        </p:nvGrpSpPr>
        <p:grpSpPr>
          <a:xfrm>
            <a:off x="959087" y="4169123"/>
            <a:ext cx="809227" cy="200842"/>
            <a:chOff x="2013045" y="4813233"/>
            <a:chExt cx="921986" cy="228854"/>
          </a:xfrm>
        </p:grpSpPr>
        <p:sp>
          <p:nvSpPr>
            <p:cNvPr id="1258" name="Google Shape;1258;p7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 name="Google Shape;1260;p76"/>
          <p:cNvGrpSpPr/>
          <p:nvPr/>
        </p:nvGrpSpPr>
        <p:grpSpPr>
          <a:xfrm>
            <a:off x="967547" y="2656004"/>
            <a:ext cx="792421" cy="269941"/>
            <a:chOff x="1046767" y="4756633"/>
            <a:chExt cx="859646" cy="292841"/>
          </a:xfrm>
        </p:grpSpPr>
        <p:sp>
          <p:nvSpPr>
            <p:cNvPr id="1261" name="Google Shape;1261;p7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7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7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4" name="Google Shape;1264;p76"/>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6"/>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6"/>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76"/>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 name="Google Shape;1268;p76"/>
          <p:cNvGrpSpPr/>
          <p:nvPr/>
        </p:nvGrpSpPr>
        <p:grpSpPr>
          <a:xfrm>
            <a:off x="7103403" y="2550562"/>
            <a:ext cx="166473" cy="141497"/>
            <a:chOff x="4660325" y="1866850"/>
            <a:chExt cx="68350" cy="58100"/>
          </a:xfrm>
        </p:grpSpPr>
        <p:sp>
          <p:nvSpPr>
            <p:cNvPr id="1269" name="Google Shape;1269;p7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7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 name="Google Shape;1271;p76"/>
          <p:cNvGrpSpPr/>
          <p:nvPr/>
        </p:nvGrpSpPr>
        <p:grpSpPr>
          <a:xfrm>
            <a:off x="7412747" y="2576286"/>
            <a:ext cx="162515" cy="90049"/>
            <a:chOff x="4791775" y="1877500"/>
            <a:chExt cx="66725" cy="36975"/>
          </a:xfrm>
        </p:grpSpPr>
        <p:sp>
          <p:nvSpPr>
            <p:cNvPr id="1272" name="Google Shape;1272;p7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76"/>
          <p:cNvGrpSpPr/>
          <p:nvPr/>
        </p:nvGrpSpPr>
        <p:grpSpPr>
          <a:xfrm>
            <a:off x="7734460" y="2576286"/>
            <a:ext cx="144979" cy="90049"/>
            <a:chOff x="4923925" y="1877500"/>
            <a:chExt cx="59525" cy="36975"/>
          </a:xfrm>
        </p:grpSpPr>
        <p:sp>
          <p:nvSpPr>
            <p:cNvPr id="1275" name="Google Shape;1275;p7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 name="Google Shape;1277;p76"/>
          <p:cNvGrpSpPr/>
          <p:nvPr/>
        </p:nvGrpSpPr>
        <p:grpSpPr>
          <a:xfrm>
            <a:off x="8028952" y="2558477"/>
            <a:ext cx="141447" cy="125667"/>
            <a:chOff x="5058450" y="1870100"/>
            <a:chExt cx="58075" cy="51600"/>
          </a:xfrm>
        </p:grpSpPr>
        <p:sp>
          <p:nvSpPr>
            <p:cNvPr id="1278" name="Google Shape;1278;p7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7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 name="Google Shape;1280;p76"/>
          <p:cNvGrpSpPr/>
          <p:nvPr/>
        </p:nvGrpSpPr>
        <p:grpSpPr>
          <a:xfrm>
            <a:off x="7443466" y="2980885"/>
            <a:ext cx="101077" cy="107645"/>
            <a:chOff x="4811425" y="2065025"/>
            <a:chExt cx="41500" cy="44200"/>
          </a:xfrm>
        </p:grpSpPr>
        <p:sp>
          <p:nvSpPr>
            <p:cNvPr id="1281" name="Google Shape;1281;p7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7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 name="Google Shape;1283;p76"/>
          <p:cNvGrpSpPr/>
          <p:nvPr/>
        </p:nvGrpSpPr>
        <p:grpSpPr>
          <a:xfrm>
            <a:off x="7735904" y="2981098"/>
            <a:ext cx="120867" cy="107218"/>
            <a:chOff x="4929875" y="2065025"/>
            <a:chExt cx="49625" cy="44025"/>
          </a:xfrm>
        </p:grpSpPr>
        <p:sp>
          <p:nvSpPr>
            <p:cNvPr id="1284" name="Google Shape;1284;p7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 name="Google Shape;1286;p76"/>
          <p:cNvGrpSpPr/>
          <p:nvPr/>
        </p:nvGrpSpPr>
        <p:grpSpPr>
          <a:xfrm>
            <a:off x="8064572" y="2984112"/>
            <a:ext cx="70206" cy="101191"/>
            <a:chOff x="5083925" y="2066350"/>
            <a:chExt cx="28825" cy="41550"/>
          </a:xfrm>
        </p:grpSpPr>
        <p:sp>
          <p:nvSpPr>
            <p:cNvPr id="1287" name="Google Shape;1287;p7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 name="Google Shape;1289;p76"/>
          <p:cNvGrpSpPr/>
          <p:nvPr/>
        </p:nvGrpSpPr>
        <p:grpSpPr>
          <a:xfrm>
            <a:off x="7096126" y="2999759"/>
            <a:ext cx="181026" cy="69896"/>
            <a:chOff x="4659775" y="2072775"/>
            <a:chExt cx="74325" cy="28700"/>
          </a:xfrm>
        </p:grpSpPr>
        <p:sp>
          <p:nvSpPr>
            <p:cNvPr id="1290" name="Google Shape;1290;p7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 name="Google Shape;1293;p76"/>
          <p:cNvGrpSpPr/>
          <p:nvPr/>
        </p:nvGrpSpPr>
        <p:grpSpPr>
          <a:xfrm>
            <a:off x="8015982" y="2790324"/>
            <a:ext cx="167387" cy="89197"/>
            <a:chOff x="4662475" y="1976500"/>
            <a:chExt cx="68725" cy="36625"/>
          </a:xfrm>
        </p:grpSpPr>
        <p:sp>
          <p:nvSpPr>
            <p:cNvPr id="1294" name="Google Shape;1294;p7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7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7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 name="Google Shape;1297;p76"/>
          <p:cNvGrpSpPr/>
          <p:nvPr/>
        </p:nvGrpSpPr>
        <p:grpSpPr>
          <a:xfrm>
            <a:off x="7712887" y="2793764"/>
            <a:ext cx="166899" cy="82317"/>
            <a:chOff x="4920150" y="1977875"/>
            <a:chExt cx="68525" cy="33800"/>
          </a:xfrm>
        </p:grpSpPr>
        <p:sp>
          <p:nvSpPr>
            <p:cNvPr id="1298" name="Google Shape;1298;p7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7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 name="Google Shape;1301;p76"/>
          <p:cNvGrpSpPr/>
          <p:nvPr/>
        </p:nvGrpSpPr>
        <p:grpSpPr>
          <a:xfrm>
            <a:off x="7124044" y="3197682"/>
            <a:ext cx="125190" cy="127859"/>
            <a:chOff x="4676550" y="2160575"/>
            <a:chExt cx="51400" cy="52500"/>
          </a:xfrm>
        </p:grpSpPr>
        <p:sp>
          <p:nvSpPr>
            <p:cNvPr id="1302" name="Google Shape;1302;p7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7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7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 name="Google Shape;1305;p76"/>
          <p:cNvGrpSpPr/>
          <p:nvPr/>
        </p:nvGrpSpPr>
        <p:grpSpPr>
          <a:xfrm>
            <a:off x="7421302" y="3204714"/>
            <a:ext cx="145405" cy="113794"/>
            <a:chOff x="4768325" y="2163475"/>
            <a:chExt cx="59700" cy="46725"/>
          </a:xfrm>
        </p:grpSpPr>
        <p:sp>
          <p:nvSpPr>
            <p:cNvPr id="1306" name="Google Shape;1306;p7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7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 name="Google Shape;1308;p76"/>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76"/>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76"/>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76"/>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6"/>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6"/>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 name="Google Shape;1314;p76"/>
          <p:cNvGrpSpPr/>
          <p:nvPr/>
        </p:nvGrpSpPr>
        <p:grpSpPr>
          <a:xfrm>
            <a:off x="7437621" y="3459808"/>
            <a:ext cx="112768" cy="106853"/>
            <a:chOff x="4768575" y="2253950"/>
            <a:chExt cx="46300" cy="43875"/>
          </a:xfrm>
        </p:grpSpPr>
        <p:sp>
          <p:nvSpPr>
            <p:cNvPr id="1315" name="Google Shape;1315;p7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 name="Google Shape;1317;p76"/>
          <p:cNvGrpSpPr/>
          <p:nvPr/>
        </p:nvGrpSpPr>
        <p:grpSpPr>
          <a:xfrm>
            <a:off x="7737243" y="3948834"/>
            <a:ext cx="118187" cy="146246"/>
            <a:chOff x="4960900" y="2433225"/>
            <a:chExt cx="48525" cy="60050"/>
          </a:xfrm>
        </p:grpSpPr>
        <p:sp>
          <p:nvSpPr>
            <p:cNvPr id="1318" name="Google Shape;1318;p7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 name="Google Shape;1320;p76"/>
          <p:cNvGrpSpPr/>
          <p:nvPr/>
        </p:nvGrpSpPr>
        <p:grpSpPr>
          <a:xfrm>
            <a:off x="7425808" y="4212895"/>
            <a:ext cx="136394" cy="143810"/>
            <a:chOff x="4854075" y="2527625"/>
            <a:chExt cx="56000" cy="59050"/>
          </a:xfrm>
        </p:grpSpPr>
        <p:sp>
          <p:nvSpPr>
            <p:cNvPr id="1321" name="Google Shape;1321;p7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3" name="Google Shape;1323;p76"/>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76"/>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6"/>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6" name="Google Shape;1326;p76"/>
          <p:cNvGrpSpPr/>
          <p:nvPr/>
        </p:nvGrpSpPr>
        <p:grpSpPr>
          <a:xfrm>
            <a:off x="8050020" y="3676639"/>
            <a:ext cx="99312" cy="160797"/>
            <a:chOff x="5059700" y="2334775"/>
            <a:chExt cx="40775" cy="66025"/>
          </a:xfrm>
        </p:grpSpPr>
        <p:sp>
          <p:nvSpPr>
            <p:cNvPr id="1327" name="Google Shape;1327;p7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7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7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7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7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 name="Google Shape;1336;p76"/>
          <p:cNvGrpSpPr/>
          <p:nvPr/>
        </p:nvGrpSpPr>
        <p:grpSpPr>
          <a:xfrm>
            <a:off x="8007184" y="3941771"/>
            <a:ext cx="184984" cy="160371"/>
            <a:chOff x="5037700" y="2430325"/>
            <a:chExt cx="75950" cy="65850"/>
          </a:xfrm>
        </p:grpSpPr>
        <p:sp>
          <p:nvSpPr>
            <p:cNvPr id="1337" name="Google Shape;1337;p7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7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 name="Google Shape;1339;p76"/>
          <p:cNvGrpSpPr/>
          <p:nvPr/>
        </p:nvGrpSpPr>
        <p:grpSpPr>
          <a:xfrm>
            <a:off x="7426689" y="3708223"/>
            <a:ext cx="173014" cy="97629"/>
            <a:chOff x="4756975" y="2341800"/>
            <a:chExt cx="91975" cy="51925"/>
          </a:xfrm>
        </p:grpSpPr>
        <p:sp>
          <p:nvSpPr>
            <p:cNvPr id="1340" name="Google Shape;1340;p7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7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7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7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7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7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7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7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7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7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7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7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7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 name="Google Shape;1360;p76"/>
          <p:cNvGrpSpPr/>
          <p:nvPr/>
        </p:nvGrpSpPr>
        <p:grpSpPr>
          <a:xfrm>
            <a:off x="7693626" y="4196920"/>
            <a:ext cx="212497" cy="175761"/>
            <a:chOff x="4943575" y="2516350"/>
            <a:chExt cx="98675" cy="81700"/>
          </a:xfrm>
        </p:grpSpPr>
        <p:sp>
          <p:nvSpPr>
            <p:cNvPr id="1361" name="Google Shape;1361;p7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7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7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7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7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7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7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7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7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7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7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7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7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7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7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7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7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7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7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7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7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7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7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7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7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7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7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7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9" name="Google Shape;1439;p76"/>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76"/>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6"/>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76"/>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7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447"/>
        <p:cNvGrpSpPr/>
        <p:nvPr/>
      </p:nvGrpSpPr>
      <p:grpSpPr>
        <a:xfrm>
          <a:off x="0" y="0"/>
          <a:ext cx="0" cy="0"/>
          <a:chOff x="0" y="0"/>
          <a:chExt cx="0" cy="0"/>
        </a:xfrm>
      </p:grpSpPr>
      <p:grpSp>
        <p:nvGrpSpPr>
          <p:cNvPr id="1448" name="Google Shape;1448;p77"/>
          <p:cNvGrpSpPr/>
          <p:nvPr/>
        </p:nvGrpSpPr>
        <p:grpSpPr>
          <a:xfrm>
            <a:off x="6681268" y="3584496"/>
            <a:ext cx="560636" cy="516497"/>
            <a:chOff x="6652051" y="3714143"/>
            <a:chExt cx="560636" cy="516497"/>
          </a:xfrm>
        </p:grpSpPr>
        <p:grpSp>
          <p:nvGrpSpPr>
            <p:cNvPr id="1449" name="Google Shape;1449;p77"/>
            <p:cNvGrpSpPr/>
            <p:nvPr/>
          </p:nvGrpSpPr>
          <p:grpSpPr>
            <a:xfrm>
              <a:off x="6669657" y="3716715"/>
              <a:ext cx="466768" cy="464314"/>
              <a:chOff x="3139766" y="765669"/>
              <a:chExt cx="886380" cy="881888"/>
            </a:xfrm>
          </p:grpSpPr>
          <p:grpSp>
            <p:nvGrpSpPr>
              <p:cNvPr id="1450" name="Google Shape;1450;p77"/>
              <p:cNvGrpSpPr/>
              <p:nvPr/>
            </p:nvGrpSpPr>
            <p:grpSpPr>
              <a:xfrm>
                <a:off x="3139766" y="765669"/>
                <a:ext cx="886380" cy="881888"/>
                <a:chOff x="3139766" y="765669"/>
                <a:chExt cx="886380" cy="881888"/>
              </a:xfrm>
            </p:grpSpPr>
            <p:sp>
              <p:nvSpPr>
                <p:cNvPr id="1451" name="Google Shape;1451;p7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7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7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7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7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7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7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0" name="Google Shape;1460;p7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4" name="Google Shape;1464;p7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 name="Google Shape;1465;p77"/>
          <p:cNvGrpSpPr/>
          <p:nvPr/>
        </p:nvGrpSpPr>
        <p:grpSpPr>
          <a:xfrm>
            <a:off x="7679978" y="3065079"/>
            <a:ext cx="104231" cy="320340"/>
            <a:chOff x="7564426" y="3224343"/>
            <a:chExt cx="119985" cy="368801"/>
          </a:xfrm>
        </p:grpSpPr>
        <p:sp>
          <p:nvSpPr>
            <p:cNvPr id="1466" name="Google Shape;1466;p7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77"/>
          <p:cNvGrpSpPr/>
          <p:nvPr/>
        </p:nvGrpSpPr>
        <p:grpSpPr>
          <a:xfrm>
            <a:off x="7379466" y="3059180"/>
            <a:ext cx="189489" cy="332132"/>
            <a:chOff x="8370831" y="3202002"/>
            <a:chExt cx="218129" cy="382376"/>
          </a:xfrm>
        </p:grpSpPr>
        <p:sp>
          <p:nvSpPr>
            <p:cNvPr id="1469" name="Google Shape;1469;p7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7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 name="Google Shape;1471;p77"/>
          <p:cNvGrpSpPr/>
          <p:nvPr/>
        </p:nvGrpSpPr>
        <p:grpSpPr>
          <a:xfrm>
            <a:off x="8102855" y="3470312"/>
            <a:ext cx="309429" cy="267000"/>
            <a:chOff x="6742064" y="3750480"/>
            <a:chExt cx="399315" cy="344560"/>
          </a:xfrm>
        </p:grpSpPr>
        <p:sp>
          <p:nvSpPr>
            <p:cNvPr id="1472" name="Google Shape;1472;p7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7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 name="Google Shape;1474;p77"/>
          <p:cNvGrpSpPr/>
          <p:nvPr/>
        </p:nvGrpSpPr>
        <p:grpSpPr>
          <a:xfrm>
            <a:off x="7641874" y="3821360"/>
            <a:ext cx="180437" cy="281608"/>
            <a:chOff x="7248525" y="3739696"/>
            <a:chExt cx="230531" cy="359790"/>
          </a:xfrm>
        </p:grpSpPr>
        <p:sp>
          <p:nvSpPr>
            <p:cNvPr id="1475" name="Google Shape;1475;p7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7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 name="Google Shape;1477;p77"/>
          <p:cNvGrpSpPr/>
          <p:nvPr/>
        </p:nvGrpSpPr>
        <p:grpSpPr>
          <a:xfrm>
            <a:off x="7887794" y="3464584"/>
            <a:ext cx="162896" cy="278710"/>
            <a:chOff x="7601242" y="3729267"/>
            <a:chExt cx="222566" cy="380803"/>
          </a:xfrm>
        </p:grpSpPr>
        <p:sp>
          <p:nvSpPr>
            <p:cNvPr id="1478" name="Google Shape;1478;p7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7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0" name="Google Shape;1480;p77"/>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 name="Google Shape;1481;p77"/>
          <p:cNvGrpSpPr/>
          <p:nvPr/>
        </p:nvGrpSpPr>
        <p:grpSpPr>
          <a:xfrm>
            <a:off x="7377439" y="3465724"/>
            <a:ext cx="193543" cy="275990"/>
            <a:chOff x="8304647" y="3738687"/>
            <a:chExt cx="225076" cy="320956"/>
          </a:xfrm>
        </p:grpSpPr>
        <p:sp>
          <p:nvSpPr>
            <p:cNvPr id="1482" name="Google Shape;1482;p7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7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 name="Google Shape;1485;p77"/>
          <p:cNvGrpSpPr/>
          <p:nvPr/>
        </p:nvGrpSpPr>
        <p:grpSpPr>
          <a:xfrm>
            <a:off x="7649932" y="3465724"/>
            <a:ext cx="178492" cy="275990"/>
            <a:chOff x="8615101" y="3738687"/>
            <a:chExt cx="207573" cy="320956"/>
          </a:xfrm>
        </p:grpSpPr>
        <p:sp>
          <p:nvSpPr>
            <p:cNvPr id="1486" name="Google Shape;1486;p7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7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7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 name="Google Shape;1489;p77"/>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0" name="Google Shape;1490;p77"/>
          <p:cNvGrpSpPr/>
          <p:nvPr/>
        </p:nvGrpSpPr>
        <p:grpSpPr>
          <a:xfrm>
            <a:off x="7875463" y="3868385"/>
            <a:ext cx="187557" cy="187557"/>
            <a:chOff x="8565775" y="671075"/>
            <a:chExt cx="441000" cy="441000"/>
          </a:xfrm>
        </p:grpSpPr>
        <p:sp>
          <p:nvSpPr>
            <p:cNvPr id="1491" name="Google Shape;1491;p7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 name="Google Shape;1493;p77"/>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77"/>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 name="Google Shape;1495;p77"/>
          <p:cNvGrpSpPr/>
          <p:nvPr/>
        </p:nvGrpSpPr>
        <p:grpSpPr>
          <a:xfrm>
            <a:off x="6029935" y="2940910"/>
            <a:ext cx="587865" cy="517731"/>
            <a:chOff x="6000718" y="3070557"/>
            <a:chExt cx="587865" cy="517731"/>
          </a:xfrm>
        </p:grpSpPr>
        <p:sp>
          <p:nvSpPr>
            <p:cNvPr id="1496" name="Google Shape;1496;p7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7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 name="Google Shape;1506;p77"/>
          <p:cNvGrpSpPr/>
          <p:nvPr/>
        </p:nvGrpSpPr>
        <p:grpSpPr>
          <a:xfrm>
            <a:off x="6044740" y="3584570"/>
            <a:ext cx="557665" cy="516387"/>
            <a:chOff x="6015523" y="3714217"/>
            <a:chExt cx="557665" cy="516387"/>
          </a:xfrm>
        </p:grpSpPr>
        <p:grpSp>
          <p:nvGrpSpPr>
            <p:cNvPr id="1507" name="Google Shape;1507;p77"/>
            <p:cNvGrpSpPr/>
            <p:nvPr/>
          </p:nvGrpSpPr>
          <p:grpSpPr>
            <a:xfrm>
              <a:off x="6036094" y="3716980"/>
              <a:ext cx="529822" cy="510480"/>
              <a:chOff x="3148311" y="-545634"/>
              <a:chExt cx="1006118" cy="969572"/>
            </a:xfrm>
          </p:grpSpPr>
          <p:sp>
            <p:nvSpPr>
              <p:cNvPr id="1508" name="Google Shape;1508;p7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7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7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8" name="Google Shape;1518;p7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 name="Google Shape;1519;p77"/>
          <p:cNvGrpSpPr/>
          <p:nvPr/>
        </p:nvGrpSpPr>
        <p:grpSpPr>
          <a:xfrm>
            <a:off x="6673522" y="2943981"/>
            <a:ext cx="576302" cy="511871"/>
            <a:chOff x="6644304" y="3073628"/>
            <a:chExt cx="576302" cy="511871"/>
          </a:xfrm>
        </p:grpSpPr>
        <p:grpSp>
          <p:nvGrpSpPr>
            <p:cNvPr id="1520" name="Google Shape;1520;p77"/>
            <p:cNvGrpSpPr/>
            <p:nvPr/>
          </p:nvGrpSpPr>
          <p:grpSpPr>
            <a:xfrm>
              <a:off x="6712169" y="3073651"/>
              <a:ext cx="481611" cy="506713"/>
              <a:chOff x="1833536" y="-546641"/>
              <a:chExt cx="914567" cy="962419"/>
            </a:xfrm>
          </p:grpSpPr>
          <p:grpSp>
            <p:nvGrpSpPr>
              <p:cNvPr id="1521" name="Google Shape;1521;p77"/>
              <p:cNvGrpSpPr/>
              <p:nvPr/>
            </p:nvGrpSpPr>
            <p:grpSpPr>
              <a:xfrm>
                <a:off x="1833536" y="-524249"/>
                <a:ext cx="914567" cy="940027"/>
                <a:chOff x="1833536" y="-524249"/>
                <a:chExt cx="914567" cy="940027"/>
              </a:xfrm>
            </p:grpSpPr>
            <p:sp>
              <p:nvSpPr>
                <p:cNvPr id="1522" name="Google Shape;1522;p7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7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7" name="Google Shape;1527;p7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7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1" name="Google Shape;1531;p7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 name="Google Shape;1532;p77"/>
          <p:cNvGrpSpPr/>
          <p:nvPr/>
        </p:nvGrpSpPr>
        <p:grpSpPr>
          <a:xfrm>
            <a:off x="752796" y="2869970"/>
            <a:ext cx="2622876" cy="1333540"/>
            <a:chOff x="238125" y="1038125"/>
            <a:chExt cx="7146800" cy="3633625"/>
          </a:xfrm>
        </p:grpSpPr>
        <p:sp>
          <p:nvSpPr>
            <p:cNvPr id="1533" name="Google Shape;1533;p7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7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7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7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7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7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7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7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7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7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7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7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7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7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7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7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7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7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7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7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7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7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7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7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7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7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7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7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7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7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7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7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7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7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7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7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7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5" name="Google Shape;3105;p77"/>
          <p:cNvGrpSpPr/>
          <p:nvPr/>
        </p:nvGrpSpPr>
        <p:grpSpPr>
          <a:xfrm>
            <a:off x="5938558" y="1033351"/>
            <a:ext cx="2435960" cy="1297725"/>
            <a:chOff x="233350" y="949250"/>
            <a:chExt cx="7137300" cy="3802300"/>
          </a:xfrm>
        </p:grpSpPr>
        <p:sp>
          <p:nvSpPr>
            <p:cNvPr id="3106" name="Google Shape;3106;p7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7" name="Google Shape;3157;p77"/>
          <p:cNvGrpSpPr/>
          <p:nvPr/>
        </p:nvGrpSpPr>
        <p:grpSpPr>
          <a:xfrm>
            <a:off x="731715" y="995041"/>
            <a:ext cx="2665073" cy="1317140"/>
            <a:chOff x="793334" y="1192826"/>
            <a:chExt cx="2665073" cy="1317140"/>
          </a:xfrm>
        </p:grpSpPr>
        <p:sp>
          <p:nvSpPr>
            <p:cNvPr id="3158" name="Google Shape;3158;p7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5" name="Google Shape;7125;p77"/>
          <p:cNvGrpSpPr/>
          <p:nvPr/>
        </p:nvGrpSpPr>
        <p:grpSpPr>
          <a:xfrm>
            <a:off x="3450485" y="919691"/>
            <a:ext cx="2310381" cy="1488888"/>
            <a:chOff x="229225" y="549050"/>
            <a:chExt cx="7161750" cy="4615275"/>
          </a:xfrm>
        </p:grpSpPr>
        <p:sp>
          <p:nvSpPr>
            <p:cNvPr id="7126" name="Google Shape;7126;p7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77"/>
          <p:cNvGrpSpPr/>
          <p:nvPr/>
        </p:nvGrpSpPr>
        <p:grpSpPr>
          <a:xfrm>
            <a:off x="3548403" y="2849588"/>
            <a:ext cx="2310282" cy="1374222"/>
            <a:chOff x="238125" y="732525"/>
            <a:chExt cx="7130500" cy="4241425"/>
          </a:xfrm>
        </p:grpSpPr>
        <p:sp>
          <p:nvSpPr>
            <p:cNvPr id="7244" name="Google Shape;7244;p7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7361"/>
        <p:cNvGrpSpPr/>
        <p:nvPr/>
      </p:nvGrpSpPr>
      <p:grpSpPr>
        <a:xfrm>
          <a:off x="0" y="0"/>
          <a:ext cx="0" cy="0"/>
          <a:chOff x="0" y="0"/>
          <a:chExt cx="0" cy="0"/>
        </a:xfrm>
      </p:grpSpPr>
      <p:grpSp>
        <p:nvGrpSpPr>
          <p:cNvPr id="7362" name="Google Shape;7362;p78"/>
          <p:cNvGrpSpPr/>
          <p:nvPr/>
        </p:nvGrpSpPr>
        <p:grpSpPr>
          <a:xfrm>
            <a:off x="2100560" y="3398663"/>
            <a:ext cx="1102891" cy="760337"/>
            <a:chOff x="4967783" y="2151471"/>
            <a:chExt cx="3920692" cy="2702940"/>
          </a:xfrm>
        </p:grpSpPr>
        <p:grpSp>
          <p:nvGrpSpPr>
            <p:cNvPr id="7363" name="Google Shape;7363;p78"/>
            <p:cNvGrpSpPr/>
            <p:nvPr/>
          </p:nvGrpSpPr>
          <p:grpSpPr>
            <a:xfrm>
              <a:off x="5045709" y="2252109"/>
              <a:ext cx="3761071" cy="2501708"/>
              <a:chOff x="2691784" y="1805334"/>
              <a:chExt cx="3761071" cy="2501708"/>
            </a:xfrm>
          </p:grpSpPr>
          <p:sp>
            <p:nvSpPr>
              <p:cNvPr id="7364" name="Google Shape;7364;p7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78"/>
            <p:cNvGrpSpPr/>
            <p:nvPr/>
          </p:nvGrpSpPr>
          <p:grpSpPr>
            <a:xfrm>
              <a:off x="4967783" y="2151471"/>
              <a:ext cx="3920692" cy="2702940"/>
              <a:chOff x="2613858" y="1704696"/>
              <a:chExt cx="3920692" cy="2702940"/>
            </a:xfrm>
          </p:grpSpPr>
          <p:sp>
            <p:nvSpPr>
              <p:cNvPr id="7372" name="Google Shape;7372;p7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77" name="Google Shape;7377;p78"/>
          <p:cNvGrpSpPr/>
          <p:nvPr/>
        </p:nvGrpSpPr>
        <p:grpSpPr>
          <a:xfrm>
            <a:off x="3504468" y="1286940"/>
            <a:ext cx="1561911" cy="708580"/>
            <a:chOff x="3530532" y="1496185"/>
            <a:chExt cx="1561911" cy="708580"/>
          </a:xfrm>
        </p:grpSpPr>
        <p:grpSp>
          <p:nvGrpSpPr>
            <p:cNvPr id="7378" name="Google Shape;7378;p78"/>
            <p:cNvGrpSpPr/>
            <p:nvPr/>
          </p:nvGrpSpPr>
          <p:grpSpPr>
            <a:xfrm>
              <a:off x="3720318" y="1857562"/>
              <a:ext cx="1372125" cy="54"/>
              <a:chOff x="3720318" y="1857562"/>
              <a:chExt cx="1372125" cy="54"/>
            </a:xfrm>
          </p:grpSpPr>
          <p:cxnSp>
            <p:nvCxnSpPr>
              <p:cNvPr id="7379" name="Google Shape;7379;p78"/>
              <p:cNvCxnSpPr>
                <a:endCxn id="738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81" name="Google Shape;7381;p7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82" name="Google Shape;7382;p7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83" name="Google Shape;7383;p78"/>
              <p:cNvCxnSpPr>
                <a:stCxn id="738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384" name="Google Shape;7384;p78"/>
            <p:cNvGrpSpPr/>
            <p:nvPr/>
          </p:nvGrpSpPr>
          <p:grpSpPr>
            <a:xfrm>
              <a:off x="3567462" y="1496185"/>
              <a:ext cx="286500" cy="272914"/>
              <a:chOff x="3567462" y="1496185"/>
              <a:chExt cx="286500" cy="272914"/>
            </a:xfrm>
          </p:grpSpPr>
          <p:cxnSp>
            <p:nvCxnSpPr>
              <p:cNvPr id="7385" name="Google Shape;7385;p7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386" name="Google Shape;7386;p7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7" name="Google Shape;7387;p7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9" name="Google Shape;7389;p78"/>
            <p:cNvGrpSpPr/>
            <p:nvPr/>
          </p:nvGrpSpPr>
          <p:grpSpPr>
            <a:xfrm>
              <a:off x="3929014" y="1960574"/>
              <a:ext cx="286500" cy="242342"/>
              <a:chOff x="3929014" y="1960574"/>
              <a:chExt cx="286500" cy="242342"/>
            </a:xfrm>
          </p:grpSpPr>
          <p:cxnSp>
            <p:nvCxnSpPr>
              <p:cNvPr id="7390" name="Google Shape;7390;p7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391" name="Google Shape;7391;p7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2" name="Google Shape;7392;p78"/>
            <p:cNvGrpSpPr/>
            <p:nvPr/>
          </p:nvGrpSpPr>
          <p:grpSpPr>
            <a:xfrm>
              <a:off x="4290828" y="1496185"/>
              <a:ext cx="286500" cy="272914"/>
              <a:chOff x="4290828" y="1496185"/>
              <a:chExt cx="286500" cy="272914"/>
            </a:xfrm>
          </p:grpSpPr>
          <p:cxnSp>
            <p:nvCxnSpPr>
              <p:cNvPr id="7393" name="Google Shape;7393;p7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394" name="Google Shape;7394;p7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5" name="Google Shape;7395;p7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6" name="Google Shape;7396;p78"/>
            <p:cNvGrpSpPr/>
            <p:nvPr/>
          </p:nvGrpSpPr>
          <p:grpSpPr>
            <a:xfrm>
              <a:off x="4657726" y="1959674"/>
              <a:ext cx="286500" cy="245092"/>
              <a:chOff x="4657726" y="1959674"/>
              <a:chExt cx="286500" cy="245092"/>
            </a:xfrm>
          </p:grpSpPr>
          <p:cxnSp>
            <p:nvCxnSpPr>
              <p:cNvPr id="7397" name="Google Shape;7397;p7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398" name="Google Shape;7398;p7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99" name="Google Shape;7399;p78"/>
          <p:cNvGrpSpPr/>
          <p:nvPr/>
        </p:nvGrpSpPr>
        <p:grpSpPr>
          <a:xfrm>
            <a:off x="3486488" y="2149036"/>
            <a:ext cx="1597032" cy="378649"/>
            <a:chOff x="3512551" y="2358282"/>
            <a:chExt cx="1597032" cy="378649"/>
          </a:xfrm>
        </p:grpSpPr>
        <p:grpSp>
          <p:nvGrpSpPr>
            <p:cNvPr id="7400" name="Google Shape;7400;p78"/>
            <p:cNvGrpSpPr/>
            <p:nvPr/>
          </p:nvGrpSpPr>
          <p:grpSpPr>
            <a:xfrm>
              <a:off x="3738198" y="2553002"/>
              <a:ext cx="1145834" cy="117"/>
              <a:chOff x="3738198" y="2553002"/>
              <a:chExt cx="1145834" cy="117"/>
            </a:xfrm>
          </p:grpSpPr>
          <p:cxnSp>
            <p:nvCxnSpPr>
              <p:cNvPr id="7401" name="Google Shape;7401;p7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402" name="Google Shape;7402;p7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403" name="Google Shape;7403;p78"/>
              <p:cNvCxnSpPr>
                <a:stCxn id="7404" idx="6"/>
                <a:endCxn id="740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406" name="Google Shape;7406;p78"/>
            <p:cNvGrpSpPr/>
            <p:nvPr/>
          </p:nvGrpSpPr>
          <p:grpSpPr>
            <a:xfrm>
              <a:off x="3969644" y="2440153"/>
              <a:ext cx="225900" cy="296779"/>
              <a:chOff x="3969644" y="2440153"/>
              <a:chExt cx="225900" cy="296779"/>
            </a:xfrm>
          </p:grpSpPr>
          <p:cxnSp>
            <p:nvCxnSpPr>
              <p:cNvPr id="7407" name="Google Shape;7407;p7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405" name="Google Shape;7405;p7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78"/>
            <p:cNvGrpSpPr/>
            <p:nvPr/>
          </p:nvGrpSpPr>
          <p:grpSpPr>
            <a:xfrm>
              <a:off x="4426818" y="2358282"/>
              <a:ext cx="225600" cy="307471"/>
              <a:chOff x="4426818" y="2358282"/>
              <a:chExt cx="225600" cy="307471"/>
            </a:xfrm>
          </p:grpSpPr>
          <p:cxnSp>
            <p:nvCxnSpPr>
              <p:cNvPr id="7410" name="Google Shape;7410;p78"/>
              <p:cNvCxnSpPr>
                <a:stCxn id="741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412" name="Google Shape;7412;p7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3" name="Google Shape;7413;p78"/>
            <p:cNvGrpSpPr/>
            <p:nvPr/>
          </p:nvGrpSpPr>
          <p:grpSpPr>
            <a:xfrm>
              <a:off x="4883984" y="2440153"/>
              <a:ext cx="225600" cy="296479"/>
              <a:chOff x="4883984" y="2440153"/>
              <a:chExt cx="225600" cy="296479"/>
            </a:xfrm>
          </p:grpSpPr>
          <p:cxnSp>
            <p:nvCxnSpPr>
              <p:cNvPr id="7414" name="Google Shape;7414;p7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415" name="Google Shape;7415;p7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7" name="Google Shape;7417;p78"/>
            <p:cNvGrpSpPr/>
            <p:nvPr/>
          </p:nvGrpSpPr>
          <p:grpSpPr>
            <a:xfrm>
              <a:off x="3512551" y="2358356"/>
              <a:ext cx="225647" cy="307629"/>
              <a:chOff x="2182679" y="2005014"/>
              <a:chExt cx="792300" cy="1080158"/>
            </a:xfrm>
          </p:grpSpPr>
          <p:cxnSp>
            <p:nvCxnSpPr>
              <p:cNvPr id="7418" name="Google Shape;7418;p78"/>
              <p:cNvCxnSpPr>
                <a:stCxn id="741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404" name="Google Shape;7404;p7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20" name="Google Shape;7420;p78"/>
          <p:cNvGrpSpPr/>
          <p:nvPr/>
        </p:nvGrpSpPr>
        <p:grpSpPr>
          <a:xfrm>
            <a:off x="6846570" y="972834"/>
            <a:ext cx="1559809" cy="722610"/>
            <a:chOff x="634175" y="2986275"/>
            <a:chExt cx="3147949" cy="1458344"/>
          </a:xfrm>
        </p:grpSpPr>
        <p:cxnSp>
          <p:nvCxnSpPr>
            <p:cNvPr id="7421" name="Google Shape;7421;p78"/>
            <p:cNvCxnSpPr>
              <a:stCxn id="7422" idx="4"/>
              <a:endCxn id="742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424" name="Google Shape;7424;p78"/>
            <p:cNvCxnSpPr>
              <a:stCxn id="7423" idx="0"/>
              <a:endCxn id="742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426" name="Google Shape;7426;p78"/>
            <p:cNvCxnSpPr>
              <a:stCxn id="7425" idx="4"/>
              <a:endCxn id="742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428" name="Google Shape;7428;p78"/>
            <p:cNvCxnSpPr>
              <a:stCxn id="7427" idx="0"/>
              <a:endCxn id="742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429" name="Google Shape;7429;p7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5" name="Google Shape;7425;p7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2" name="Google Shape;7422;p7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7" name="Google Shape;7427;p7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3" name="Google Shape;7423;p7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430" name="Google Shape;7430;p78"/>
          <p:cNvGrpSpPr/>
          <p:nvPr/>
        </p:nvGrpSpPr>
        <p:grpSpPr>
          <a:xfrm>
            <a:off x="3500360" y="2682741"/>
            <a:ext cx="1570719" cy="294123"/>
            <a:chOff x="998425" y="1182125"/>
            <a:chExt cx="1065400" cy="199500"/>
          </a:xfrm>
        </p:grpSpPr>
        <p:sp>
          <p:nvSpPr>
            <p:cNvPr id="7431" name="Google Shape;7431;p7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78"/>
          <p:cNvGrpSpPr/>
          <p:nvPr/>
        </p:nvGrpSpPr>
        <p:grpSpPr>
          <a:xfrm>
            <a:off x="6843616" y="1800228"/>
            <a:ext cx="1565716" cy="366729"/>
            <a:chOff x="1247650" y="2075423"/>
            <a:chExt cx="6648477" cy="1557238"/>
          </a:xfrm>
        </p:grpSpPr>
        <p:sp>
          <p:nvSpPr>
            <p:cNvPr id="7437" name="Google Shape;7437;p7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78"/>
          <p:cNvGrpSpPr/>
          <p:nvPr/>
        </p:nvGrpSpPr>
        <p:grpSpPr>
          <a:xfrm>
            <a:off x="6827928" y="2949043"/>
            <a:ext cx="1597061" cy="663440"/>
            <a:chOff x="6796238" y="3158297"/>
            <a:chExt cx="1630319" cy="677257"/>
          </a:xfrm>
        </p:grpSpPr>
        <p:cxnSp>
          <p:nvCxnSpPr>
            <p:cNvPr id="7444" name="Google Shape;7444;p7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445" name="Google Shape;7445;p7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446" name="Google Shape;7446;p7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447" name="Google Shape;7447;p7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448" name="Google Shape;7448;p78"/>
            <p:cNvGrpSpPr/>
            <p:nvPr/>
          </p:nvGrpSpPr>
          <p:grpSpPr>
            <a:xfrm>
              <a:off x="6796238" y="3311904"/>
              <a:ext cx="1630319" cy="377697"/>
              <a:chOff x="6796238" y="3311904"/>
              <a:chExt cx="1630319" cy="377697"/>
            </a:xfrm>
          </p:grpSpPr>
          <p:sp>
            <p:nvSpPr>
              <p:cNvPr id="7449" name="Google Shape;7449;p7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2" name="Google Shape;7452;p78"/>
          <p:cNvGrpSpPr/>
          <p:nvPr/>
        </p:nvGrpSpPr>
        <p:grpSpPr>
          <a:xfrm>
            <a:off x="5349066" y="970435"/>
            <a:ext cx="1368606" cy="1593805"/>
            <a:chOff x="1839112" y="2209163"/>
            <a:chExt cx="1918159" cy="2233784"/>
          </a:xfrm>
        </p:grpSpPr>
        <p:sp>
          <p:nvSpPr>
            <p:cNvPr id="7453" name="Google Shape;7453;p7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56" name="Google Shape;7456;p78"/>
            <p:cNvCxnSpPr>
              <a:stCxn id="7453" idx="6"/>
              <a:endCxn id="745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457" name="Google Shape;7457;p78"/>
            <p:cNvCxnSpPr>
              <a:stCxn id="7454" idx="4"/>
              <a:endCxn id="745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459" name="Google Shape;7459;p78"/>
            <p:cNvCxnSpPr>
              <a:stCxn id="7458" idx="6"/>
              <a:endCxn id="745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460" name="Google Shape;7460;p78"/>
            <p:cNvCxnSpPr>
              <a:stCxn id="7455" idx="4"/>
              <a:endCxn id="746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458" name="Google Shape;7458;p7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63" name="Google Shape;7463;p78"/>
            <p:cNvCxnSpPr>
              <a:endCxn id="746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464" name="Google Shape;7464;p78"/>
          <p:cNvGrpSpPr/>
          <p:nvPr/>
        </p:nvGrpSpPr>
        <p:grpSpPr>
          <a:xfrm>
            <a:off x="3481439" y="976671"/>
            <a:ext cx="1637968" cy="154942"/>
            <a:chOff x="238125" y="2506075"/>
            <a:chExt cx="7115411" cy="673075"/>
          </a:xfrm>
        </p:grpSpPr>
        <p:sp>
          <p:nvSpPr>
            <p:cNvPr id="7465" name="Google Shape;7465;p7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0" name="Google Shape;7470;p78"/>
          <p:cNvGrpSpPr/>
          <p:nvPr/>
        </p:nvGrpSpPr>
        <p:grpSpPr>
          <a:xfrm>
            <a:off x="720124" y="1298269"/>
            <a:ext cx="2476762" cy="91743"/>
            <a:chOff x="1464850" y="436376"/>
            <a:chExt cx="6001362" cy="222300"/>
          </a:xfrm>
        </p:grpSpPr>
        <p:sp>
          <p:nvSpPr>
            <p:cNvPr id="7471" name="Google Shape;7471;p7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76" name="Google Shape;7476;p7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77" name="Google Shape;7477;p7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78" name="Google Shape;7478;p7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79" name="Google Shape;7479;p7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480" name="Google Shape;7480;p78"/>
          <p:cNvGrpSpPr/>
          <p:nvPr/>
        </p:nvGrpSpPr>
        <p:grpSpPr>
          <a:xfrm>
            <a:off x="706391" y="2533734"/>
            <a:ext cx="1452710" cy="651923"/>
            <a:chOff x="803162" y="2667727"/>
            <a:chExt cx="1411906" cy="633611"/>
          </a:xfrm>
        </p:grpSpPr>
        <p:cxnSp>
          <p:nvCxnSpPr>
            <p:cNvPr id="7481" name="Google Shape;7481;p78"/>
            <p:cNvCxnSpPr>
              <a:stCxn id="7482" idx="2"/>
              <a:endCxn id="748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84" name="Google Shape;7484;p78"/>
            <p:cNvCxnSpPr>
              <a:stCxn id="7485" idx="0"/>
              <a:endCxn id="748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86" name="Google Shape;7486;p78"/>
            <p:cNvCxnSpPr>
              <a:stCxn id="7485" idx="2"/>
              <a:endCxn id="748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88" name="Google Shape;7488;p78"/>
            <p:cNvCxnSpPr>
              <a:stCxn id="7489" idx="0"/>
              <a:endCxn id="748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90" name="Google Shape;7490;p78"/>
            <p:cNvCxnSpPr>
              <a:stCxn id="7483" idx="2"/>
              <a:endCxn id="749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92" name="Google Shape;7492;p78"/>
            <p:cNvCxnSpPr>
              <a:stCxn id="7493" idx="0"/>
              <a:endCxn id="748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489" name="Google Shape;7489;p7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7" name="Google Shape;7487;p7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93" name="Google Shape;7493;p7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91" name="Google Shape;7491;p7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3" name="Google Shape;7483;p7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5" name="Google Shape;7485;p7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2" name="Google Shape;7482;p7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494" name="Google Shape;7494;p78"/>
          <p:cNvGrpSpPr/>
          <p:nvPr/>
        </p:nvGrpSpPr>
        <p:grpSpPr>
          <a:xfrm>
            <a:off x="706393" y="969273"/>
            <a:ext cx="2518541" cy="209309"/>
            <a:chOff x="803163" y="1111966"/>
            <a:chExt cx="2447800" cy="203430"/>
          </a:xfrm>
        </p:grpSpPr>
        <p:grpSp>
          <p:nvGrpSpPr>
            <p:cNvPr id="7495" name="Google Shape;7495;p78"/>
            <p:cNvGrpSpPr/>
            <p:nvPr/>
          </p:nvGrpSpPr>
          <p:grpSpPr>
            <a:xfrm>
              <a:off x="1958180" y="1111966"/>
              <a:ext cx="588019" cy="121396"/>
              <a:chOff x="4808316" y="2800065"/>
              <a:chExt cx="1999386" cy="412910"/>
            </a:xfrm>
          </p:grpSpPr>
          <p:sp>
            <p:nvSpPr>
              <p:cNvPr id="7496" name="Google Shape;7496;p7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7" name="Google Shape;7497;p78"/>
              <p:cNvGrpSpPr/>
              <p:nvPr/>
            </p:nvGrpSpPr>
            <p:grpSpPr>
              <a:xfrm>
                <a:off x="4808316" y="2800065"/>
                <a:ext cx="92400" cy="411825"/>
                <a:chOff x="845575" y="2563700"/>
                <a:chExt cx="92400" cy="411825"/>
              </a:xfrm>
            </p:grpSpPr>
            <p:cxnSp>
              <p:nvCxnSpPr>
                <p:cNvPr id="7498" name="Google Shape;7498;p7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99" name="Google Shape;7499;p7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500" name="Google Shape;7500;p7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501" name="Google Shape;7501;p7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02" name="Google Shape;7502;p78"/>
            <p:cNvGrpSpPr/>
            <p:nvPr/>
          </p:nvGrpSpPr>
          <p:grpSpPr>
            <a:xfrm>
              <a:off x="803163" y="1111974"/>
              <a:ext cx="591158" cy="121545"/>
              <a:chOff x="803163" y="1111974"/>
              <a:chExt cx="591158" cy="121545"/>
            </a:xfrm>
          </p:grpSpPr>
          <p:grpSp>
            <p:nvGrpSpPr>
              <p:cNvPr id="7503" name="Google Shape;7503;p78"/>
              <p:cNvGrpSpPr/>
              <p:nvPr/>
            </p:nvGrpSpPr>
            <p:grpSpPr>
              <a:xfrm>
                <a:off x="803163" y="1111974"/>
                <a:ext cx="27175" cy="121077"/>
                <a:chOff x="845575" y="2563700"/>
                <a:chExt cx="92400" cy="411825"/>
              </a:xfrm>
            </p:grpSpPr>
            <p:cxnSp>
              <p:nvCxnSpPr>
                <p:cNvPr id="7504" name="Google Shape;7504;p7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05" name="Google Shape;7505;p7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06" name="Google Shape;7506;p7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7" name="Google Shape;7507;p78"/>
            <p:cNvGrpSpPr/>
            <p:nvPr/>
          </p:nvGrpSpPr>
          <p:grpSpPr>
            <a:xfrm>
              <a:off x="1381910" y="1194219"/>
              <a:ext cx="588341" cy="121177"/>
              <a:chOff x="1381910" y="1194219"/>
              <a:chExt cx="588341" cy="121177"/>
            </a:xfrm>
          </p:grpSpPr>
          <p:grpSp>
            <p:nvGrpSpPr>
              <p:cNvPr id="7508" name="Google Shape;7508;p78"/>
              <p:cNvGrpSpPr/>
              <p:nvPr/>
            </p:nvGrpSpPr>
            <p:grpSpPr>
              <a:xfrm rot="10800000">
                <a:off x="1381910" y="1194319"/>
                <a:ext cx="27175" cy="121077"/>
                <a:chOff x="2070100" y="2563700"/>
                <a:chExt cx="92400" cy="411825"/>
              </a:xfrm>
            </p:grpSpPr>
            <p:cxnSp>
              <p:nvCxnSpPr>
                <p:cNvPr id="7509" name="Google Shape;7509;p7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10" name="Google Shape;7510;p7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1" name="Google Shape;7511;p7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2" name="Google Shape;7512;p78"/>
            <p:cNvGrpSpPr/>
            <p:nvPr/>
          </p:nvGrpSpPr>
          <p:grpSpPr>
            <a:xfrm>
              <a:off x="2532079" y="1194219"/>
              <a:ext cx="704927" cy="121177"/>
              <a:chOff x="2532079" y="1194219"/>
              <a:chExt cx="704927" cy="121177"/>
            </a:xfrm>
          </p:grpSpPr>
          <p:grpSp>
            <p:nvGrpSpPr>
              <p:cNvPr id="7513" name="Google Shape;7513;p78"/>
              <p:cNvGrpSpPr/>
              <p:nvPr/>
            </p:nvGrpSpPr>
            <p:grpSpPr>
              <a:xfrm rot="10800000">
                <a:off x="2532079" y="1194319"/>
                <a:ext cx="27175" cy="121077"/>
                <a:chOff x="2070100" y="2563700"/>
                <a:chExt cx="92400" cy="411825"/>
              </a:xfrm>
            </p:grpSpPr>
            <p:cxnSp>
              <p:nvCxnSpPr>
                <p:cNvPr id="7514" name="Google Shape;7514;p7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15" name="Google Shape;7515;p7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6" name="Google Shape;7516;p7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17" name="Google Shape;7517;p78"/>
          <p:cNvGrpSpPr/>
          <p:nvPr/>
        </p:nvGrpSpPr>
        <p:grpSpPr>
          <a:xfrm>
            <a:off x="3499403" y="3665904"/>
            <a:ext cx="1567778" cy="491677"/>
            <a:chOff x="5194708" y="3484366"/>
            <a:chExt cx="3148148" cy="987304"/>
          </a:xfrm>
        </p:grpSpPr>
        <p:grpSp>
          <p:nvGrpSpPr>
            <p:cNvPr id="7518" name="Google Shape;7518;p78"/>
            <p:cNvGrpSpPr/>
            <p:nvPr/>
          </p:nvGrpSpPr>
          <p:grpSpPr>
            <a:xfrm>
              <a:off x="7531521" y="3484366"/>
              <a:ext cx="811335" cy="987304"/>
              <a:chOff x="3379425" y="1617275"/>
              <a:chExt cx="1090650" cy="1327200"/>
            </a:xfrm>
          </p:grpSpPr>
          <p:sp>
            <p:nvSpPr>
              <p:cNvPr id="7519" name="Google Shape;7519;p7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2" name="Google Shape;7522;p78"/>
            <p:cNvGrpSpPr/>
            <p:nvPr/>
          </p:nvGrpSpPr>
          <p:grpSpPr>
            <a:xfrm>
              <a:off x="6752546" y="3484366"/>
              <a:ext cx="811428" cy="987304"/>
              <a:chOff x="2332275" y="1617275"/>
              <a:chExt cx="1090775" cy="1327200"/>
            </a:xfrm>
          </p:grpSpPr>
          <p:sp>
            <p:nvSpPr>
              <p:cNvPr id="7523" name="Google Shape;7523;p7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78"/>
            <p:cNvGrpSpPr/>
            <p:nvPr/>
          </p:nvGrpSpPr>
          <p:grpSpPr>
            <a:xfrm>
              <a:off x="5973664" y="3484366"/>
              <a:ext cx="811335" cy="987304"/>
              <a:chOff x="1285250" y="1617275"/>
              <a:chExt cx="1090650" cy="1327200"/>
            </a:xfrm>
          </p:grpSpPr>
          <p:sp>
            <p:nvSpPr>
              <p:cNvPr id="7527" name="Google Shape;7527;p7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0" name="Google Shape;7530;p78"/>
            <p:cNvGrpSpPr/>
            <p:nvPr/>
          </p:nvGrpSpPr>
          <p:grpSpPr>
            <a:xfrm>
              <a:off x="5194708" y="3484366"/>
              <a:ext cx="811409" cy="987304"/>
              <a:chOff x="238125" y="1617275"/>
              <a:chExt cx="1090750" cy="1327200"/>
            </a:xfrm>
          </p:grpSpPr>
          <p:sp>
            <p:nvSpPr>
              <p:cNvPr id="7531" name="Google Shape;7531;p7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34" name="Google Shape;7534;p78"/>
          <p:cNvGrpSpPr/>
          <p:nvPr/>
        </p:nvGrpSpPr>
        <p:grpSpPr>
          <a:xfrm>
            <a:off x="3460012" y="3146315"/>
            <a:ext cx="1616964" cy="346256"/>
            <a:chOff x="1808063" y="4294338"/>
            <a:chExt cx="3370782" cy="721817"/>
          </a:xfrm>
        </p:grpSpPr>
        <p:sp>
          <p:nvSpPr>
            <p:cNvPr id="7535" name="Google Shape;7535;p7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5" name="Google Shape;7545;p78"/>
          <p:cNvGrpSpPr/>
          <p:nvPr/>
        </p:nvGrpSpPr>
        <p:grpSpPr>
          <a:xfrm>
            <a:off x="738224" y="3432344"/>
            <a:ext cx="1295882" cy="646587"/>
            <a:chOff x="834100" y="3642869"/>
            <a:chExt cx="1259483" cy="628426"/>
          </a:xfrm>
        </p:grpSpPr>
        <p:sp>
          <p:nvSpPr>
            <p:cNvPr id="7546" name="Google Shape;7546;p7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1" name="Google Shape;7571;p78"/>
            <p:cNvGrpSpPr/>
            <p:nvPr/>
          </p:nvGrpSpPr>
          <p:grpSpPr>
            <a:xfrm>
              <a:off x="1360364" y="3847835"/>
              <a:ext cx="208119" cy="224359"/>
              <a:chOff x="1360769" y="3847100"/>
              <a:chExt cx="208119" cy="224359"/>
            </a:xfrm>
          </p:grpSpPr>
          <p:sp>
            <p:nvSpPr>
              <p:cNvPr id="7572" name="Google Shape;7572;p7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2" name="Google Shape;7592;p7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78"/>
          <p:cNvGrpSpPr/>
          <p:nvPr/>
        </p:nvGrpSpPr>
        <p:grpSpPr>
          <a:xfrm rot="5400000">
            <a:off x="5951337" y="3228841"/>
            <a:ext cx="164064" cy="1414916"/>
            <a:chOff x="4428249" y="1369375"/>
            <a:chExt cx="36905" cy="429569"/>
          </a:xfrm>
        </p:grpSpPr>
        <p:sp>
          <p:nvSpPr>
            <p:cNvPr id="7607" name="Google Shape;7607;p7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9" name="Google Shape;7639;p78"/>
          <p:cNvGrpSpPr/>
          <p:nvPr/>
        </p:nvGrpSpPr>
        <p:grpSpPr>
          <a:xfrm rot="10800000" flipH="1">
            <a:off x="5323766" y="2817385"/>
            <a:ext cx="1419207" cy="24808"/>
            <a:chOff x="219558" y="4738465"/>
            <a:chExt cx="5852400" cy="102300"/>
          </a:xfrm>
        </p:grpSpPr>
        <p:cxnSp>
          <p:nvCxnSpPr>
            <p:cNvPr id="7640" name="Google Shape;7640;p7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641" name="Google Shape;7641;p7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6" name="Google Shape;7646;p78"/>
          <p:cNvGrpSpPr/>
          <p:nvPr/>
        </p:nvGrpSpPr>
        <p:grpSpPr>
          <a:xfrm>
            <a:off x="5335084" y="3190448"/>
            <a:ext cx="1396570" cy="385016"/>
            <a:chOff x="5286284" y="2966544"/>
            <a:chExt cx="1396570" cy="385016"/>
          </a:xfrm>
        </p:grpSpPr>
        <p:cxnSp>
          <p:nvCxnSpPr>
            <p:cNvPr id="7647" name="Google Shape;7647;p7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648" name="Google Shape;7648;p7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649" name="Google Shape;7649;p78"/>
            <p:cNvGrpSpPr/>
            <p:nvPr/>
          </p:nvGrpSpPr>
          <p:grpSpPr>
            <a:xfrm>
              <a:off x="5287688" y="3173364"/>
              <a:ext cx="1395166" cy="74100"/>
              <a:chOff x="5287688" y="3173364"/>
              <a:chExt cx="1395166" cy="74100"/>
            </a:xfrm>
          </p:grpSpPr>
          <p:cxnSp>
            <p:nvCxnSpPr>
              <p:cNvPr id="7650" name="Google Shape;7650;p7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651" name="Google Shape;7651;p7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652" name="Google Shape;7652;p7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3" name="Google Shape;7653;p7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4" name="Google Shape;7654;p7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5" name="Google Shape;7655;p7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6" name="Google Shape;7656;p7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7" name="Google Shape;7657;p7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658" name="Google Shape;7658;p7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659" name="Google Shape;7659;p78"/>
          <p:cNvGrpSpPr/>
          <p:nvPr/>
        </p:nvGrpSpPr>
        <p:grpSpPr>
          <a:xfrm>
            <a:off x="2021150" y="1609224"/>
            <a:ext cx="1182276" cy="662027"/>
            <a:chOff x="2029517" y="1732295"/>
            <a:chExt cx="1149068" cy="643432"/>
          </a:xfrm>
        </p:grpSpPr>
        <p:grpSp>
          <p:nvGrpSpPr>
            <p:cNvPr id="7660" name="Google Shape;7660;p78"/>
            <p:cNvGrpSpPr/>
            <p:nvPr/>
          </p:nvGrpSpPr>
          <p:grpSpPr>
            <a:xfrm>
              <a:off x="2708660" y="1746937"/>
              <a:ext cx="455427" cy="244429"/>
              <a:chOff x="2700693" y="1746937"/>
              <a:chExt cx="455427" cy="244429"/>
            </a:xfrm>
          </p:grpSpPr>
          <p:grpSp>
            <p:nvGrpSpPr>
              <p:cNvPr id="7661" name="Google Shape;7661;p78"/>
              <p:cNvGrpSpPr/>
              <p:nvPr/>
            </p:nvGrpSpPr>
            <p:grpSpPr>
              <a:xfrm>
                <a:off x="2905682" y="1782817"/>
                <a:ext cx="250438" cy="208549"/>
                <a:chOff x="2905682" y="1782817"/>
                <a:chExt cx="250438" cy="208549"/>
              </a:xfrm>
            </p:grpSpPr>
            <p:cxnSp>
              <p:nvCxnSpPr>
                <p:cNvPr id="7662" name="Google Shape;7662;p7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63" name="Google Shape;7663;p7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78"/>
              <p:cNvGrpSpPr/>
              <p:nvPr/>
            </p:nvGrpSpPr>
            <p:grpSpPr>
              <a:xfrm>
                <a:off x="2700693" y="1746937"/>
                <a:ext cx="449967" cy="72374"/>
                <a:chOff x="2700693" y="1746937"/>
                <a:chExt cx="449967" cy="72374"/>
              </a:xfrm>
            </p:grpSpPr>
            <p:cxnSp>
              <p:nvCxnSpPr>
                <p:cNvPr id="7665" name="Google Shape;7665;p7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66" name="Google Shape;7666;p7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7" name="Google Shape;7667;p78"/>
            <p:cNvGrpSpPr/>
            <p:nvPr/>
          </p:nvGrpSpPr>
          <p:grpSpPr>
            <a:xfrm>
              <a:off x="2029517" y="1732295"/>
              <a:ext cx="1149068" cy="643432"/>
              <a:chOff x="2029517" y="1732295"/>
              <a:chExt cx="1149068" cy="643432"/>
            </a:xfrm>
          </p:grpSpPr>
          <p:grpSp>
            <p:nvGrpSpPr>
              <p:cNvPr id="7668" name="Google Shape;7668;p78"/>
              <p:cNvGrpSpPr/>
              <p:nvPr/>
            </p:nvGrpSpPr>
            <p:grpSpPr>
              <a:xfrm>
                <a:off x="2703618" y="2103152"/>
                <a:ext cx="474966" cy="260017"/>
                <a:chOff x="2703618" y="2103152"/>
                <a:chExt cx="474966" cy="260017"/>
              </a:xfrm>
            </p:grpSpPr>
            <p:grpSp>
              <p:nvGrpSpPr>
                <p:cNvPr id="7669" name="Google Shape;7669;p78"/>
                <p:cNvGrpSpPr/>
                <p:nvPr/>
              </p:nvGrpSpPr>
              <p:grpSpPr>
                <a:xfrm>
                  <a:off x="2703618" y="2290640"/>
                  <a:ext cx="450291" cy="72529"/>
                  <a:chOff x="2703618" y="2290640"/>
                  <a:chExt cx="450291" cy="72529"/>
                </a:xfrm>
              </p:grpSpPr>
              <p:cxnSp>
                <p:nvCxnSpPr>
                  <p:cNvPr id="7670" name="Google Shape;7670;p7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71" name="Google Shape;7671;p7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2" name="Google Shape;7672;p78"/>
                <p:cNvGrpSpPr/>
                <p:nvPr/>
              </p:nvGrpSpPr>
              <p:grpSpPr>
                <a:xfrm>
                  <a:off x="2908607" y="2103152"/>
                  <a:ext cx="269977" cy="223538"/>
                  <a:chOff x="2908607" y="2103152"/>
                  <a:chExt cx="269977" cy="223538"/>
                </a:xfrm>
              </p:grpSpPr>
              <p:cxnSp>
                <p:nvCxnSpPr>
                  <p:cNvPr id="7673" name="Google Shape;7673;p7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74" name="Google Shape;7674;p7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75" name="Google Shape;7675;p78"/>
              <p:cNvGrpSpPr/>
              <p:nvPr/>
            </p:nvGrpSpPr>
            <p:grpSpPr>
              <a:xfrm>
                <a:off x="2029517" y="1732295"/>
                <a:ext cx="685827" cy="643432"/>
                <a:chOff x="2029517" y="1732295"/>
                <a:chExt cx="685827" cy="643432"/>
              </a:xfrm>
            </p:grpSpPr>
            <p:sp>
              <p:nvSpPr>
                <p:cNvPr id="7676" name="Google Shape;7676;p7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7" name="Google Shape;7677;p78"/>
                <p:cNvGrpSpPr/>
                <p:nvPr/>
              </p:nvGrpSpPr>
              <p:grpSpPr>
                <a:xfrm>
                  <a:off x="2158948" y="1732295"/>
                  <a:ext cx="556396" cy="333108"/>
                  <a:chOff x="2158948" y="1732295"/>
                  <a:chExt cx="556396" cy="333108"/>
                </a:xfrm>
              </p:grpSpPr>
              <p:cxnSp>
                <p:nvCxnSpPr>
                  <p:cNvPr id="7678" name="Google Shape;7678;p7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679" name="Google Shape;7679;p7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0" name="Google Shape;7680;p78"/>
                <p:cNvGrpSpPr/>
                <p:nvPr/>
              </p:nvGrpSpPr>
              <p:grpSpPr>
                <a:xfrm>
                  <a:off x="2159908" y="2065057"/>
                  <a:ext cx="550884" cy="310670"/>
                  <a:chOff x="2159908" y="2065057"/>
                  <a:chExt cx="550884" cy="310670"/>
                </a:xfrm>
              </p:grpSpPr>
              <p:cxnSp>
                <p:nvCxnSpPr>
                  <p:cNvPr id="7681" name="Google Shape;7681;p7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682" name="Google Shape;7682;p7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683" name="Google Shape;7683;p78"/>
          <p:cNvGrpSpPr/>
          <p:nvPr/>
        </p:nvGrpSpPr>
        <p:grpSpPr>
          <a:xfrm>
            <a:off x="706399" y="1556837"/>
            <a:ext cx="962651" cy="810058"/>
            <a:chOff x="844912" y="1681380"/>
            <a:chExt cx="935611" cy="787305"/>
          </a:xfrm>
        </p:grpSpPr>
        <p:grpSp>
          <p:nvGrpSpPr>
            <p:cNvPr id="7684" name="Google Shape;7684;p78"/>
            <p:cNvGrpSpPr/>
            <p:nvPr/>
          </p:nvGrpSpPr>
          <p:grpSpPr>
            <a:xfrm>
              <a:off x="844912" y="1819635"/>
              <a:ext cx="329836" cy="510016"/>
              <a:chOff x="844912" y="1819635"/>
              <a:chExt cx="329836" cy="510016"/>
            </a:xfrm>
          </p:grpSpPr>
          <p:sp>
            <p:nvSpPr>
              <p:cNvPr id="7685" name="Google Shape;7685;p7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78"/>
            <p:cNvGrpSpPr/>
            <p:nvPr/>
          </p:nvGrpSpPr>
          <p:grpSpPr>
            <a:xfrm>
              <a:off x="1284601" y="2158168"/>
              <a:ext cx="495923" cy="310517"/>
              <a:chOff x="1284601" y="2158168"/>
              <a:chExt cx="495923" cy="310517"/>
            </a:xfrm>
          </p:grpSpPr>
          <p:sp>
            <p:nvSpPr>
              <p:cNvPr id="7692" name="Google Shape;7692;p7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3" name="Google Shape;7693;p78"/>
              <p:cNvGrpSpPr/>
              <p:nvPr/>
            </p:nvGrpSpPr>
            <p:grpSpPr>
              <a:xfrm>
                <a:off x="1507666" y="2158168"/>
                <a:ext cx="272858" cy="310517"/>
                <a:chOff x="1507666" y="2158168"/>
                <a:chExt cx="272858" cy="310517"/>
              </a:xfrm>
            </p:grpSpPr>
            <p:grpSp>
              <p:nvGrpSpPr>
                <p:cNvPr id="7694" name="Google Shape;7694;p78"/>
                <p:cNvGrpSpPr/>
                <p:nvPr/>
              </p:nvGrpSpPr>
              <p:grpSpPr>
                <a:xfrm>
                  <a:off x="1507666" y="2176104"/>
                  <a:ext cx="166395" cy="273149"/>
                  <a:chOff x="1507666" y="2176104"/>
                  <a:chExt cx="166395" cy="273149"/>
                </a:xfrm>
              </p:grpSpPr>
              <p:sp>
                <p:nvSpPr>
                  <p:cNvPr id="7695" name="Google Shape;7695;p7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2" name="Google Shape;7702;p7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04" name="Google Shape;7704;p78"/>
            <p:cNvGrpSpPr/>
            <p:nvPr/>
          </p:nvGrpSpPr>
          <p:grpSpPr>
            <a:xfrm>
              <a:off x="1284601" y="1681380"/>
              <a:ext cx="495923" cy="310517"/>
              <a:chOff x="1284601" y="1681380"/>
              <a:chExt cx="495923" cy="310517"/>
            </a:xfrm>
          </p:grpSpPr>
          <p:sp>
            <p:nvSpPr>
              <p:cNvPr id="7705" name="Google Shape;7705;p7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6" name="Google Shape;7706;p78"/>
              <p:cNvGrpSpPr/>
              <p:nvPr/>
            </p:nvGrpSpPr>
            <p:grpSpPr>
              <a:xfrm>
                <a:off x="1507666" y="1681380"/>
                <a:ext cx="272858" cy="310517"/>
                <a:chOff x="1507666" y="1681380"/>
                <a:chExt cx="272858" cy="310517"/>
              </a:xfrm>
            </p:grpSpPr>
            <p:grpSp>
              <p:nvGrpSpPr>
                <p:cNvPr id="7707" name="Google Shape;7707;p78"/>
                <p:cNvGrpSpPr/>
                <p:nvPr/>
              </p:nvGrpSpPr>
              <p:grpSpPr>
                <a:xfrm>
                  <a:off x="1507666" y="1700120"/>
                  <a:ext cx="166395" cy="272984"/>
                  <a:chOff x="1507666" y="1700120"/>
                  <a:chExt cx="166395" cy="272984"/>
                </a:xfrm>
              </p:grpSpPr>
              <p:sp>
                <p:nvSpPr>
                  <p:cNvPr id="7708" name="Google Shape;7708;p7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15" name="Google Shape;7715;p7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17" name="Google Shape;7717;p78"/>
          <p:cNvGrpSpPr/>
          <p:nvPr/>
        </p:nvGrpSpPr>
        <p:grpSpPr>
          <a:xfrm>
            <a:off x="6815339" y="2324267"/>
            <a:ext cx="1622269" cy="552443"/>
            <a:chOff x="6894650" y="2574740"/>
            <a:chExt cx="1445100" cy="492111"/>
          </a:xfrm>
        </p:grpSpPr>
        <p:sp>
          <p:nvSpPr>
            <p:cNvPr id="7718" name="Google Shape;7718;p7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23" name="Google Shape;7723;p7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724" name="Google Shape;7724;p78"/>
          <p:cNvGrpSpPr/>
          <p:nvPr/>
        </p:nvGrpSpPr>
        <p:grpSpPr>
          <a:xfrm>
            <a:off x="6834882" y="3698522"/>
            <a:ext cx="1583206" cy="475705"/>
            <a:chOff x="6953919" y="3907920"/>
            <a:chExt cx="1377300" cy="475705"/>
          </a:xfrm>
        </p:grpSpPr>
        <p:cxnSp>
          <p:nvCxnSpPr>
            <p:cNvPr id="7725" name="Google Shape;7725;p7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726" name="Google Shape;7726;p7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727" name="Google Shape;7727;p7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728" name="Google Shape;7728;p7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729" name="Google Shape;7729;p7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730" name="Google Shape;7730;p78"/>
          <p:cNvGrpSpPr/>
          <p:nvPr/>
        </p:nvGrpSpPr>
        <p:grpSpPr>
          <a:xfrm>
            <a:off x="2338470" y="2459668"/>
            <a:ext cx="836286" cy="824529"/>
            <a:chOff x="2389399" y="2595741"/>
            <a:chExt cx="812796" cy="801369"/>
          </a:xfrm>
        </p:grpSpPr>
        <p:grpSp>
          <p:nvGrpSpPr>
            <p:cNvPr id="7731" name="Google Shape;7731;p78"/>
            <p:cNvGrpSpPr/>
            <p:nvPr/>
          </p:nvGrpSpPr>
          <p:grpSpPr>
            <a:xfrm>
              <a:off x="2492145" y="2881565"/>
              <a:ext cx="607300" cy="229751"/>
              <a:chOff x="2492145" y="2881565"/>
              <a:chExt cx="607300" cy="229751"/>
            </a:xfrm>
          </p:grpSpPr>
          <p:sp>
            <p:nvSpPr>
              <p:cNvPr id="7732" name="Google Shape;7732;p7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5" name="Google Shape;7735;p78"/>
            <p:cNvGrpSpPr/>
            <p:nvPr/>
          </p:nvGrpSpPr>
          <p:grpSpPr>
            <a:xfrm>
              <a:off x="2389399" y="2595741"/>
              <a:ext cx="812796" cy="296825"/>
              <a:chOff x="2389399" y="2595741"/>
              <a:chExt cx="812796" cy="296825"/>
            </a:xfrm>
          </p:grpSpPr>
          <p:grpSp>
            <p:nvGrpSpPr>
              <p:cNvPr id="7736" name="Google Shape;7736;p78"/>
              <p:cNvGrpSpPr/>
              <p:nvPr/>
            </p:nvGrpSpPr>
            <p:grpSpPr>
              <a:xfrm>
                <a:off x="2389399" y="2595741"/>
                <a:ext cx="363638" cy="296825"/>
                <a:chOff x="2389399" y="2595741"/>
                <a:chExt cx="363638" cy="296825"/>
              </a:xfrm>
            </p:grpSpPr>
            <p:grpSp>
              <p:nvGrpSpPr>
                <p:cNvPr id="7737" name="Google Shape;7737;p78"/>
                <p:cNvGrpSpPr/>
                <p:nvPr/>
              </p:nvGrpSpPr>
              <p:grpSpPr>
                <a:xfrm>
                  <a:off x="2493852" y="2794333"/>
                  <a:ext cx="259185" cy="98232"/>
                  <a:chOff x="2493852" y="2794333"/>
                  <a:chExt cx="259185" cy="98232"/>
                </a:xfrm>
              </p:grpSpPr>
              <p:sp>
                <p:nvSpPr>
                  <p:cNvPr id="7738" name="Google Shape;7738;p7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78"/>
                <p:cNvGrpSpPr/>
                <p:nvPr/>
              </p:nvGrpSpPr>
              <p:grpSpPr>
                <a:xfrm>
                  <a:off x="2389399" y="2595741"/>
                  <a:ext cx="224343" cy="182054"/>
                  <a:chOff x="2389399" y="2595741"/>
                  <a:chExt cx="224343" cy="182054"/>
                </a:xfrm>
              </p:grpSpPr>
              <p:sp>
                <p:nvSpPr>
                  <p:cNvPr id="7742" name="Google Shape;7742;p7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4" name="Google Shape;7744;p78"/>
              <p:cNvGrpSpPr/>
              <p:nvPr/>
            </p:nvGrpSpPr>
            <p:grpSpPr>
              <a:xfrm>
                <a:off x="2683630" y="2595741"/>
                <a:ext cx="224334" cy="296825"/>
                <a:chOff x="2683630" y="2595741"/>
                <a:chExt cx="224334" cy="296825"/>
              </a:xfrm>
            </p:grpSpPr>
            <p:grpSp>
              <p:nvGrpSpPr>
                <p:cNvPr id="7745" name="Google Shape;7745;p78"/>
                <p:cNvGrpSpPr/>
                <p:nvPr/>
              </p:nvGrpSpPr>
              <p:grpSpPr>
                <a:xfrm>
                  <a:off x="2788083" y="2794333"/>
                  <a:ext cx="15356" cy="98232"/>
                  <a:chOff x="2788083" y="2794333"/>
                  <a:chExt cx="15356" cy="98232"/>
                </a:xfrm>
              </p:grpSpPr>
              <p:sp>
                <p:nvSpPr>
                  <p:cNvPr id="7746" name="Google Shape;7746;p7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9" name="Google Shape;7749;p78"/>
                <p:cNvGrpSpPr/>
                <p:nvPr/>
              </p:nvGrpSpPr>
              <p:grpSpPr>
                <a:xfrm>
                  <a:off x="2683630" y="2595741"/>
                  <a:ext cx="224334" cy="182054"/>
                  <a:chOff x="2683630" y="2595741"/>
                  <a:chExt cx="224334" cy="182054"/>
                </a:xfrm>
              </p:grpSpPr>
              <p:sp>
                <p:nvSpPr>
                  <p:cNvPr id="7750" name="Google Shape;7750;p7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52" name="Google Shape;7752;p78"/>
              <p:cNvGrpSpPr/>
              <p:nvPr/>
            </p:nvGrpSpPr>
            <p:grpSpPr>
              <a:xfrm>
                <a:off x="2838475" y="2595741"/>
                <a:ext cx="363719" cy="296825"/>
                <a:chOff x="2838475" y="2595741"/>
                <a:chExt cx="363719" cy="296825"/>
              </a:xfrm>
            </p:grpSpPr>
            <p:grpSp>
              <p:nvGrpSpPr>
                <p:cNvPr id="7753" name="Google Shape;7753;p78"/>
                <p:cNvGrpSpPr/>
                <p:nvPr/>
              </p:nvGrpSpPr>
              <p:grpSpPr>
                <a:xfrm>
                  <a:off x="2838475" y="2794333"/>
                  <a:ext cx="259185" cy="98232"/>
                  <a:chOff x="2838475" y="2794333"/>
                  <a:chExt cx="259185" cy="98232"/>
                </a:xfrm>
              </p:grpSpPr>
              <p:sp>
                <p:nvSpPr>
                  <p:cNvPr id="7754" name="Google Shape;7754;p7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7" name="Google Shape;7757;p78"/>
                <p:cNvGrpSpPr/>
                <p:nvPr/>
              </p:nvGrpSpPr>
              <p:grpSpPr>
                <a:xfrm>
                  <a:off x="2977852" y="2595741"/>
                  <a:ext cx="224343" cy="182054"/>
                  <a:chOff x="2977852" y="2595741"/>
                  <a:chExt cx="224343" cy="182054"/>
                </a:xfrm>
              </p:grpSpPr>
              <p:sp>
                <p:nvSpPr>
                  <p:cNvPr id="7758" name="Google Shape;7758;p7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60" name="Google Shape;7760;p78"/>
            <p:cNvGrpSpPr/>
            <p:nvPr/>
          </p:nvGrpSpPr>
          <p:grpSpPr>
            <a:xfrm>
              <a:off x="2389399" y="3100241"/>
              <a:ext cx="812796" cy="296869"/>
              <a:chOff x="2389399" y="3100241"/>
              <a:chExt cx="812796" cy="296869"/>
            </a:xfrm>
          </p:grpSpPr>
          <p:grpSp>
            <p:nvGrpSpPr>
              <p:cNvPr id="7761" name="Google Shape;7761;p78"/>
              <p:cNvGrpSpPr/>
              <p:nvPr/>
            </p:nvGrpSpPr>
            <p:grpSpPr>
              <a:xfrm>
                <a:off x="2683630" y="3100241"/>
                <a:ext cx="224334" cy="296869"/>
                <a:chOff x="2683630" y="3100241"/>
                <a:chExt cx="224334" cy="296869"/>
              </a:xfrm>
            </p:grpSpPr>
            <p:grpSp>
              <p:nvGrpSpPr>
                <p:cNvPr id="7762" name="Google Shape;7762;p78"/>
                <p:cNvGrpSpPr/>
                <p:nvPr/>
              </p:nvGrpSpPr>
              <p:grpSpPr>
                <a:xfrm>
                  <a:off x="2788083" y="3100241"/>
                  <a:ext cx="15356" cy="98237"/>
                  <a:chOff x="2788083" y="3100241"/>
                  <a:chExt cx="15356" cy="98237"/>
                </a:xfrm>
              </p:grpSpPr>
              <p:sp>
                <p:nvSpPr>
                  <p:cNvPr id="7763" name="Google Shape;7763;p7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6" name="Google Shape;7766;p78"/>
                <p:cNvGrpSpPr/>
                <p:nvPr/>
              </p:nvGrpSpPr>
              <p:grpSpPr>
                <a:xfrm>
                  <a:off x="2683630" y="3215065"/>
                  <a:ext cx="224334" cy="182045"/>
                  <a:chOff x="2683630" y="3215065"/>
                  <a:chExt cx="224334" cy="182045"/>
                </a:xfrm>
              </p:grpSpPr>
              <p:sp>
                <p:nvSpPr>
                  <p:cNvPr id="7767" name="Google Shape;7767;p7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9" name="Google Shape;7769;p78"/>
              <p:cNvGrpSpPr/>
              <p:nvPr/>
            </p:nvGrpSpPr>
            <p:grpSpPr>
              <a:xfrm>
                <a:off x="2389399" y="3100241"/>
                <a:ext cx="363638" cy="296869"/>
                <a:chOff x="2389399" y="3100241"/>
                <a:chExt cx="363638" cy="296869"/>
              </a:xfrm>
            </p:grpSpPr>
            <p:grpSp>
              <p:nvGrpSpPr>
                <p:cNvPr id="7770" name="Google Shape;7770;p78"/>
                <p:cNvGrpSpPr/>
                <p:nvPr/>
              </p:nvGrpSpPr>
              <p:grpSpPr>
                <a:xfrm>
                  <a:off x="2493852" y="3100241"/>
                  <a:ext cx="259185" cy="98237"/>
                  <a:chOff x="2493852" y="3100241"/>
                  <a:chExt cx="259185" cy="98237"/>
                </a:xfrm>
              </p:grpSpPr>
              <p:sp>
                <p:nvSpPr>
                  <p:cNvPr id="7771" name="Google Shape;7771;p7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4" name="Google Shape;7774;p78"/>
                <p:cNvGrpSpPr/>
                <p:nvPr/>
              </p:nvGrpSpPr>
              <p:grpSpPr>
                <a:xfrm>
                  <a:off x="2389399" y="3215065"/>
                  <a:ext cx="224343" cy="182045"/>
                  <a:chOff x="2389399" y="3215065"/>
                  <a:chExt cx="224343" cy="182045"/>
                </a:xfrm>
              </p:grpSpPr>
              <p:sp>
                <p:nvSpPr>
                  <p:cNvPr id="7775" name="Google Shape;7775;p7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77" name="Google Shape;7777;p78"/>
              <p:cNvGrpSpPr/>
              <p:nvPr/>
            </p:nvGrpSpPr>
            <p:grpSpPr>
              <a:xfrm>
                <a:off x="2838475" y="3100241"/>
                <a:ext cx="363719" cy="296869"/>
                <a:chOff x="2838475" y="3100241"/>
                <a:chExt cx="363719" cy="296869"/>
              </a:xfrm>
            </p:grpSpPr>
            <p:grpSp>
              <p:nvGrpSpPr>
                <p:cNvPr id="7778" name="Google Shape;7778;p78"/>
                <p:cNvGrpSpPr/>
                <p:nvPr/>
              </p:nvGrpSpPr>
              <p:grpSpPr>
                <a:xfrm>
                  <a:off x="2838475" y="3100241"/>
                  <a:ext cx="259185" cy="98237"/>
                  <a:chOff x="2838475" y="3100241"/>
                  <a:chExt cx="259185" cy="98237"/>
                </a:xfrm>
              </p:grpSpPr>
              <p:sp>
                <p:nvSpPr>
                  <p:cNvPr id="7779" name="Google Shape;7779;p7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2" name="Google Shape;7782;p78"/>
                <p:cNvGrpSpPr/>
                <p:nvPr/>
              </p:nvGrpSpPr>
              <p:grpSpPr>
                <a:xfrm>
                  <a:off x="2977852" y="3215065"/>
                  <a:ext cx="224343" cy="182045"/>
                  <a:chOff x="2977852" y="3215065"/>
                  <a:chExt cx="224343" cy="182045"/>
                </a:xfrm>
              </p:grpSpPr>
              <p:sp>
                <p:nvSpPr>
                  <p:cNvPr id="7783" name="Google Shape;7783;p7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7788"/>
        <p:cNvGrpSpPr/>
        <p:nvPr/>
      </p:nvGrpSpPr>
      <p:grpSpPr>
        <a:xfrm>
          <a:off x="0" y="0"/>
          <a:ext cx="0" cy="0"/>
          <a:chOff x="0" y="0"/>
          <a:chExt cx="0" cy="0"/>
        </a:xfrm>
      </p:grpSpPr>
      <p:grpSp>
        <p:nvGrpSpPr>
          <p:cNvPr id="7789" name="Google Shape;7789;p79"/>
          <p:cNvGrpSpPr/>
          <p:nvPr/>
        </p:nvGrpSpPr>
        <p:grpSpPr>
          <a:xfrm>
            <a:off x="702088" y="3155922"/>
            <a:ext cx="2390414" cy="1024800"/>
            <a:chOff x="728925" y="3296613"/>
            <a:chExt cx="2390414" cy="1024800"/>
          </a:xfrm>
        </p:grpSpPr>
        <p:grpSp>
          <p:nvGrpSpPr>
            <p:cNvPr id="7790" name="Google Shape;7790;p79"/>
            <p:cNvGrpSpPr/>
            <p:nvPr/>
          </p:nvGrpSpPr>
          <p:grpSpPr>
            <a:xfrm>
              <a:off x="728925" y="3619800"/>
              <a:ext cx="2390414" cy="500893"/>
              <a:chOff x="728925" y="3619800"/>
              <a:chExt cx="2390414" cy="500893"/>
            </a:xfrm>
          </p:grpSpPr>
          <p:sp>
            <p:nvSpPr>
              <p:cNvPr id="7791" name="Google Shape;7791;p7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2" name="Google Shape;7792;p7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793" name="Google Shape;7793;p79"/>
            <p:cNvGrpSpPr/>
            <p:nvPr/>
          </p:nvGrpSpPr>
          <p:grpSpPr>
            <a:xfrm>
              <a:off x="1348050" y="3296613"/>
              <a:ext cx="1706152" cy="1024800"/>
              <a:chOff x="1348050" y="3296613"/>
              <a:chExt cx="1706152" cy="1024800"/>
            </a:xfrm>
          </p:grpSpPr>
          <p:sp>
            <p:nvSpPr>
              <p:cNvPr id="7794" name="Google Shape;7794;p7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5" name="Google Shape;7795;p7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6" name="Google Shape;7796;p7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7" name="Google Shape;7797;p7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8" name="Google Shape;7798;p7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799" name="Google Shape;7799;p79"/>
            <p:cNvGrpSpPr/>
            <p:nvPr/>
          </p:nvGrpSpPr>
          <p:grpSpPr>
            <a:xfrm>
              <a:off x="1455707" y="3654858"/>
              <a:ext cx="1491150" cy="417657"/>
              <a:chOff x="1455707" y="3654858"/>
              <a:chExt cx="1491150" cy="417657"/>
            </a:xfrm>
          </p:grpSpPr>
          <p:sp>
            <p:nvSpPr>
              <p:cNvPr id="7800" name="Google Shape;7800;p7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820" name="Google Shape;7820;p79"/>
          <p:cNvGraphicFramePr/>
          <p:nvPr/>
        </p:nvGraphicFramePr>
        <p:xfrm>
          <a:off x="5937787" y="2153834"/>
          <a:ext cx="3000000" cy="3000000"/>
        </p:xfrm>
        <a:graphic>
          <a:graphicData uri="http://schemas.openxmlformats.org/drawingml/2006/table">
            <a:tbl>
              <a:tblPr>
                <a:noFill/>
                <a:tableStyleId>{9C86A41C-6602-49C4-BA83-31BE5BF7D53E}</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821" name="Google Shape;7821;p79"/>
          <p:cNvGrpSpPr/>
          <p:nvPr/>
        </p:nvGrpSpPr>
        <p:grpSpPr>
          <a:xfrm>
            <a:off x="710464" y="981599"/>
            <a:ext cx="2396505" cy="976502"/>
            <a:chOff x="749309" y="1112739"/>
            <a:chExt cx="2371603" cy="976502"/>
          </a:xfrm>
        </p:grpSpPr>
        <p:grpSp>
          <p:nvGrpSpPr>
            <p:cNvPr id="7822" name="Google Shape;7822;p79"/>
            <p:cNvGrpSpPr/>
            <p:nvPr/>
          </p:nvGrpSpPr>
          <p:grpSpPr>
            <a:xfrm>
              <a:off x="1092126" y="1112739"/>
              <a:ext cx="2028786" cy="975464"/>
              <a:chOff x="1092126" y="1112739"/>
              <a:chExt cx="2028786" cy="975464"/>
            </a:xfrm>
          </p:grpSpPr>
          <p:sp>
            <p:nvSpPr>
              <p:cNvPr id="7823" name="Google Shape;7823;p7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7" name="Google Shape;7847;p79"/>
            <p:cNvGrpSpPr/>
            <p:nvPr/>
          </p:nvGrpSpPr>
          <p:grpSpPr>
            <a:xfrm>
              <a:off x="749309" y="1112739"/>
              <a:ext cx="314700" cy="975464"/>
              <a:chOff x="749309" y="1112739"/>
              <a:chExt cx="314700" cy="975464"/>
            </a:xfrm>
          </p:grpSpPr>
          <p:sp>
            <p:nvSpPr>
              <p:cNvPr id="7848" name="Google Shape;7848;p7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2" name="Google Shape;7852;p7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856" name="Google Shape;7856;p79"/>
          <p:cNvGraphicFramePr/>
          <p:nvPr/>
        </p:nvGraphicFramePr>
        <p:xfrm>
          <a:off x="5937812" y="981584"/>
          <a:ext cx="3000000" cy="3000000"/>
        </p:xfrm>
        <a:graphic>
          <a:graphicData uri="http://schemas.openxmlformats.org/drawingml/2006/table">
            <a:tbl>
              <a:tblPr>
                <a:noFill/>
                <a:tableStyleId>{9C86A41C-6602-49C4-BA83-31BE5BF7D53E}</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857" name="Google Shape;7857;p79"/>
          <p:cNvGraphicFramePr/>
          <p:nvPr/>
        </p:nvGraphicFramePr>
        <p:xfrm>
          <a:off x="3358675" y="2153834"/>
          <a:ext cx="3000000" cy="3000000"/>
        </p:xfrm>
        <a:graphic>
          <a:graphicData uri="http://schemas.openxmlformats.org/drawingml/2006/table">
            <a:tbl>
              <a:tblPr>
                <a:noFill/>
                <a:tableStyleId>{9C86A41C-6602-49C4-BA83-31BE5BF7D53E}</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858" name="Google Shape;7858;p79"/>
          <p:cNvGrpSpPr/>
          <p:nvPr/>
        </p:nvGrpSpPr>
        <p:grpSpPr>
          <a:xfrm>
            <a:off x="3360661" y="3144795"/>
            <a:ext cx="2363377" cy="1047062"/>
            <a:chOff x="3358399" y="3285485"/>
            <a:chExt cx="2363377" cy="1047062"/>
          </a:xfrm>
        </p:grpSpPr>
        <p:grpSp>
          <p:nvGrpSpPr>
            <p:cNvPr id="7859" name="Google Shape;7859;p79"/>
            <p:cNvGrpSpPr/>
            <p:nvPr/>
          </p:nvGrpSpPr>
          <p:grpSpPr>
            <a:xfrm>
              <a:off x="3358412" y="3285485"/>
              <a:ext cx="2363244" cy="139500"/>
              <a:chOff x="3358412" y="3285485"/>
              <a:chExt cx="2363244" cy="139500"/>
            </a:xfrm>
          </p:grpSpPr>
          <p:sp>
            <p:nvSpPr>
              <p:cNvPr id="7860" name="Google Shape;7860;p7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5" name="Google Shape;7865;p79"/>
            <p:cNvGrpSpPr/>
            <p:nvPr/>
          </p:nvGrpSpPr>
          <p:grpSpPr>
            <a:xfrm>
              <a:off x="3358412" y="3466996"/>
              <a:ext cx="2363244" cy="139500"/>
              <a:chOff x="3358412" y="3466996"/>
              <a:chExt cx="2363244" cy="139500"/>
            </a:xfrm>
          </p:grpSpPr>
          <p:sp>
            <p:nvSpPr>
              <p:cNvPr id="7866" name="Google Shape;7866;p7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1" name="Google Shape;7871;p79"/>
            <p:cNvGrpSpPr/>
            <p:nvPr/>
          </p:nvGrpSpPr>
          <p:grpSpPr>
            <a:xfrm>
              <a:off x="3358412" y="3648507"/>
              <a:ext cx="2363244" cy="139500"/>
              <a:chOff x="3358412" y="3648507"/>
              <a:chExt cx="2363244" cy="139500"/>
            </a:xfrm>
          </p:grpSpPr>
          <p:sp>
            <p:nvSpPr>
              <p:cNvPr id="7872" name="Google Shape;7872;p7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7" name="Google Shape;7877;p79"/>
            <p:cNvGrpSpPr/>
            <p:nvPr/>
          </p:nvGrpSpPr>
          <p:grpSpPr>
            <a:xfrm>
              <a:off x="3358412" y="3830018"/>
              <a:ext cx="2363244" cy="139500"/>
              <a:chOff x="3358412" y="3830018"/>
              <a:chExt cx="2363244" cy="139500"/>
            </a:xfrm>
          </p:grpSpPr>
          <p:sp>
            <p:nvSpPr>
              <p:cNvPr id="7878" name="Google Shape;7878;p7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79"/>
            <p:cNvGrpSpPr/>
            <p:nvPr/>
          </p:nvGrpSpPr>
          <p:grpSpPr>
            <a:xfrm>
              <a:off x="3358399" y="4011514"/>
              <a:ext cx="2363377" cy="139537"/>
              <a:chOff x="3294800" y="4134603"/>
              <a:chExt cx="2638876" cy="152400"/>
            </a:xfrm>
          </p:grpSpPr>
          <p:sp>
            <p:nvSpPr>
              <p:cNvPr id="7884" name="Google Shape;7884;p7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79"/>
            <p:cNvGrpSpPr/>
            <p:nvPr/>
          </p:nvGrpSpPr>
          <p:grpSpPr>
            <a:xfrm>
              <a:off x="3358399" y="4193010"/>
              <a:ext cx="2363377" cy="139537"/>
              <a:chOff x="3294800" y="4134603"/>
              <a:chExt cx="2638876" cy="152400"/>
            </a:xfrm>
          </p:grpSpPr>
          <p:sp>
            <p:nvSpPr>
              <p:cNvPr id="7890" name="Google Shape;7890;p7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895" name="Google Shape;7895;p79"/>
          <p:cNvGraphicFramePr/>
          <p:nvPr/>
        </p:nvGraphicFramePr>
        <p:xfrm>
          <a:off x="711463" y="2153834"/>
          <a:ext cx="3000000" cy="3000000"/>
        </p:xfrm>
        <a:graphic>
          <a:graphicData uri="http://schemas.openxmlformats.org/drawingml/2006/table">
            <a:tbl>
              <a:tblPr>
                <a:noFill/>
                <a:tableStyleId>{9C86A41C-6602-49C4-BA83-31BE5BF7D53E}</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896" name="Google Shape;7896;p79"/>
          <p:cNvGrpSpPr/>
          <p:nvPr/>
        </p:nvGrpSpPr>
        <p:grpSpPr>
          <a:xfrm>
            <a:off x="4161132" y="2557649"/>
            <a:ext cx="1302095" cy="60959"/>
            <a:chOff x="3558802" y="4011427"/>
            <a:chExt cx="1866000" cy="111300"/>
          </a:xfrm>
        </p:grpSpPr>
        <p:sp>
          <p:nvSpPr>
            <p:cNvPr id="7897" name="Google Shape;7897;p7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9" name="Google Shape;7899;p79"/>
          <p:cNvGrpSpPr/>
          <p:nvPr/>
        </p:nvGrpSpPr>
        <p:grpSpPr>
          <a:xfrm>
            <a:off x="4706620" y="2839808"/>
            <a:ext cx="914340" cy="60959"/>
            <a:chOff x="3558802" y="4011427"/>
            <a:chExt cx="1866000" cy="111300"/>
          </a:xfrm>
        </p:grpSpPr>
        <p:sp>
          <p:nvSpPr>
            <p:cNvPr id="7900" name="Google Shape;7900;p7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79"/>
          <p:cNvGrpSpPr/>
          <p:nvPr/>
        </p:nvGrpSpPr>
        <p:grpSpPr>
          <a:xfrm>
            <a:off x="5871419" y="3167606"/>
            <a:ext cx="2522867" cy="1001454"/>
            <a:chOff x="1904318" y="789980"/>
            <a:chExt cx="1489472" cy="606868"/>
          </a:xfrm>
        </p:grpSpPr>
        <p:cxnSp>
          <p:nvCxnSpPr>
            <p:cNvPr id="7903" name="Google Shape;7903;p7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904" name="Google Shape;7904;p7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905" name="Google Shape;7905;p7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906" name="Google Shape;7906;p79"/>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907" name="Google Shape;7907;p79"/>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908" name="Google Shape;7908;p79"/>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909" name="Google Shape;7909;p79"/>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910" name="Google Shape;7910;p7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9"/>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917" name="Google Shape;7917;p79"/>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918" name="Google Shape;7918;p79"/>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919" name="Google Shape;7919;p7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0" name="Google Shape;7920;p79"/>
          <p:cNvGrpSpPr/>
          <p:nvPr/>
        </p:nvGrpSpPr>
        <p:grpSpPr>
          <a:xfrm>
            <a:off x="3355824" y="951642"/>
            <a:ext cx="2363393" cy="1005865"/>
            <a:chOff x="3292400" y="1193188"/>
            <a:chExt cx="2615240" cy="1131075"/>
          </a:xfrm>
        </p:grpSpPr>
        <p:sp>
          <p:nvSpPr>
            <p:cNvPr id="7921" name="Google Shape;7921;p7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22" name="Google Shape;7922;p7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23" name="Google Shape;7923;p7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924" name="Google Shape;7924;p7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925" name="Google Shape;7925;p7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926" name="Google Shape;7926;p7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927" name="Google Shape;7927;p7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928" name="Google Shape;7928;p7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929" name="Google Shape;7929;p7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930" name="Google Shape;7930;p7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931" name="Google Shape;7931;p7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32" name="Google Shape;7932;p7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933" name="Google Shape;7933;p7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34" name="Google Shape;7934;p7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935" name="Google Shape;7935;p79"/>
            <p:cNvGrpSpPr/>
            <p:nvPr/>
          </p:nvGrpSpPr>
          <p:grpSpPr>
            <a:xfrm>
              <a:off x="3748438" y="1378608"/>
              <a:ext cx="2159202" cy="903971"/>
              <a:chOff x="1683525" y="2179850"/>
              <a:chExt cx="4519050" cy="2134525"/>
            </a:xfrm>
          </p:grpSpPr>
          <p:sp>
            <p:nvSpPr>
              <p:cNvPr id="7936" name="Google Shape;7936;p7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37" name="Google Shape;7937;p7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38" name="Google Shape;7938;p7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39" name="Google Shape;7939;p7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0" name="Google Shape;7940;p7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1" name="Google Shape;7941;p7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2" name="Google Shape;7942;p7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3" name="Google Shape;7943;p7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4" name="Google Shape;7944;p7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5" name="Google Shape;7945;p7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6" name="Google Shape;7946;p7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7" name="Google Shape;7947;p7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7951"/>
        <p:cNvGrpSpPr/>
        <p:nvPr/>
      </p:nvGrpSpPr>
      <p:grpSpPr>
        <a:xfrm>
          <a:off x="0" y="0"/>
          <a:ext cx="0" cy="0"/>
          <a:chOff x="0" y="0"/>
          <a:chExt cx="0" cy="0"/>
        </a:xfrm>
      </p:grpSpPr>
      <p:grpSp>
        <p:nvGrpSpPr>
          <p:cNvPr id="7952" name="Google Shape;7952;p80"/>
          <p:cNvGrpSpPr/>
          <p:nvPr/>
        </p:nvGrpSpPr>
        <p:grpSpPr>
          <a:xfrm>
            <a:off x="4796690" y="970936"/>
            <a:ext cx="745431" cy="718863"/>
            <a:chOff x="4249973" y="1201875"/>
            <a:chExt cx="1958568" cy="1888762"/>
          </a:xfrm>
        </p:grpSpPr>
        <p:sp>
          <p:nvSpPr>
            <p:cNvPr id="7953" name="Google Shape;7953;p8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4" name="Google Shape;7954;p80"/>
            <p:cNvGrpSpPr/>
            <p:nvPr/>
          </p:nvGrpSpPr>
          <p:grpSpPr>
            <a:xfrm>
              <a:off x="5853086" y="1789142"/>
              <a:ext cx="355454" cy="1048099"/>
              <a:chOff x="5576108" y="2016725"/>
              <a:chExt cx="565200" cy="1666560"/>
            </a:xfrm>
          </p:grpSpPr>
          <p:sp>
            <p:nvSpPr>
              <p:cNvPr id="7955" name="Google Shape;7955;p8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56" name="Google Shape;7956;p8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7" name="Google Shape;7957;p80"/>
            <p:cNvGrpSpPr/>
            <p:nvPr/>
          </p:nvGrpSpPr>
          <p:grpSpPr>
            <a:xfrm>
              <a:off x="4869455" y="2691676"/>
              <a:ext cx="1013897" cy="398961"/>
              <a:chOff x="4012057" y="3451825"/>
              <a:chExt cx="1612175" cy="634379"/>
            </a:xfrm>
          </p:grpSpPr>
          <p:sp>
            <p:nvSpPr>
              <p:cNvPr id="7958" name="Google Shape;7958;p8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59" name="Google Shape;7959;p8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80"/>
            <p:cNvGrpSpPr/>
            <p:nvPr/>
          </p:nvGrpSpPr>
          <p:grpSpPr>
            <a:xfrm>
              <a:off x="4276937" y="2155961"/>
              <a:ext cx="651965" cy="891358"/>
              <a:chOff x="3069908" y="2599997"/>
              <a:chExt cx="1036675" cy="1417328"/>
            </a:xfrm>
          </p:grpSpPr>
          <p:sp>
            <p:nvSpPr>
              <p:cNvPr id="7961" name="Google Shape;7961;p8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62" name="Google Shape;7962;p8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80"/>
            <p:cNvGrpSpPr/>
            <p:nvPr/>
          </p:nvGrpSpPr>
          <p:grpSpPr>
            <a:xfrm>
              <a:off x="5054918" y="1201875"/>
              <a:ext cx="999548" cy="602711"/>
              <a:chOff x="4306958" y="1082925"/>
              <a:chExt cx="1589359" cy="958358"/>
            </a:xfrm>
          </p:grpSpPr>
          <p:sp>
            <p:nvSpPr>
              <p:cNvPr id="7964" name="Google Shape;7964;p8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65" name="Google Shape;7965;p8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80"/>
            <p:cNvGrpSpPr/>
            <p:nvPr/>
          </p:nvGrpSpPr>
          <p:grpSpPr>
            <a:xfrm>
              <a:off x="4249973" y="1303451"/>
              <a:ext cx="799317" cy="841334"/>
              <a:chOff x="3027033" y="1244439"/>
              <a:chExt cx="1270977" cy="1337786"/>
            </a:xfrm>
          </p:grpSpPr>
          <p:sp>
            <p:nvSpPr>
              <p:cNvPr id="7967" name="Google Shape;7967;p8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68" name="Google Shape;7968;p8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69" name="Google Shape;7969;p80"/>
          <p:cNvGrpSpPr/>
          <p:nvPr/>
        </p:nvGrpSpPr>
        <p:grpSpPr>
          <a:xfrm>
            <a:off x="713063" y="1849386"/>
            <a:ext cx="761767" cy="729896"/>
            <a:chOff x="2657744" y="2337745"/>
            <a:chExt cx="832987" cy="798137"/>
          </a:xfrm>
        </p:grpSpPr>
        <p:sp>
          <p:nvSpPr>
            <p:cNvPr id="7970" name="Google Shape;7970;p8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6" name="Google Shape;7976;p80"/>
          <p:cNvGrpSpPr/>
          <p:nvPr/>
        </p:nvGrpSpPr>
        <p:grpSpPr>
          <a:xfrm>
            <a:off x="3224027" y="1852592"/>
            <a:ext cx="685569" cy="723586"/>
            <a:chOff x="3398134" y="2057755"/>
            <a:chExt cx="704087" cy="743130"/>
          </a:xfrm>
        </p:grpSpPr>
        <p:grpSp>
          <p:nvGrpSpPr>
            <p:cNvPr id="7977" name="Google Shape;7977;p80"/>
            <p:cNvGrpSpPr/>
            <p:nvPr/>
          </p:nvGrpSpPr>
          <p:grpSpPr>
            <a:xfrm>
              <a:off x="3398134" y="2290183"/>
              <a:ext cx="315300" cy="219900"/>
              <a:chOff x="3398134" y="2290183"/>
              <a:chExt cx="315300" cy="219900"/>
            </a:xfrm>
          </p:grpSpPr>
          <p:sp>
            <p:nvSpPr>
              <p:cNvPr id="7978" name="Google Shape;7978;p8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79" name="Google Shape;7979;p80"/>
              <p:cNvCxnSpPr>
                <a:stCxn id="7978"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980" name="Google Shape;7980;p80"/>
            <p:cNvGrpSpPr/>
            <p:nvPr/>
          </p:nvGrpSpPr>
          <p:grpSpPr>
            <a:xfrm>
              <a:off x="3547823" y="2467358"/>
              <a:ext cx="219900" cy="333527"/>
              <a:chOff x="3547823" y="2467358"/>
              <a:chExt cx="219900" cy="333527"/>
            </a:xfrm>
          </p:grpSpPr>
          <p:sp>
            <p:nvSpPr>
              <p:cNvPr id="7981" name="Google Shape;7981;p8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82" name="Google Shape;7982;p8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983" name="Google Shape;7983;p80"/>
            <p:cNvGrpSpPr/>
            <p:nvPr/>
          </p:nvGrpSpPr>
          <p:grpSpPr>
            <a:xfrm>
              <a:off x="3734138" y="2467358"/>
              <a:ext cx="219900" cy="333527"/>
              <a:chOff x="3734138" y="2467358"/>
              <a:chExt cx="219900" cy="333527"/>
            </a:xfrm>
          </p:grpSpPr>
          <p:sp>
            <p:nvSpPr>
              <p:cNvPr id="7984" name="Google Shape;7984;p8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85" name="Google Shape;7985;p8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986" name="Google Shape;7986;p80"/>
            <p:cNvGrpSpPr/>
            <p:nvPr/>
          </p:nvGrpSpPr>
          <p:grpSpPr>
            <a:xfrm>
              <a:off x="3787560" y="2288011"/>
              <a:ext cx="314661" cy="219900"/>
              <a:chOff x="3787560" y="2288011"/>
              <a:chExt cx="314661" cy="219900"/>
            </a:xfrm>
          </p:grpSpPr>
          <p:sp>
            <p:nvSpPr>
              <p:cNvPr id="7987" name="Google Shape;7987;p8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88" name="Google Shape;7988;p8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989" name="Google Shape;7989;p80"/>
            <p:cNvGrpSpPr/>
            <p:nvPr/>
          </p:nvGrpSpPr>
          <p:grpSpPr>
            <a:xfrm>
              <a:off x="3637290" y="2057755"/>
              <a:ext cx="219900" cy="335499"/>
              <a:chOff x="3637290" y="2057755"/>
              <a:chExt cx="219900" cy="335499"/>
            </a:xfrm>
          </p:grpSpPr>
          <p:sp>
            <p:nvSpPr>
              <p:cNvPr id="7990" name="Google Shape;7990;p8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991" name="Google Shape;7991;p8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992" name="Google Shape;7992;p80"/>
          <p:cNvGrpSpPr/>
          <p:nvPr/>
        </p:nvGrpSpPr>
        <p:grpSpPr>
          <a:xfrm>
            <a:off x="4899249" y="1859288"/>
            <a:ext cx="710153" cy="710153"/>
            <a:chOff x="5007123" y="2079403"/>
            <a:chExt cx="687600" cy="687600"/>
          </a:xfrm>
        </p:grpSpPr>
        <p:sp>
          <p:nvSpPr>
            <p:cNvPr id="7993" name="Google Shape;7993;p8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80"/>
          <p:cNvGrpSpPr/>
          <p:nvPr/>
        </p:nvGrpSpPr>
        <p:grpSpPr>
          <a:xfrm>
            <a:off x="5708687" y="1853794"/>
            <a:ext cx="720998" cy="721183"/>
            <a:chOff x="5797446" y="2063053"/>
            <a:chExt cx="698100" cy="698280"/>
          </a:xfrm>
        </p:grpSpPr>
        <p:sp>
          <p:nvSpPr>
            <p:cNvPr id="7998" name="Google Shape;7998;p8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2" name="Google Shape;8002;p80"/>
          <p:cNvGrpSpPr/>
          <p:nvPr/>
        </p:nvGrpSpPr>
        <p:grpSpPr>
          <a:xfrm>
            <a:off x="8153834" y="3499399"/>
            <a:ext cx="280585" cy="673164"/>
            <a:chOff x="8075075" y="3754290"/>
            <a:chExt cx="255612" cy="613194"/>
          </a:xfrm>
        </p:grpSpPr>
        <p:grpSp>
          <p:nvGrpSpPr>
            <p:cNvPr id="8003" name="Google Shape;8003;p80"/>
            <p:cNvGrpSpPr/>
            <p:nvPr/>
          </p:nvGrpSpPr>
          <p:grpSpPr>
            <a:xfrm>
              <a:off x="8075075" y="3754290"/>
              <a:ext cx="255612" cy="613194"/>
              <a:chOff x="8075075" y="3754290"/>
              <a:chExt cx="255612" cy="613194"/>
            </a:xfrm>
          </p:grpSpPr>
          <p:sp>
            <p:nvSpPr>
              <p:cNvPr id="8004" name="Google Shape;8004;p8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6" name="Google Shape;8006;p8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7" name="Google Shape;8007;p80"/>
          <p:cNvGrpSpPr/>
          <p:nvPr/>
        </p:nvGrpSpPr>
        <p:grpSpPr>
          <a:xfrm>
            <a:off x="5270892" y="3488196"/>
            <a:ext cx="470352" cy="683745"/>
            <a:chOff x="1697726" y="3244179"/>
            <a:chExt cx="788124" cy="1146069"/>
          </a:xfrm>
        </p:grpSpPr>
        <p:sp>
          <p:nvSpPr>
            <p:cNvPr id="8008" name="Google Shape;8008;p8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10" name="Google Shape;8010;p80"/>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1" name="Google Shape;8011;p80"/>
          <p:cNvGrpSpPr/>
          <p:nvPr/>
        </p:nvGrpSpPr>
        <p:grpSpPr>
          <a:xfrm>
            <a:off x="5892043" y="3499398"/>
            <a:ext cx="293891" cy="293845"/>
            <a:chOff x="6134814" y="3754290"/>
            <a:chExt cx="293891" cy="293845"/>
          </a:xfrm>
        </p:grpSpPr>
        <p:sp>
          <p:nvSpPr>
            <p:cNvPr id="8012" name="Google Shape;8012;p8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4" name="Google Shape;8014;p80"/>
          <p:cNvGrpSpPr/>
          <p:nvPr/>
        </p:nvGrpSpPr>
        <p:grpSpPr>
          <a:xfrm>
            <a:off x="5892043" y="3878069"/>
            <a:ext cx="293891" cy="293891"/>
            <a:chOff x="6134814" y="4086186"/>
            <a:chExt cx="293891" cy="293891"/>
          </a:xfrm>
        </p:grpSpPr>
        <p:sp>
          <p:nvSpPr>
            <p:cNvPr id="8015" name="Google Shape;8015;p8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17" name="Google Shape;8017;p80"/>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0"/>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9" name="Google Shape;8019;p80"/>
          <p:cNvGrpSpPr/>
          <p:nvPr/>
        </p:nvGrpSpPr>
        <p:grpSpPr>
          <a:xfrm>
            <a:off x="7817018" y="2706762"/>
            <a:ext cx="622883" cy="621944"/>
            <a:chOff x="1187048" y="238125"/>
            <a:chExt cx="5256397" cy="5248476"/>
          </a:xfrm>
        </p:grpSpPr>
        <p:sp>
          <p:nvSpPr>
            <p:cNvPr id="8020" name="Google Shape;8020;p8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4" name="Google Shape;8024;p80"/>
          <p:cNvGrpSpPr/>
          <p:nvPr/>
        </p:nvGrpSpPr>
        <p:grpSpPr>
          <a:xfrm>
            <a:off x="2274123" y="2716370"/>
            <a:ext cx="1310987" cy="612407"/>
            <a:chOff x="238125" y="1188750"/>
            <a:chExt cx="7140450" cy="3335550"/>
          </a:xfrm>
        </p:grpSpPr>
        <p:sp>
          <p:nvSpPr>
            <p:cNvPr id="8025" name="Google Shape;8025;p8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80"/>
          <p:cNvGrpSpPr/>
          <p:nvPr/>
        </p:nvGrpSpPr>
        <p:grpSpPr>
          <a:xfrm>
            <a:off x="6599995" y="2706925"/>
            <a:ext cx="1110299" cy="621702"/>
            <a:chOff x="238125" y="1335475"/>
            <a:chExt cx="5418735" cy="3034175"/>
          </a:xfrm>
        </p:grpSpPr>
        <p:sp>
          <p:nvSpPr>
            <p:cNvPr id="8031" name="Google Shape;8031;p8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4" name="Google Shape;8034;p80"/>
          <p:cNvGrpSpPr/>
          <p:nvPr/>
        </p:nvGrpSpPr>
        <p:grpSpPr>
          <a:xfrm>
            <a:off x="5417655" y="2703822"/>
            <a:ext cx="1074451" cy="627181"/>
            <a:chOff x="5359127" y="2910889"/>
            <a:chExt cx="1097723" cy="640831"/>
          </a:xfrm>
        </p:grpSpPr>
        <p:grpSp>
          <p:nvGrpSpPr>
            <p:cNvPr id="8035" name="Google Shape;8035;p80"/>
            <p:cNvGrpSpPr/>
            <p:nvPr/>
          </p:nvGrpSpPr>
          <p:grpSpPr>
            <a:xfrm>
              <a:off x="5929791" y="3263088"/>
              <a:ext cx="527060" cy="287097"/>
              <a:chOff x="5929791" y="3263088"/>
              <a:chExt cx="527060" cy="287097"/>
            </a:xfrm>
          </p:grpSpPr>
          <p:sp>
            <p:nvSpPr>
              <p:cNvPr id="8036" name="Google Shape;8036;p8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37" name="Google Shape;8037;p8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038" name="Google Shape;8038;p80"/>
            <p:cNvGrpSpPr/>
            <p:nvPr/>
          </p:nvGrpSpPr>
          <p:grpSpPr>
            <a:xfrm>
              <a:off x="5359127" y="3263089"/>
              <a:ext cx="526428" cy="288631"/>
              <a:chOff x="5359127" y="3263089"/>
              <a:chExt cx="526428" cy="288631"/>
            </a:xfrm>
          </p:grpSpPr>
          <p:sp>
            <p:nvSpPr>
              <p:cNvPr id="8039" name="Google Shape;8039;p8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40" name="Google Shape;8040;p8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041" name="Google Shape;8041;p80"/>
            <p:cNvGrpSpPr/>
            <p:nvPr/>
          </p:nvGrpSpPr>
          <p:grpSpPr>
            <a:xfrm>
              <a:off x="5551525" y="2910889"/>
              <a:ext cx="520901" cy="610283"/>
              <a:chOff x="5551525" y="2910889"/>
              <a:chExt cx="520901" cy="610283"/>
            </a:xfrm>
          </p:grpSpPr>
          <p:sp>
            <p:nvSpPr>
              <p:cNvPr id="8042" name="Google Shape;8042;p8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43" name="Google Shape;8043;p8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044" name="Google Shape;8044;p80"/>
            <p:cNvGrpSpPr/>
            <p:nvPr/>
          </p:nvGrpSpPr>
          <p:grpSpPr>
            <a:xfrm>
              <a:off x="5743962" y="2919100"/>
              <a:ext cx="623674" cy="284502"/>
              <a:chOff x="5743962" y="2919100"/>
              <a:chExt cx="623674" cy="284502"/>
            </a:xfrm>
          </p:grpSpPr>
          <p:sp>
            <p:nvSpPr>
              <p:cNvPr id="8045" name="Google Shape;8045;p8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46" name="Google Shape;8046;p8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047" name="Google Shape;8047;p80"/>
          <p:cNvGrpSpPr/>
          <p:nvPr/>
        </p:nvGrpSpPr>
        <p:grpSpPr>
          <a:xfrm>
            <a:off x="7568868" y="1854534"/>
            <a:ext cx="874976" cy="719600"/>
            <a:chOff x="7608988" y="2093194"/>
            <a:chExt cx="817276" cy="672147"/>
          </a:xfrm>
        </p:grpSpPr>
        <p:cxnSp>
          <p:nvCxnSpPr>
            <p:cNvPr id="8048" name="Google Shape;8048;p8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49" name="Google Shape;8049;p8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50" name="Google Shape;8050;p8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51" name="Google Shape;8051;p8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52" name="Google Shape;8052;p8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053" name="Google Shape;8053;p8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054" name="Google Shape;8054;p80"/>
            <p:cNvGrpSpPr/>
            <p:nvPr/>
          </p:nvGrpSpPr>
          <p:grpSpPr>
            <a:xfrm>
              <a:off x="7721175" y="2093194"/>
              <a:ext cx="599587" cy="623846"/>
              <a:chOff x="7721175" y="2093194"/>
              <a:chExt cx="599587" cy="623846"/>
            </a:xfrm>
          </p:grpSpPr>
          <p:grpSp>
            <p:nvGrpSpPr>
              <p:cNvPr id="8055" name="Google Shape;8055;p80"/>
              <p:cNvGrpSpPr/>
              <p:nvPr/>
            </p:nvGrpSpPr>
            <p:grpSpPr>
              <a:xfrm>
                <a:off x="7721175" y="2093194"/>
                <a:ext cx="291605" cy="623846"/>
                <a:chOff x="9405575" y="2061418"/>
                <a:chExt cx="291605" cy="623846"/>
              </a:xfrm>
            </p:grpSpPr>
            <p:sp>
              <p:nvSpPr>
                <p:cNvPr id="8056" name="Google Shape;8056;p8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3" name="Google Shape;8063;p80"/>
              <p:cNvGrpSpPr/>
              <p:nvPr/>
            </p:nvGrpSpPr>
            <p:grpSpPr>
              <a:xfrm flipH="1">
                <a:off x="8029157" y="2093194"/>
                <a:ext cx="291605" cy="623846"/>
                <a:chOff x="9405575" y="2061418"/>
                <a:chExt cx="291605" cy="623846"/>
              </a:xfrm>
            </p:grpSpPr>
            <p:sp>
              <p:nvSpPr>
                <p:cNvPr id="8064" name="Google Shape;8064;p8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71" name="Google Shape;8071;p80"/>
          <p:cNvGrpSpPr/>
          <p:nvPr/>
        </p:nvGrpSpPr>
        <p:grpSpPr>
          <a:xfrm>
            <a:off x="4013304" y="970936"/>
            <a:ext cx="712557" cy="785901"/>
            <a:chOff x="4206459" y="1191441"/>
            <a:chExt cx="712557" cy="785901"/>
          </a:xfrm>
        </p:grpSpPr>
        <p:sp>
          <p:nvSpPr>
            <p:cNvPr id="8072" name="Google Shape;8072;p8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6" name="Google Shape;8076;p80"/>
            <p:cNvGrpSpPr/>
            <p:nvPr/>
          </p:nvGrpSpPr>
          <p:grpSpPr>
            <a:xfrm>
              <a:off x="4644280" y="1290523"/>
              <a:ext cx="143716" cy="29463"/>
              <a:chOff x="4644280" y="1290523"/>
              <a:chExt cx="143716" cy="29463"/>
            </a:xfrm>
          </p:grpSpPr>
          <p:sp>
            <p:nvSpPr>
              <p:cNvPr id="8077" name="Google Shape;8077;p8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1" name="Google Shape;8081;p80"/>
            <p:cNvGrpSpPr/>
            <p:nvPr/>
          </p:nvGrpSpPr>
          <p:grpSpPr>
            <a:xfrm>
              <a:off x="4356567" y="1191441"/>
              <a:ext cx="143690" cy="29488"/>
              <a:chOff x="4356567" y="1191441"/>
              <a:chExt cx="143690" cy="29488"/>
            </a:xfrm>
          </p:grpSpPr>
          <p:sp>
            <p:nvSpPr>
              <p:cNvPr id="8082" name="Google Shape;8082;p8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6" name="Google Shape;8086;p80"/>
            <p:cNvGrpSpPr/>
            <p:nvPr/>
          </p:nvGrpSpPr>
          <p:grpSpPr>
            <a:xfrm>
              <a:off x="4339009" y="1863727"/>
              <a:ext cx="143703" cy="29476"/>
              <a:chOff x="4339009" y="1863727"/>
              <a:chExt cx="143703" cy="29476"/>
            </a:xfrm>
          </p:grpSpPr>
          <p:sp>
            <p:nvSpPr>
              <p:cNvPr id="8087" name="Google Shape;8087;p8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80"/>
            <p:cNvGrpSpPr/>
            <p:nvPr/>
          </p:nvGrpSpPr>
          <p:grpSpPr>
            <a:xfrm>
              <a:off x="4206459" y="1607315"/>
              <a:ext cx="29539" cy="142899"/>
              <a:chOff x="4206459" y="1607315"/>
              <a:chExt cx="29539" cy="142899"/>
            </a:xfrm>
          </p:grpSpPr>
          <p:sp>
            <p:nvSpPr>
              <p:cNvPr id="8092" name="Google Shape;8092;p8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6" name="Google Shape;8096;p8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00" name="Google Shape;8100;p80"/>
            <p:cNvGrpSpPr/>
            <p:nvPr/>
          </p:nvGrpSpPr>
          <p:grpSpPr>
            <a:xfrm>
              <a:off x="4889463" y="1423737"/>
              <a:ext cx="29552" cy="142899"/>
              <a:chOff x="4889463" y="1423737"/>
              <a:chExt cx="29552" cy="142899"/>
            </a:xfrm>
          </p:grpSpPr>
          <p:sp>
            <p:nvSpPr>
              <p:cNvPr id="8101" name="Google Shape;8101;p8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80"/>
            <p:cNvGrpSpPr/>
            <p:nvPr/>
          </p:nvGrpSpPr>
          <p:grpSpPr>
            <a:xfrm>
              <a:off x="4771663" y="1876896"/>
              <a:ext cx="108651" cy="100447"/>
              <a:chOff x="4771663" y="1876896"/>
              <a:chExt cx="108651" cy="100447"/>
            </a:xfrm>
          </p:grpSpPr>
          <p:sp>
            <p:nvSpPr>
              <p:cNvPr id="8106" name="Google Shape;8106;p8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10" name="Google Shape;8110;p80"/>
          <p:cNvGrpSpPr/>
          <p:nvPr/>
        </p:nvGrpSpPr>
        <p:grpSpPr>
          <a:xfrm>
            <a:off x="4008780" y="1854159"/>
            <a:ext cx="791287" cy="720350"/>
            <a:chOff x="267375" y="1071875"/>
            <a:chExt cx="470500" cy="428550"/>
          </a:xfrm>
        </p:grpSpPr>
        <p:sp>
          <p:nvSpPr>
            <p:cNvPr id="8111" name="Google Shape;8111;p8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9" name="Google Shape;8119;p80"/>
          <p:cNvGrpSpPr/>
          <p:nvPr/>
        </p:nvGrpSpPr>
        <p:grpSpPr>
          <a:xfrm>
            <a:off x="709275" y="3498789"/>
            <a:ext cx="1408444" cy="673166"/>
            <a:chOff x="712664" y="3693287"/>
            <a:chExt cx="1460738" cy="698160"/>
          </a:xfrm>
        </p:grpSpPr>
        <p:grpSp>
          <p:nvGrpSpPr>
            <p:cNvPr id="8120" name="Google Shape;8120;p80"/>
            <p:cNvGrpSpPr/>
            <p:nvPr/>
          </p:nvGrpSpPr>
          <p:grpSpPr>
            <a:xfrm>
              <a:off x="1380079" y="4133090"/>
              <a:ext cx="234048" cy="258099"/>
              <a:chOff x="1380079" y="4133090"/>
              <a:chExt cx="234048" cy="258099"/>
            </a:xfrm>
          </p:grpSpPr>
          <p:sp>
            <p:nvSpPr>
              <p:cNvPr id="8121" name="Google Shape;8121;p8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80"/>
            <p:cNvGrpSpPr/>
            <p:nvPr/>
          </p:nvGrpSpPr>
          <p:grpSpPr>
            <a:xfrm>
              <a:off x="884610" y="3864082"/>
              <a:ext cx="1118566" cy="527275"/>
              <a:chOff x="890961" y="3865463"/>
              <a:chExt cx="1115221" cy="525698"/>
            </a:xfrm>
          </p:grpSpPr>
          <p:sp>
            <p:nvSpPr>
              <p:cNvPr id="8125" name="Google Shape;8125;p8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8" name="Google Shape;8128;p80"/>
            <p:cNvGrpSpPr/>
            <p:nvPr/>
          </p:nvGrpSpPr>
          <p:grpSpPr>
            <a:xfrm>
              <a:off x="712664" y="3693287"/>
              <a:ext cx="1460738" cy="698160"/>
              <a:chOff x="712664" y="3693025"/>
              <a:chExt cx="1460738" cy="698160"/>
            </a:xfrm>
          </p:grpSpPr>
          <p:sp>
            <p:nvSpPr>
              <p:cNvPr id="8129" name="Google Shape;8129;p8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35" name="Google Shape;8135;p80"/>
          <p:cNvGrpSpPr/>
          <p:nvPr/>
        </p:nvGrpSpPr>
        <p:grpSpPr>
          <a:xfrm>
            <a:off x="3146990" y="970936"/>
            <a:ext cx="795485" cy="738831"/>
            <a:chOff x="3348603" y="1236445"/>
            <a:chExt cx="749256" cy="695894"/>
          </a:xfrm>
        </p:grpSpPr>
        <p:grpSp>
          <p:nvGrpSpPr>
            <p:cNvPr id="8136" name="Google Shape;8136;p80"/>
            <p:cNvGrpSpPr/>
            <p:nvPr/>
          </p:nvGrpSpPr>
          <p:grpSpPr>
            <a:xfrm>
              <a:off x="3583779" y="1236445"/>
              <a:ext cx="293795" cy="285811"/>
              <a:chOff x="3750225" y="1774000"/>
              <a:chExt cx="149575" cy="145525"/>
            </a:xfrm>
          </p:grpSpPr>
          <p:sp>
            <p:nvSpPr>
              <p:cNvPr id="8137" name="Google Shape;8137;p8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80"/>
            <p:cNvGrpSpPr/>
            <p:nvPr/>
          </p:nvGrpSpPr>
          <p:grpSpPr>
            <a:xfrm>
              <a:off x="3775534" y="1462599"/>
              <a:ext cx="322325" cy="285958"/>
              <a:chOff x="3847850" y="1889150"/>
              <a:chExt cx="164100" cy="145600"/>
            </a:xfrm>
          </p:grpSpPr>
          <p:sp>
            <p:nvSpPr>
              <p:cNvPr id="8140" name="Google Shape;8140;p8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2" name="Google Shape;8142;p80"/>
            <p:cNvGrpSpPr/>
            <p:nvPr/>
          </p:nvGrpSpPr>
          <p:grpSpPr>
            <a:xfrm>
              <a:off x="3545329" y="1646528"/>
              <a:ext cx="293746" cy="285811"/>
              <a:chOff x="3730650" y="1982800"/>
              <a:chExt cx="149550" cy="145525"/>
            </a:xfrm>
          </p:grpSpPr>
          <p:sp>
            <p:nvSpPr>
              <p:cNvPr id="8143" name="Google Shape;8143;p8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80"/>
            <p:cNvGrpSpPr/>
            <p:nvPr/>
          </p:nvGrpSpPr>
          <p:grpSpPr>
            <a:xfrm>
              <a:off x="3348603" y="1415046"/>
              <a:ext cx="294384" cy="284387"/>
              <a:chOff x="3630494" y="1864938"/>
              <a:chExt cx="149875" cy="144800"/>
            </a:xfrm>
          </p:grpSpPr>
          <p:sp>
            <p:nvSpPr>
              <p:cNvPr id="8146" name="Google Shape;8146;p8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8" name="Google Shape;8148;p80"/>
          <p:cNvGrpSpPr/>
          <p:nvPr/>
        </p:nvGrpSpPr>
        <p:grpSpPr>
          <a:xfrm>
            <a:off x="2268517" y="3493832"/>
            <a:ext cx="1324924" cy="678083"/>
            <a:chOff x="2413923" y="3711366"/>
            <a:chExt cx="1374117" cy="703260"/>
          </a:xfrm>
        </p:grpSpPr>
        <p:grpSp>
          <p:nvGrpSpPr>
            <p:cNvPr id="8149" name="Google Shape;8149;p80"/>
            <p:cNvGrpSpPr/>
            <p:nvPr/>
          </p:nvGrpSpPr>
          <p:grpSpPr>
            <a:xfrm>
              <a:off x="2413923" y="3711366"/>
              <a:ext cx="1374117" cy="703260"/>
              <a:chOff x="2413923" y="3711366"/>
              <a:chExt cx="1374117" cy="703260"/>
            </a:xfrm>
          </p:grpSpPr>
          <p:sp>
            <p:nvSpPr>
              <p:cNvPr id="8150" name="Google Shape;8150;p8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1" name="Google Shape;8151;p80"/>
              <p:cNvGrpSpPr/>
              <p:nvPr/>
            </p:nvGrpSpPr>
            <p:grpSpPr>
              <a:xfrm>
                <a:off x="2600284" y="3808654"/>
                <a:ext cx="234506" cy="138009"/>
                <a:chOff x="2600284" y="3808654"/>
                <a:chExt cx="234506" cy="138009"/>
              </a:xfrm>
            </p:grpSpPr>
            <p:sp>
              <p:nvSpPr>
                <p:cNvPr id="8152" name="Google Shape;8152;p8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3" name="Google Shape;8153;p8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54" name="Google Shape;8154;p80"/>
              <p:cNvGrpSpPr/>
              <p:nvPr/>
            </p:nvGrpSpPr>
            <p:grpSpPr>
              <a:xfrm>
                <a:off x="3359659" y="3805664"/>
                <a:ext cx="232294" cy="141000"/>
                <a:chOff x="3359659" y="3805664"/>
                <a:chExt cx="232294" cy="141000"/>
              </a:xfrm>
            </p:grpSpPr>
            <p:sp>
              <p:nvSpPr>
                <p:cNvPr id="8155" name="Google Shape;8155;p8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6" name="Google Shape;8156;p8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57" name="Google Shape;8157;p80"/>
              <p:cNvGrpSpPr/>
              <p:nvPr/>
            </p:nvGrpSpPr>
            <p:grpSpPr>
              <a:xfrm>
                <a:off x="3067316" y="3711366"/>
                <a:ext cx="66900" cy="166809"/>
                <a:chOff x="3067316" y="3711366"/>
                <a:chExt cx="66900" cy="166809"/>
              </a:xfrm>
            </p:grpSpPr>
            <p:sp>
              <p:nvSpPr>
                <p:cNvPr id="8158" name="Google Shape;8158;p8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9" name="Google Shape;8159;p8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60" name="Google Shape;8160;p80"/>
              <p:cNvGrpSpPr/>
              <p:nvPr/>
            </p:nvGrpSpPr>
            <p:grpSpPr>
              <a:xfrm>
                <a:off x="2413923" y="4058666"/>
                <a:ext cx="224119" cy="66900"/>
                <a:chOff x="2413923" y="4058666"/>
                <a:chExt cx="224119" cy="66900"/>
              </a:xfrm>
            </p:grpSpPr>
            <p:sp>
              <p:nvSpPr>
                <p:cNvPr id="8161" name="Google Shape;8161;p8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62" name="Google Shape;8162;p8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63" name="Google Shape;8163;p80"/>
              <p:cNvGrpSpPr/>
              <p:nvPr/>
            </p:nvGrpSpPr>
            <p:grpSpPr>
              <a:xfrm>
                <a:off x="3564643" y="4058666"/>
                <a:ext cx="223397" cy="66900"/>
                <a:chOff x="3564643" y="4058666"/>
                <a:chExt cx="223397" cy="66900"/>
              </a:xfrm>
            </p:grpSpPr>
            <p:sp>
              <p:nvSpPr>
                <p:cNvPr id="8164" name="Google Shape;8164;p8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65" name="Google Shape;8165;p8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166" name="Google Shape;8166;p80"/>
            <p:cNvGrpSpPr/>
            <p:nvPr/>
          </p:nvGrpSpPr>
          <p:grpSpPr>
            <a:xfrm>
              <a:off x="2633353" y="3965763"/>
              <a:ext cx="933975" cy="445687"/>
              <a:chOff x="2633353" y="3965763"/>
              <a:chExt cx="933975" cy="445687"/>
            </a:xfrm>
          </p:grpSpPr>
          <p:sp>
            <p:nvSpPr>
              <p:cNvPr id="8167" name="Google Shape;8167;p8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69" name="Google Shape;8169;p80"/>
          <p:cNvGrpSpPr/>
          <p:nvPr/>
        </p:nvGrpSpPr>
        <p:grpSpPr>
          <a:xfrm>
            <a:off x="6392789" y="1044380"/>
            <a:ext cx="1131087" cy="587383"/>
            <a:chOff x="238125" y="999450"/>
            <a:chExt cx="7140700" cy="3708225"/>
          </a:xfrm>
        </p:grpSpPr>
        <p:sp>
          <p:nvSpPr>
            <p:cNvPr id="8170" name="Google Shape;8170;p8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80"/>
          <p:cNvGrpSpPr/>
          <p:nvPr/>
        </p:nvGrpSpPr>
        <p:grpSpPr>
          <a:xfrm>
            <a:off x="3744240" y="3493874"/>
            <a:ext cx="1375854" cy="678131"/>
            <a:chOff x="3913765" y="3641905"/>
            <a:chExt cx="1522805" cy="750560"/>
          </a:xfrm>
        </p:grpSpPr>
        <p:grpSp>
          <p:nvGrpSpPr>
            <p:cNvPr id="8180" name="Google Shape;8180;p80"/>
            <p:cNvGrpSpPr/>
            <p:nvPr/>
          </p:nvGrpSpPr>
          <p:grpSpPr>
            <a:xfrm>
              <a:off x="3913765" y="3997002"/>
              <a:ext cx="1522805" cy="395463"/>
              <a:chOff x="3913765" y="3997002"/>
              <a:chExt cx="1522805" cy="395463"/>
            </a:xfrm>
          </p:grpSpPr>
          <p:grpSp>
            <p:nvGrpSpPr>
              <p:cNvPr id="8181" name="Google Shape;8181;p80"/>
              <p:cNvGrpSpPr/>
              <p:nvPr/>
            </p:nvGrpSpPr>
            <p:grpSpPr>
              <a:xfrm>
                <a:off x="3913765" y="4138659"/>
                <a:ext cx="507602" cy="253806"/>
                <a:chOff x="3913765" y="4138659"/>
                <a:chExt cx="507602" cy="253806"/>
              </a:xfrm>
            </p:grpSpPr>
            <p:sp>
              <p:nvSpPr>
                <p:cNvPr id="8182" name="Google Shape;8182;p8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184" name="Google Shape;8184;p80"/>
              <p:cNvGrpSpPr/>
              <p:nvPr/>
            </p:nvGrpSpPr>
            <p:grpSpPr>
              <a:xfrm>
                <a:off x="4421361" y="3997002"/>
                <a:ext cx="507618" cy="395463"/>
                <a:chOff x="4421361" y="3997002"/>
                <a:chExt cx="507618" cy="395463"/>
              </a:xfrm>
            </p:grpSpPr>
            <p:sp>
              <p:nvSpPr>
                <p:cNvPr id="8185" name="Google Shape;8185;p8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7" name="Google Shape;8187;p80"/>
              <p:cNvGrpSpPr/>
              <p:nvPr/>
            </p:nvGrpSpPr>
            <p:grpSpPr>
              <a:xfrm>
                <a:off x="4928973" y="4189418"/>
                <a:ext cx="507596" cy="203047"/>
                <a:chOff x="4928973" y="4189418"/>
                <a:chExt cx="507596" cy="203047"/>
              </a:xfrm>
            </p:grpSpPr>
            <p:sp>
              <p:nvSpPr>
                <p:cNvPr id="8188" name="Google Shape;8188;p8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0" name="Google Shape;8190;p80"/>
            <p:cNvGrpSpPr/>
            <p:nvPr/>
          </p:nvGrpSpPr>
          <p:grpSpPr>
            <a:xfrm>
              <a:off x="4482186" y="3641905"/>
              <a:ext cx="397605" cy="349784"/>
              <a:chOff x="2906375" y="1159725"/>
              <a:chExt cx="1860575" cy="1636800"/>
            </a:xfrm>
          </p:grpSpPr>
          <p:sp>
            <p:nvSpPr>
              <p:cNvPr id="8191" name="Google Shape;8191;p8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80"/>
          <p:cNvGrpSpPr/>
          <p:nvPr/>
        </p:nvGrpSpPr>
        <p:grpSpPr>
          <a:xfrm>
            <a:off x="6528949" y="1853801"/>
            <a:ext cx="940737" cy="721067"/>
            <a:chOff x="6599718" y="2068734"/>
            <a:chExt cx="940737" cy="721067"/>
          </a:xfrm>
        </p:grpSpPr>
        <p:sp>
          <p:nvSpPr>
            <p:cNvPr id="8196" name="Google Shape;8196;p8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2" name="Google Shape;8202;p80"/>
            <p:cNvGrpSpPr/>
            <p:nvPr/>
          </p:nvGrpSpPr>
          <p:grpSpPr>
            <a:xfrm>
              <a:off x="6836957" y="2068734"/>
              <a:ext cx="461892" cy="721067"/>
              <a:chOff x="6836957" y="2068734"/>
              <a:chExt cx="461892" cy="721067"/>
            </a:xfrm>
          </p:grpSpPr>
          <p:sp>
            <p:nvSpPr>
              <p:cNvPr id="8203" name="Google Shape;8203;p8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9" name="Google Shape;8209;p80"/>
              <p:cNvGrpSpPr/>
              <p:nvPr/>
            </p:nvGrpSpPr>
            <p:grpSpPr>
              <a:xfrm>
                <a:off x="6836957" y="2068734"/>
                <a:ext cx="461892" cy="721067"/>
                <a:chOff x="6836957" y="2068734"/>
                <a:chExt cx="461892" cy="721067"/>
              </a:xfrm>
            </p:grpSpPr>
            <p:sp>
              <p:nvSpPr>
                <p:cNvPr id="8210" name="Google Shape;8210;p8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17" name="Google Shape;8217;p80"/>
          <p:cNvGrpSpPr/>
          <p:nvPr/>
        </p:nvGrpSpPr>
        <p:grpSpPr>
          <a:xfrm>
            <a:off x="2412267" y="1858147"/>
            <a:ext cx="712577" cy="712374"/>
            <a:chOff x="2559249" y="2069323"/>
            <a:chExt cx="685566" cy="685634"/>
          </a:xfrm>
        </p:grpSpPr>
        <p:sp>
          <p:nvSpPr>
            <p:cNvPr id="8218" name="Google Shape;8218;p8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1" name="Google Shape;8231;p80"/>
          <p:cNvGrpSpPr/>
          <p:nvPr/>
        </p:nvGrpSpPr>
        <p:grpSpPr>
          <a:xfrm>
            <a:off x="7594705" y="970936"/>
            <a:ext cx="845645" cy="711911"/>
            <a:chOff x="951975" y="315800"/>
            <a:chExt cx="5860325" cy="4933550"/>
          </a:xfrm>
        </p:grpSpPr>
        <p:sp>
          <p:nvSpPr>
            <p:cNvPr id="8232" name="Google Shape;8232;p8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80"/>
          <p:cNvGrpSpPr/>
          <p:nvPr/>
        </p:nvGrpSpPr>
        <p:grpSpPr>
          <a:xfrm>
            <a:off x="3691834" y="2707045"/>
            <a:ext cx="1617932" cy="621724"/>
            <a:chOff x="3862800" y="3038525"/>
            <a:chExt cx="1329006" cy="510698"/>
          </a:xfrm>
        </p:grpSpPr>
        <p:sp>
          <p:nvSpPr>
            <p:cNvPr id="8241" name="Google Shape;8241;p8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3" name="Google Shape;8243;p80"/>
            <p:cNvGrpSpPr/>
            <p:nvPr/>
          </p:nvGrpSpPr>
          <p:grpSpPr>
            <a:xfrm>
              <a:off x="3967075" y="3040337"/>
              <a:ext cx="1019927" cy="402126"/>
              <a:chOff x="3967075" y="3040337"/>
              <a:chExt cx="1019927" cy="402126"/>
            </a:xfrm>
          </p:grpSpPr>
          <p:sp>
            <p:nvSpPr>
              <p:cNvPr id="8244" name="Google Shape;8244;p8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6" name="Google Shape;8246;p80"/>
            <p:cNvGrpSpPr/>
            <p:nvPr/>
          </p:nvGrpSpPr>
          <p:grpSpPr>
            <a:xfrm>
              <a:off x="4186700" y="3040337"/>
              <a:ext cx="390475" cy="183289"/>
              <a:chOff x="4186700" y="3040337"/>
              <a:chExt cx="390475" cy="183289"/>
            </a:xfrm>
          </p:grpSpPr>
          <p:sp>
            <p:nvSpPr>
              <p:cNvPr id="8247" name="Google Shape;8247;p8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9" name="Google Shape;8249;p80"/>
            <p:cNvGrpSpPr/>
            <p:nvPr/>
          </p:nvGrpSpPr>
          <p:grpSpPr>
            <a:xfrm>
              <a:off x="4073727" y="3040337"/>
              <a:ext cx="697794" cy="296263"/>
              <a:chOff x="4073727" y="3040337"/>
              <a:chExt cx="697794" cy="296263"/>
            </a:xfrm>
          </p:grpSpPr>
          <p:sp>
            <p:nvSpPr>
              <p:cNvPr id="8250" name="Google Shape;8250;p8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2" name="Google Shape;8252;p80"/>
            <p:cNvGrpSpPr/>
            <p:nvPr/>
          </p:nvGrpSpPr>
          <p:grpSpPr>
            <a:xfrm>
              <a:off x="3862800" y="3038525"/>
              <a:ext cx="1329006" cy="510698"/>
              <a:chOff x="3862800" y="3038525"/>
              <a:chExt cx="1329006" cy="510698"/>
            </a:xfrm>
          </p:grpSpPr>
          <p:sp>
            <p:nvSpPr>
              <p:cNvPr id="8253" name="Google Shape;8253;p8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5" name="Google Shape;8255;p80"/>
          <p:cNvGrpSpPr/>
          <p:nvPr/>
        </p:nvGrpSpPr>
        <p:grpSpPr>
          <a:xfrm>
            <a:off x="700156" y="970936"/>
            <a:ext cx="883205" cy="775176"/>
            <a:chOff x="649648" y="271400"/>
            <a:chExt cx="6215377" cy="5455143"/>
          </a:xfrm>
        </p:grpSpPr>
        <p:sp>
          <p:nvSpPr>
            <p:cNvPr id="8256" name="Google Shape;8256;p8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8" name="Google Shape;8268;p80"/>
          <p:cNvGrpSpPr/>
          <p:nvPr/>
        </p:nvGrpSpPr>
        <p:grpSpPr>
          <a:xfrm>
            <a:off x="2308457" y="970936"/>
            <a:ext cx="767704" cy="815489"/>
            <a:chOff x="2499700" y="1135950"/>
            <a:chExt cx="732402" cy="777990"/>
          </a:xfrm>
        </p:grpSpPr>
        <p:grpSp>
          <p:nvGrpSpPr>
            <p:cNvPr id="8269" name="Google Shape;8269;p80"/>
            <p:cNvGrpSpPr/>
            <p:nvPr/>
          </p:nvGrpSpPr>
          <p:grpSpPr>
            <a:xfrm>
              <a:off x="2499700" y="1135950"/>
              <a:ext cx="732402" cy="694705"/>
              <a:chOff x="2499700" y="1135950"/>
              <a:chExt cx="732402" cy="694705"/>
            </a:xfrm>
          </p:grpSpPr>
          <p:sp>
            <p:nvSpPr>
              <p:cNvPr id="8270" name="Google Shape;8270;p8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7" name="Google Shape;8297;p80"/>
            <p:cNvGrpSpPr/>
            <p:nvPr/>
          </p:nvGrpSpPr>
          <p:grpSpPr>
            <a:xfrm>
              <a:off x="2517909" y="1188726"/>
              <a:ext cx="702702" cy="725214"/>
              <a:chOff x="2517909" y="1188726"/>
              <a:chExt cx="702702" cy="725214"/>
            </a:xfrm>
          </p:grpSpPr>
          <p:sp>
            <p:nvSpPr>
              <p:cNvPr id="8298" name="Google Shape;8298;p8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03" name="Google Shape;8303;p80"/>
          <p:cNvGrpSpPr/>
          <p:nvPr/>
        </p:nvGrpSpPr>
        <p:grpSpPr>
          <a:xfrm>
            <a:off x="1654189" y="970936"/>
            <a:ext cx="583439" cy="870229"/>
            <a:chOff x="1716825" y="1121550"/>
            <a:chExt cx="622800" cy="928938"/>
          </a:xfrm>
        </p:grpSpPr>
        <p:grpSp>
          <p:nvGrpSpPr>
            <p:cNvPr id="8304" name="Google Shape;8304;p80"/>
            <p:cNvGrpSpPr/>
            <p:nvPr/>
          </p:nvGrpSpPr>
          <p:grpSpPr>
            <a:xfrm>
              <a:off x="1716825" y="1121550"/>
              <a:ext cx="622800" cy="928938"/>
              <a:chOff x="1716825" y="1121550"/>
              <a:chExt cx="622800" cy="928938"/>
            </a:xfrm>
          </p:grpSpPr>
          <p:cxnSp>
            <p:nvCxnSpPr>
              <p:cNvPr id="8305" name="Google Shape;8305;p8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306" name="Google Shape;8306;p8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80"/>
            <p:cNvGrpSpPr/>
            <p:nvPr/>
          </p:nvGrpSpPr>
          <p:grpSpPr>
            <a:xfrm>
              <a:off x="1768050" y="1172775"/>
              <a:ext cx="520200" cy="832000"/>
              <a:chOff x="1768050" y="1172775"/>
              <a:chExt cx="520200" cy="832000"/>
            </a:xfrm>
          </p:grpSpPr>
          <p:cxnSp>
            <p:nvCxnSpPr>
              <p:cNvPr id="8308" name="Google Shape;8308;p8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309" name="Google Shape;8309;p8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80"/>
            <p:cNvGrpSpPr/>
            <p:nvPr/>
          </p:nvGrpSpPr>
          <p:grpSpPr>
            <a:xfrm>
              <a:off x="1820100" y="1225475"/>
              <a:ext cx="416400" cy="729575"/>
              <a:chOff x="1820100" y="1225475"/>
              <a:chExt cx="416400" cy="729575"/>
            </a:xfrm>
          </p:grpSpPr>
          <p:cxnSp>
            <p:nvCxnSpPr>
              <p:cNvPr id="8311" name="Google Shape;8311;p8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312" name="Google Shape;8312;p8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3" name="Google Shape;8313;p80"/>
            <p:cNvGrpSpPr/>
            <p:nvPr/>
          </p:nvGrpSpPr>
          <p:grpSpPr>
            <a:xfrm>
              <a:off x="1874250" y="1278825"/>
              <a:ext cx="308100" cy="605275"/>
              <a:chOff x="1874250" y="1278825"/>
              <a:chExt cx="308100" cy="605275"/>
            </a:xfrm>
          </p:grpSpPr>
          <p:cxnSp>
            <p:nvCxnSpPr>
              <p:cNvPr id="8314" name="Google Shape;8314;p8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315" name="Google Shape;8315;p8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6" name="Google Shape;8316;p8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7" name="Google Shape;8317;p80"/>
          <p:cNvGrpSpPr/>
          <p:nvPr/>
        </p:nvGrpSpPr>
        <p:grpSpPr>
          <a:xfrm>
            <a:off x="1574012" y="1857258"/>
            <a:ext cx="739072" cy="714152"/>
            <a:chOff x="4334725" y="1355875"/>
            <a:chExt cx="3106650" cy="3001900"/>
          </a:xfrm>
        </p:grpSpPr>
        <p:grpSp>
          <p:nvGrpSpPr>
            <p:cNvPr id="8318" name="Google Shape;8318;p80"/>
            <p:cNvGrpSpPr/>
            <p:nvPr/>
          </p:nvGrpSpPr>
          <p:grpSpPr>
            <a:xfrm>
              <a:off x="4516050" y="1724875"/>
              <a:ext cx="2693725" cy="2632900"/>
              <a:chOff x="4516050" y="1724875"/>
              <a:chExt cx="2693725" cy="2632900"/>
            </a:xfrm>
          </p:grpSpPr>
          <p:sp>
            <p:nvSpPr>
              <p:cNvPr id="8319" name="Google Shape;8319;p8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2" name="Google Shape;8322;p80"/>
            <p:cNvGrpSpPr/>
            <p:nvPr/>
          </p:nvGrpSpPr>
          <p:grpSpPr>
            <a:xfrm>
              <a:off x="4334725" y="1355875"/>
              <a:ext cx="3106650" cy="2709650"/>
              <a:chOff x="4334725" y="1355875"/>
              <a:chExt cx="3106650" cy="2709650"/>
            </a:xfrm>
          </p:grpSpPr>
          <p:sp>
            <p:nvSpPr>
              <p:cNvPr id="8323" name="Google Shape;8323;p8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26" name="Google Shape;8326;p80"/>
          <p:cNvGrpSpPr/>
          <p:nvPr/>
        </p:nvGrpSpPr>
        <p:grpSpPr>
          <a:xfrm>
            <a:off x="7690961" y="3488029"/>
            <a:ext cx="312074" cy="684173"/>
            <a:chOff x="7645573" y="3754300"/>
            <a:chExt cx="293855" cy="644170"/>
          </a:xfrm>
        </p:grpSpPr>
        <p:sp>
          <p:nvSpPr>
            <p:cNvPr id="8327" name="Google Shape;8327;p8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80"/>
          <p:cNvGrpSpPr/>
          <p:nvPr/>
        </p:nvGrpSpPr>
        <p:grpSpPr>
          <a:xfrm>
            <a:off x="5612949" y="970936"/>
            <a:ext cx="709011" cy="739359"/>
            <a:chOff x="5830645" y="1256617"/>
            <a:chExt cx="530340" cy="553040"/>
          </a:xfrm>
        </p:grpSpPr>
        <p:grpSp>
          <p:nvGrpSpPr>
            <p:cNvPr id="8330" name="Google Shape;8330;p80"/>
            <p:cNvGrpSpPr/>
            <p:nvPr/>
          </p:nvGrpSpPr>
          <p:grpSpPr>
            <a:xfrm>
              <a:off x="5830645" y="1256617"/>
              <a:ext cx="259743" cy="269909"/>
              <a:chOff x="5830645" y="1256617"/>
              <a:chExt cx="259743" cy="269909"/>
            </a:xfrm>
          </p:grpSpPr>
          <p:sp>
            <p:nvSpPr>
              <p:cNvPr id="8331" name="Google Shape;8331;p8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3" name="Google Shape;8333;p80"/>
            <p:cNvGrpSpPr/>
            <p:nvPr/>
          </p:nvGrpSpPr>
          <p:grpSpPr>
            <a:xfrm>
              <a:off x="6101293" y="1256617"/>
              <a:ext cx="259692" cy="269909"/>
              <a:chOff x="6101293" y="1256617"/>
              <a:chExt cx="259692" cy="269909"/>
            </a:xfrm>
          </p:grpSpPr>
          <p:sp>
            <p:nvSpPr>
              <p:cNvPr id="8334" name="Google Shape;8334;p8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80"/>
            <p:cNvGrpSpPr/>
            <p:nvPr/>
          </p:nvGrpSpPr>
          <p:grpSpPr>
            <a:xfrm>
              <a:off x="5830645" y="1539749"/>
              <a:ext cx="259692" cy="269909"/>
              <a:chOff x="5830645" y="1539749"/>
              <a:chExt cx="259692" cy="269909"/>
            </a:xfrm>
          </p:grpSpPr>
          <p:sp>
            <p:nvSpPr>
              <p:cNvPr id="8337" name="Google Shape;8337;p8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80"/>
            <p:cNvGrpSpPr/>
            <p:nvPr/>
          </p:nvGrpSpPr>
          <p:grpSpPr>
            <a:xfrm>
              <a:off x="6101293" y="1539749"/>
              <a:ext cx="259692" cy="269909"/>
              <a:chOff x="6101293" y="1539749"/>
              <a:chExt cx="259692" cy="269909"/>
            </a:xfrm>
          </p:grpSpPr>
          <p:sp>
            <p:nvSpPr>
              <p:cNvPr id="8340" name="Google Shape;8340;p8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42" name="Google Shape;8342;p8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80"/>
          <p:cNvGrpSpPr/>
          <p:nvPr/>
        </p:nvGrpSpPr>
        <p:grpSpPr>
          <a:xfrm>
            <a:off x="714444" y="2707052"/>
            <a:ext cx="1452955" cy="621360"/>
            <a:chOff x="732422" y="2990152"/>
            <a:chExt cx="1337773" cy="572102"/>
          </a:xfrm>
        </p:grpSpPr>
        <p:sp>
          <p:nvSpPr>
            <p:cNvPr id="8344" name="Google Shape;8344;p8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8353"/>
        <p:cNvGrpSpPr/>
        <p:nvPr/>
      </p:nvGrpSpPr>
      <p:grpSpPr>
        <a:xfrm>
          <a:off x="0" y="0"/>
          <a:ext cx="0" cy="0"/>
          <a:chOff x="0" y="0"/>
          <a:chExt cx="0" cy="0"/>
        </a:xfrm>
      </p:grpSpPr>
      <p:grpSp>
        <p:nvGrpSpPr>
          <p:cNvPr id="8354" name="Google Shape;8354;p81"/>
          <p:cNvGrpSpPr/>
          <p:nvPr/>
        </p:nvGrpSpPr>
        <p:grpSpPr>
          <a:xfrm>
            <a:off x="708579" y="965872"/>
            <a:ext cx="1636117" cy="1526144"/>
            <a:chOff x="729238" y="1179665"/>
            <a:chExt cx="1636117" cy="1526144"/>
          </a:xfrm>
        </p:grpSpPr>
        <p:grpSp>
          <p:nvGrpSpPr>
            <p:cNvPr id="8355" name="Google Shape;8355;p81"/>
            <p:cNvGrpSpPr/>
            <p:nvPr/>
          </p:nvGrpSpPr>
          <p:grpSpPr>
            <a:xfrm>
              <a:off x="729238" y="1179665"/>
              <a:ext cx="80700" cy="1526144"/>
              <a:chOff x="729238" y="1179665"/>
              <a:chExt cx="80700" cy="1526144"/>
            </a:xfrm>
          </p:grpSpPr>
          <p:sp>
            <p:nvSpPr>
              <p:cNvPr id="8356" name="Google Shape;8356;p8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6" name="Google Shape;8366;p81"/>
            <p:cNvGrpSpPr/>
            <p:nvPr/>
          </p:nvGrpSpPr>
          <p:grpSpPr>
            <a:xfrm>
              <a:off x="903098" y="1179665"/>
              <a:ext cx="80700" cy="1526144"/>
              <a:chOff x="903098" y="1179665"/>
              <a:chExt cx="80700" cy="1526144"/>
            </a:xfrm>
          </p:grpSpPr>
          <p:sp>
            <p:nvSpPr>
              <p:cNvPr id="8367" name="Google Shape;8367;p8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81"/>
            <p:cNvGrpSpPr/>
            <p:nvPr/>
          </p:nvGrpSpPr>
          <p:grpSpPr>
            <a:xfrm>
              <a:off x="1076958" y="1179665"/>
              <a:ext cx="80700" cy="1526144"/>
              <a:chOff x="1076958" y="1179665"/>
              <a:chExt cx="80700" cy="1526144"/>
            </a:xfrm>
          </p:grpSpPr>
          <p:sp>
            <p:nvSpPr>
              <p:cNvPr id="8378" name="Google Shape;8378;p8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8" name="Google Shape;8388;p81"/>
            <p:cNvGrpSpPr/>
            <p:nvPr/>
          </p:nvGrpSpPr>
          <p:grpSpPr>
            <a:xfrm>
              <a:off x="1247707" y="1179665"/>
              <a:ext cx="80700" cy="1526144"/>
              <a:chOff x="1247707" y="1179665"/>
              <a:chExt cx="80700" cy="1526144"/>
            </a:xfrm>
          </p:grpSpPr>
          <p:sp>
            <p:nvSpPr>
              <p:cNvPr id="8389" name="Google Shape;8389;p8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81"/>
            <p:cNvGrpSpPr/>
            <p:nvPr/>
          </p:nvGrpSpPr>
          <p:grpSpPr>
            <a:xfrm>
              <a:off x="1421567" y="1179665"/>
              <a:ext cx="80700" cy="1526144"/>
              <a:chOff x="1421567" y="1179665"/>
              <a:chExt cx="80700" cy="1526144"/>
            </a:xfrm>
          </p:grpSpPr>
          <p:sp>
            <p:nvSpPr>
              <p:cNvPr id="8400" name="Google Shape;8400;p8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0" name="Google Shape;8410;p81"/>
            <p:cNvGrpSpPr/>
            <p:nvPr/>
          </p:nvGrpSpPr>
          <p:grpSpPr>
            <a:xfrm>
              <a:off x="1592327" y="1179665"/>
              <a:ext cx="80700" cy="1526144"/>
              <a:chOff x="1592327" y="1179665"/>
              <a:chExt cx="80700" cy="1526144"/>
            </a:xfrm>
          </p:grpSpPr>
          <p:sp>
            <p:nvSpPr>
              <p:cNvPr id="8411" name="Google Shape;8411;p8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1" name="Google Shape;8421;p81"/>
            <p:cNvGrpSpPr/>
            <p:nvPr/>
          </p:nvGrpSpPr>
          <p:grpSpPr>
            <a:xfrm>
              <a:off x="1766187" y="1179665"/>
              <a:ext cx="80700" cy="1526144"/>
              <a:chOff x="1766187" y="1179665"/>
              <a:chExt cx="80700" cy="1526144"/>
            </a:xfrm>
          </p:grpSpPr>
          <p:sp>
            <p:nvSpPr>
              <p:cNvPr id="8422" name="Google Shape;8422;p8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81"/>
            <p:cNvGrpSpPr/>
            <p:nvPr/>
          </p:nvGrpSpPr>
          <p:grpSpPr>
            <a:xfrm>
              <a:off x="1936935" y="1179665"/>
              <a:ext cx="80700" cy="1526144"/>
              <a:chOff x="1936935" y="1179665"/>
              <a:chExt cx="80700" cy="1526144"/>
            </a:xfrm>
          </p:grpSpPr>
          <p:sp>
            <p:nvSpPr>
              <p:cNvPr id="8433" name="Google Shape;8433;p8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81"/>
            <p:cNvGrpSpPr/>
            <p:nvPr/>
          </p:nvGrpSpPr>
          <p:grpSpPr>
            <a:xfrm>
              <a:off x="2110795" y="1179665"/>
              <a:ext cx="80700" cy="1526144"/>
              <a:chOff x="2110795" y="1179665"/>
              <a:chExt cx="80700" cy="1526144"/>
            </a:xfrm>
          </p:grpSpPr>
          <p:sp>
            <p:nvSpPr>
              <p:cNvPr id="8444" name="Google Shape;8444;p8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4" name="Google Shape;8454;p81"/>
            <p:cNvGrpSpPr/>
            <p:nvPr/>
          </p:nvGrpSpPr>
          <p:grpSpPr>
            <a:xfrm>
              <a:off x="2284655" y="1179665"/>
              <a:ext cx="80700" cy="1526144"/>
              <a:chOff x="2284655" y="1179665"/>
              <a:chExt cx="80700" cy="1526144"/>
            </a:xfrm>
          </p:grpSpPr>
          <p:sp>
            <p:nvSpPr>
              <p:cNvPr id="8455" name="Google Shape;8455;p8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65" name="Google Shape;8465;p81"/>
          <p:cNvGrpSpPr/>
          <p:nvPr/>
        </p:nvGrpSpPr>
        <p:grpSpPr>
          <a:xfrm>
            <a:off x="2603245" y="985011"/>
            <a:ext cx="1364248" cy="1102133"/>
            <a:chOff x="2623904" y="1198803"/>
            <a:chExt cx="1364248" cy="1102133"/>
          </a:xfrm>
        </p:grpSpPr>
        <p:grpSp>
          <p:nvGrpSpPr>
            <p:cNvPr id="8466" name="Google Shape;8466;p81"/>
            <p:cNvGrpSpPr/>
            <p:nvPr/>
          </p:nvGrpSpPr>
          <p:grpSpPr>
            <a:xfrm>
              <a:off x="2623907" y="1198803"/>
              <a:ext cx="1364245" cy="273000"/>
              <a:chOff x="2623907" y="1198803"/>
              <a:chExt cx="1364245" cy="273000"/>
            </a:xfrm>
          </p:grpSpPr>
          <p:sp>
            <p:nvSpPr>
              <p:cNvPr id="8467" name="Google Shape;8467;p8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81"/>
            <p:cNvGrpSpPr/>
            <p:nvPr/>
          </p:nvGrpSpPr>
          <p:grpSpPr>
            <a:xfrm>
              <a:off x="2623904" y="1476964"/>
              <a:ext cx="1364245" cy="273000"/>
              <a:chOff x="2623904" y="1476964"/>
              <a:chExt cx="1364245" cy="273000"/>
            </a:xfrm>
          </p:grpSpPr>
          <p:sp>
            <p:nvSpPr>
              <p:cNvPr id="8473" name="Google Shape;8473;p8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8" name="Google Shape;8478;p81"/>
            <p:cNvGrpSpPr/>
            <p:nvPr/>
          </p:nvGrpSpPr>
          <p:grpSpPr>
            <a:xfrm>
              <a:off x="2623907" y="1749775"/>
              <a:ext cx="1364245" cy="273000"/>
              <a:chOff x="2623907" y="1749775"/>
              <a:chExt cx="1364245" cy="273000"/>
            </a:xfrm>
          </p:grpSpPr>
          <p:sp>
            <p:nvSpPr>
              <p:cNvPr id="8479" name="Google Shape;8479;p8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4" name="Google Shape;8484;p81"/>
            <p:cNvGrpSpPr/>
            <p:nvPr/>
          </p:nvGrpSpPr>
          <p:grpSpPr>
            <a:xfrm>
              <a:off x="2623904" y="2027936"/>
              <a:ext cx="1364245" cy="273000"/>
              <a:chOff x="2623904" y="2027936"/>
              <a:chExt cx="1364245" cy="273000"/>
            </a:xfrm>
          </p:grpSpPr>
          <p:sp>
            <p:nvSpPr>
              <p:cNvPr id="8485" name="Google Shape;8485;p8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90" name="Google Shape;8490;p81"/>
          <p:cNvGrpSpPr/>
          <p:nvPr/>
        </p:nvGrpSpPr>
        <p:grpSpPr>
          <a:xfrm>
            <a:off x="2592706" y="2444193"/>
            <a:ext cx="1387541" cy="159124"/>
            <a:chOff x="3200660" y="2180272"/>
            <a:chExt cx="2563824" cy="378237"/>
          </a:xfrm>
        </p:grpSpPr>
        <p:sp>
          <p:nvSpPr>
            <p:cNvPr id="8491" name="Google Shape;8491;p8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9" name="Google Shape;8509;p81"/>
          <p:cNvGrpSpPr/>
          <p:nvPr/>
        </p:nvGrpSpPr>
        <p:grpSpPr>
          <a:xfrm>
            <a:off x="2589231" y="2722018"/>
            <a:ext cx="1390502" cy="159625"/>
            <a:chOff x="3530150" y="2790075"/>
            <a:chExt cx="1962600" cy="225300"/>
          </a:xfrm>
        </p:grpSpPr>
        <p:sp>
          <p:nvSpPr>
            <p:cNvPr id="8510" name="Google Shape;8510;p8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2" name="Google Shape;8512;p81"/>
          <p:cNvGrpSpPr/>
          <p:nvPr/>
        </p:nvGrpSpPr>
        <p:grpSpPr>
          <a:xfrm>
            <a:off x="2589884" y="3000344"/>
            <a:ext cx="1411629" cy="153761"/>
            <a:chOff x="3558802" y="4011427"/>
            <a:chExt cx="1866000" cy="111300"/>
          </a:xfrm>
        </p:grpSpPr>
        <p:sp>
          <p:nvSpPr>
            <p:cNvPr id="8513" name="Google Shape;8513;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5" name="Google Shape;8515;p81"/>
          <p:cNvGrpSpPr/>
          <p:nvPr/>
        </p:nvGrpSpPr>
        <p:grpSpPr>
          <a:xfrm>
            <a:off x="2589576" y="2205744"/>
            <a:ext cx="1383503" cy="119749"/>
            <a:chOff x="3465975" y="2270276"/>
            <a:chExt cx="1986364" cy="171929"/>
          </a:xfrm>
        </p:grpSpPr>
        <p:sp>
          <p:nvSpPr>
            <p:cNvPr id="8516" name="Google Shape;8516;p8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81"/>
          <p:cNvGrpSpPr/>
          <p:nvPr/>
        </p:nvGrpSpPr>
        <p:grpSpPr>
          <a:xfrm>
            <a:off x="2600584" y="3569394"/>
            <a:ext cx="1369531" cy="195460"/>
            <a:chOff x="723300" y="4253549"/>
            <a:chExt cx="2276482" cy="324900"/>
          </a:xfrm>
        </p:grpSpPr>
        <p:sp>
          <p:nvSpPr>
            <p:cNvPr id="8525" name="Google Shape;8525;p8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0" name="Google Shape;8530;p81"/>
          <p:cNvGrpSpPr/>
          <p:nvPr/>
        </p:nvGrpSpPr>
        <p:grpSpPr>
          <a:xfrm>
            <a:off x="2590145" y="3270574"/>
            <a:ext cx="1389066" cy="180119"/>
            <a:chOff x="705948" y="3788465"/>
            <a:chExt cx="2308953" cy="299400"/>
          </a:xfrm>
        </p:grpSpPr>
        <p:sp>
          <p:nvSpPr>
            <p:cNvPr id="8531" name="Google Shape;8531;p8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6" name="Google Shape;8536;p81"/>
          <p:cNvGrpSpPr/>
          <p:nvPr/>
        </p:nvGrpSpPr>
        <p:grpSpPr>
          <a:xfrm>
            <a:off x="2638082" y="3883554"/>
            <a:ext cx="1304609" cy="294074"/>
            <a:chOff x="2658741" y="4097347"/>
            <a:chExt cx="1304609" cy="294074"/>
          </a:xfrm>
        </p:grpSpPr>
        <p:grpSp>
          <p:nvGrpSpPr>
            <p:cNvPr id="8537" name="Google Shape;8537;p81"/>
            <p:cNvGrpSpPr/>
            <p:nvPr/>
          </p:nvGrpSpPr>
          <p:grpSpPr>
            <a:xfrm>
              <a:off x="2658741" y="4097347"/>
              <a:ext cx="118572" cy="294074"/>
              <a:chOff x="3343310" y="4475555"/>
              <a:chExt cx="127717" cy="316753"/>
            </a:xfrm>
          </p:grpSpPr>
          <p:sp>
            <p:nvSpPr>
              <p:cNvPr id="8538" name="Google Shape;8538;p8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0" name="Google Shape;8540;p81"/>
            <p:cNvGrpSpPr/>
            <p:nvPr/>
          </p:nvGrpSpPr>
          <p:grpSpPr>
            <a:xfrm>
              <a:off x="3815519" y="4098388"/>
              <a:ext cx="147831" cy="291991"/>
              <a:chOff x="3527539" y="4476677"/>
              <a:chExt cx="159232" cy="314510"/>
            </a:xfrm>
          </p:grpSpPr>
          <p:sp>
            <p:nvSpPr>
              <p:cNvPr id="8541" name="Google Shape;8541;p8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3" name="Google Shape;8543;p81"/>
            <p:cNvGrpSpPr/>
            <p:nvPr/>
          </p:nvGrpSpPr>
          <p:grpSpPr>
            <a:xfrm>
              <a:off x="3511696" y="4098388"/>
              <a:ext cx="147831" cy="291991"/>
              <a:chOff x="3527539" y="4476677"/>
              <a:chExt cx="159232" cy="314510"/>
            </a:xfrm>
          </p:grpSpPr>
          <p:sp>
            <p:nvSpPr>
              <p:cNvPr id="8544" name="Google Shape;8544;p8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6" name="Google Shape;8546;p81"/>
            <p:cNvGrpSpPr/>
            <p:nvPr/>
          </p:nvGrpSpPr>
          <p:grpSpPr>
            <a:xfrm>
              <a:off x="3207874" y="4098388"/>
              <a:ext cx="147831" cy="291991"/>
              <a:chOff x="3527539" y="4476677"/>
              <a:chExt cx="159232" cy="314510"/>
            </a:xfrm>
          </p:grpSpPr>
          <p:sp>
            <p:nvSpPr>
              <p:cNvPr id="8547" name="Google Shape;8547;p8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81"/>
            <p:cNvGrpSpPr/>
            <p:nvPr/>
          </p:nvGrpSpPr>
          <p:grpSpPr>
            <a:xfrm>
              <a:off x="2933305" y="4097347"/>
              <a:ext cx="118572" cy="294074"/>
              <a:chOff x="3343310" y="4475555"/>
              <a:chExt cx="127717" cy="316753"/>
            </a:xfrm>
          </p:grpSpPr>
          <p:sp>
            <p:nvSpPr>
              <p:cNvPr id="8550" name="Google Shape;8550;p8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2" name="Google Shape;8552;p81"/>
          <p:cNvGrpSpPr/>
          <p:nvPr/>
        </p:nvGrpSpPr>
        <p:grpSpPr>
          <a:xfrm>
            <a:off x="4256912" y="1866676"/>
            <a:ext cx="1433821" cy="191501"/>
            <a:chOff x="4273350" y="2080469"/>
            <a:chExt cx="1433821" cy="191501"/>
          </a:xfrm>
        </p:grpSpPr>
        <p:grpSp>
          <p:nvGrpSpPr>
            <p:cNvPr id="8553" name="Google Shape;8553;p81"/>
            <p:cNvGrpSpPr/>
            <p:nvPr/>
          </p:nvGrpSpPr>
          <p:grpSpPr>
            <a:xfrm>
              <a:off x="4273350" y="2080469"/>
              <a:ext cx="1433821" cy="0"/>
              <a:chOff x="5224975" y="2962250"/>
              <a:chExt cx="1544400" cy="0"/>
            </a:xfrm>
          </p:grpSpPr>
          <p:cxnSp>
            <p:nvCxnSpPr>
              <p:cNvPr id="8554" name="Google Shape;8554;p8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555" name="Google Shape;8555;p8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556" name="Google Shape;8556;p81"/>
            <p:cNvGrpSpPr/>
            <p:nvPr/>
          </p:nvGrpSpPr>
          <p:grpSpPr>
            <a:xfrm>
              <a:off x="4273350" y="2271969"/>
              <a:ext cx="1433821" cy="0"/>
              <a:chOff x="5224975" y="2962250"/>
              <a:chExt cx="1544400" cy="0"/>
            </a:xfrm>
          </p:grpSpPr>
          <p:cxnSp>
            <p:nvCxnSpPr>
              <p:cNvPr id="8557" name="Google Shape;8557;p8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558" name="Google Shape;8558;p8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559" name="Google Shape;8559;p81"/>
          <p:cNvGrpSpPr/>
          <p:nvPr/>
        </p:nvGrpSpPr>
        <p:grpSpPr>
          <a:xfrm>
            <a:off x="4258467" y="969244"/>
            <a:ext cx="1430711" cy="743389"/>
            <a:chOff x="5159450" y="1919950"/>
            <a:chExt cx="1541050" cy="862500"/>
          </a:xfrm>
        </p:grpSpPr>
        <p:sp>
          <p:nvSpPr>
            <p:cNvPr id="8560" name="Google Shape;8560;p8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561" name="Google Shape;8561;p81"/>
            <p:cNvGrpSpPr/>
            <p:nvPr/>
          </p:nvGrpSpPr>
          <p:grpSpPr>
            <a:xfrm>
              <a:off x="5159450" y="1919950"/>
              <a:ext cx="1541050" cy="862500"/>
              <a:chOff x="5159450" y="1919950"/>
              <a:chExt cx="1541050" cy="862500"/>
            </a:xfrm>
          </p:grpSpPr>
          <p:cxnSp>
            <p:nvCxnSpPr>
              <p:cNvPr id="8562" name="Google Shape;8562;p8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563" name="Google Shape;8563;p8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564" name="Google Shape;8564;p81"/>
          <p:cNvGrpSpPr/>
          <p:nvPr/>
        </p:nvGrpSpPr>
        <p:grpSpPr>
          <a:xfrm>
            <a:off x="4248581" y="2192571"/>
            <a:ext cx="1450484" cy="1052087"/>
            <a:chOff x="5230575" y="1554475"/>
            <a:chExt cx="2137150" cy="1550150"/>
          </a:xfrm>
        </p:grpSpPr>
        <p:sp>
          <p:nvSpPr>
            <p:cNvPr id="8565" name="Google Shape;8565;p8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8" name="Google Shape;8578;p81"/>
          <p:cNvGrpSpPr/>
          <p:nvPr/>
        </p:nvGrpSpPr>
        <p:grpSpPr>
          <a:xfrm rot="10800000">
            <a:off x="4265131" y="3284761"/>
            <a:ext cx="1417383" cy="887946"/>
            <a:chOff x="5645403" y="2920021"/>
            <a:chExt cx="2650800" cy="2180614"/>
          </a:xfrm>
        </p:grpSpPr>
        <p:sp>
          <p:nvSpPr>
            <p:cNvPr id="8579" name="Google Shape;8579;p8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0" name="Google Shape;8580;p81"/>
            <p:cNvCxnSpPr>
              <a:stCxn id="857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581" name="Google Shape;8581;p8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2" name="Google Shape;8582;p81"/>
            <p:cNvCxnSpPr>
              <a:endCxn id="8581"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583" name="Google Shape;8583;p8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4" name="Google Shape;8584;p81"/>
            <p:cNvCxnSpPr>
              <a:stCxn id="8583"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585" name="Google Shape;8585;p8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6" name="Google Shape;8586;p81"/>
            <p:cNvCxnSpPr>
              <a:endCxn id="858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587" name="Google Shape;8587;p81"/>
          <p:cNvGrpSpPr/>
          <p:nvPr/>
        </p:nvGrpSpPr>
        <p:grpSpPr>
          <a:xfrm>
            <a:off x="7365491" y="2188116"/>
            <a:ext cx="1071743" cy="1021579"/>
            <a:chOff x="7189833" y="2022667"/>
            <a:chExt cx="1251159" cy="1192597"/>
          </a:xfrm>
        </p:grpSpPr>
        <p:sp>
          <p:nvSpPr>
            <p:cNvPr id="8588" name="Google Shape;8588;p8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81"/>
          <p:cNvGrpSpPr/>
          <p:nvPr/>
        </p:nvGrpSpPr>
        <p:grpSpPr>
          <a:xfrm>
            <a:off x="706762" y="2614523"/>
            <a:ext cx="1695374" cy="1560837"/>
            <a:chOff x="727421" y="2828315"/>
            <a:chExt cx="1695374" cy="1560837"/>
          </a:xfrm>
        </p:grpSpPr>
        <p:grpSp>
          <p:nvGrpSpPr>
            <p:cNvPr id="8593" name="Google Shape;8593;p81"/>
            <p:cNvGrpSpPr/>
            <p:nvPr/>
          </p:nvGrpSpPr>
          <p:grpSpPr>
            <a:xfrm>
              <a:off x="819108" y="2882501"/>
              <a:ext cx="103104" cy="1426186"/>
              <a:chOff x="4674013" y="3100904"/>
              <a:chExt cx="122758" cy="1698043"/>
            </a:xfrm>
          </p:grpSpPr>
          <p:sp>
            <p:nvSpPr>
              <p:cNvPr id="8594" name="Google Shape;8594;p8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81"/>
            <p:cNvGrpSpPr/>
            <p:nvPr/>
          </p:nvGrpSpPr>
          <p:grpSpPr>
            <a:xfrm>
              <a:off x="1062475" y="2882501"/>
              <a:ext cx="103104" cy="1426186"/>
              <a:chOff x="4940438" y="3100904"/>
              <a:chExt cx="122758" cy="1698043"/>
            </a:xfrm>
          </p:grpSpPr>
          <p:sp>
            <p:nvSpPr>
              <p:cNvPr id="8602" name="Google Shape;8602;p8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81"/>
            <p:cNvGrpSpPr/>
            <p:nvPr/>
          </p:nvGrpSpPr>
          <p:grpSpPr>
            <a:xfrm>
              <a:off x="1299324" y="2882501"/>
              <a:ext cx="103104" cy="1426186"/>
              <a:chOff x="5206863" y="3100904"/>
              <a:chExt cx="122758" cy="1698043"/>
            </a:xfrm>
          </p:grpSpPr>
          <p:sp>
            <p:nvSpPr>
              <p:cNvPr id="8610" name="Google Shape;8610;p8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7" name="Google Shape;8617;p81"/>
            <p:cNvGrpSpPr/>
            <p:nvPr/>
          </p:nvGrpSpPr>
          <p:grpSpPr>
            <a:xfrm>
              <a:off x="1786057" y="2882501"/>
              <a:ext cx="103104" cy="1426186"/>
              <a:chOff x="6006138" y="3143629"/>
              <a:chExt cx="122758" cy="1698043"/>
            </a:xfrm>
          </p:grpSpPr>
          <p:sp>
            <p:nvSpPr>
              <p:cNvPr id="8618" name="Google Shape;8618;p8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81"/>
            <p:cNvGrpSpPr/>
            <p:nvPr/>
          </p:nvGrpSpPr>
          <p:grpSpPr>
            <a:xfrm>
              <a:off x="2029422" y="2882501"/>
              <a:ext cx="103104" cy="1426186"/>
              <a:chOff x="6805413" y="3100904"/>
              <a:chExt cx="122758" cy="1698043"/>
            </a:xfrm>
          </p:grpSpPr>
          <p:sp>
            <p:nvSpPr>
              <p:cNvPr id="8626" name="Google Shape;8626;p8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81"/>
            <p:cNvGrpSpPr/>
            <p:nvPr/>
          </p:nvGrpSpPr>
          <p:grpSpPr>
            <a:xfrm>
              <a:off x="727421" y="2828315"/>
              <a:ext cx="1695374" cy="1560837"/>
              <a:chOff x="734799" y="2782450"/>
              <a:chExt cx="1571100" cy="1577400"/>
            </a:xfrm>
          </p:grpSpPr>
          <p:cxnSp>
            <p:nvCxnSpPr>
              <p:cNvPr id="8634" name="Google Shape;8634;p8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635" name="Google Shape;8635;p8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636" name="Google Shape;8636;p81"/>
            <p:cNvGrpSpPr/>
            <p:nvPr/>
          </p:nvGrpSpPr>
          <p:grpSpPr>
            <a:xfrm>
              <a:off x="2272795" y="2882501"/>
              <a:ext cx="103104" cy="1426186"/>
              <a:chOff x="5206863" y="3100904"/>
              <a:chExt cx="122758" cy="1698043"/>
            </a:xfrm>
          </p:grpSpPr>
          <p:sp>
            <p:nvSpPr>
              <p:cNvPr id="8637" name="Google Shape;8637;p8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81"/>
            <p:cNvGrpSpPr/>
            <p:nvPr/>
          </p:nvGrpSpPr>
          <p:grpSpPr>
            <a:xfrm>
              <a:off x="1542694" y="2882501"/>
              <a:ext cx="103104" cy="1426186"/>
              <a:chOff x="6006138" y="3143629"/>
              <a:chExt cx="122758" cy="1698043"/>
            </a:xfrm>
          </p:grpSpPr>
          <p:sp>
            <p:nvSpPr>
              <p:cNvPr id="8645" name="Google Shape;8645;p8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2" name="Google Shape;8652;p81"/>
          <p:cNvGrpSpPr/>
          <p:nvPr/>
        </p:nvGrpSpPr>
        <p:grpSpPr>
          <a:xfrm>
            <a:off x="5915341" y="2192094"/>
            <a:ext cx="1248543" cy="1025319"/>
            <a:chOff x="5183758" y="1210600"/>
            <a:chExt cx="3605380" cy="2960783"/>
          </a:xfrm>
        </p:grpSpPr>
        <p:sp>
          <p:nvSpPr>
            <p:cNvPr id="8653" name="Google Shape;8653;p8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57" name="Google Shape;8657;p8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658" name="Google Shape;8658;p8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659" name="Google Shape;8659;p8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660" name="Google Shape;8660;p8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661" name="Google Shape;8661;p8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81"/>
          <p:cNvGrpSpPr/>
          <p:nvPr/>
        </p:nvGrpSpPr>
        <p:grpSpPr>
          <a:xfrm>
            <a:off x="5772403" y="3330411"/>
            <a:ext cx="2664831" cy="843440"/>
            <a:chOff x="5916567" y="1099697"/>
            <a:chExt cx="2556683" cy="809211"/>
          </a:xfrm>
        </p:grpSpPr>
        <p:sp>
          <p:nvSpPr>
            <p:cNvPr id="8663" name="Google Shape;8663;p8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8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81"/>
          <p:cNvGrpSpPr/>
          <p:nvPr/>
        </p:nvGrpSpPr>
        <p:grpSpPr>
          <a:xfrm>
            <a:off x="5879943" y="979270"/>
            <a:ext cx="1299851" cy="1023338"/>
            <a:chOff x="5900602" y="1193063"/>
            <a:chExt cx="1299851" cy="1023338"/>
          </a:xfrm>
        </p:grpSpPr>
        <p:grpSp>
          <p:nvGrpSpPr>
            <p:cNvPr id="8672" name="Google Shape;8672;p81"/>
            <p:cNvGrpSpPr/>
            <p:nvPr/>
          </p:nvGrpSpPr>
          <p:grpSpPr>
            <a:xfrm>
              <a:off x="6743564" y="1193063"/>
              <a:ext cx="456889" cy="700379"/>
              <a:chOff x="6743564" y="1193063"/>
              <a:chExt cx="456889" cy="700379"/>
            </a:xfrm>
          </p:grpSpPr>
          <p:grpSp>
            <p:nvGrpSpPr>
              <p:cNvPr id="8673" name="Google Shape;8673;p81"/>
              <p:cNvGrpSpPr/>
              <p:nvPr/>
            </p:nvGrpSpPr>
            <p:grpSpPr>
              <a:xfrm>
                <a:off x="6743564" y="1690731"/>
                <a:ext cx="214402" cy="202710"/>
                <a:chOff x="6743564" y="1690731"/>
                <a:chExt cx="214402" cy="202710"/>
              </a:xfrm>
            </p:grpSpPr>
            <p:sp>
              <p:nvSpPr>
                <p:cNvPr id="8674" name="Google Shape;8674;p8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81"/>
              <p:cNvGrpSpPr/>
              <p:nvPr/>
            </p:nvGrpSpPr>
            <p:grpSpPr>
              <a:xfrm>
                <a:off x="6915505" y="1193063"/>
                <a:ext cx="284947" cy="589637"/>
                <a:chOff x="6915505" y="1193063"/>
                <a:chExt cx="284947" cy="589637"/>
              </a:xfrm>
            </p:grpSpPr>
            <p:sp>
              <p:nvSpPr>
                <p:cNvPr id="8677" name="Google Shape;8677;p8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8" name="Google Shape;8678;p8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679" name="Google Shape;8679;p81"/>
            <p:cNvGrpSpPr/>
            <p:nvPr/>
          </p:nvGrpSpPr>
          <p:grpSpPr>
            <a:xfrm>
              <a:off x="6520337" y="1193063"/>
              <a:ext cx="341815" cy="801589"/>
              <a:chOff x="6520337" y="1193063"/>
              <a:chExt cx="341815" cy="801589"/>
            </a:xfrm>
          </p:grpSpPr>
          <p:grpSp>
            <p:nvGrpSpPr>
              <p:cNvPr id="8680" name="Google Shape;8680;p81"/>
              <p:cNvGrpSpPr/>
              <p:nvPr/>
            </p:nvGrpSpPr>
            <p:grpSpPr>
              <a:xfrm>
                <a:off x="6520337" y="1589527"/>
                <a:ext cx="213950" cy="405125"/>
                <a:chOff x="6520337" y="1589527"/>
                <a:chExt cx="213950" cy="405125"/>
              </a:xfrm>
            </p:grpSpPr>
            <p:sp>
              <p:nvSpPr>
                <p:cNvPr id="8681" name="Google Shape;8681;p8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81"/>
              <p:cNvGrpSpPr/>
              <p:nvPr/>
            </p:nvGrpSpPr>
            <p:grpSpPr>
              <a:xfrm>
                <a:off x="6577204" y="1193063"/>
                <a:ext cx="284947" cy="453562"/>
                <a:chOff x="6577204" y="1193063"/>
                <a:chExt cx="284947" cy="453562"/>
              </a:xfrm>
            </p:grpSpPr>
            <p:sp>
              <p:nvSpPr>
                <p:cNvPr id="8684" name="Google Shape;8684;p8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5" name="Google Shape;8685;p8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686" name="Google Shape;8686;p81"/>
            <p:cNvGrpSpPr/>
            <p:nvPr/>
          </p:nvGrpSpPr>
          <p:grpSpPr>
            <a:xfrm>
              <a:off x="6238903" y="1193063"/>
              <a:ext cx="300475" cy="901782"/>
              <a:chOff x="6238903" y="1193063"/>
              <a:chExt cx="300475" cy="901782"/>
            </a:xfrm>
          </p:grpSpPr>
          <p:grpSp>
            <p:nvGrpSpPr>
              <p:cNvPr id="8687" name="Google Shape;8687;p81"/>
              <p:cNvGrpSpPr/>
              <p:nvPr/>
            </p:nvGrpSpPr>
            <p:grpSpPr>
              <a:xfrm>
                <a:off x="6290865" y="1489315"/>
                <a:ext cx="248514" cy="605530"/>
                <a:chOff x="6290865" y="1489315"/>
                <a:chExt cx="248514" cy="605530"/>
              </a:xfrm>
            </p:grpSpPr>
            <p:sp>
              <p:nvSpPr>
                <p:cNvPr id="8688" name="Google Shape;8688;p8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0" name="Google Shape;8690;p81"/>
              <p:cNvGrpSpPr/>
              <p:nvPr/>
            </p:nvGrpSpPr>
            <p:grpSpPr>
              <a:xfrm>
                <a:off x="6238903" y="1193063"/>
                <a:ext cx="284947" cy="327512"/>
                <a:chOff x="6238903" y="1193063"/>
                <a:chExt cx="284947" cy="327512"/>
              </a:xfrm>
            </p:grpSpPr>
            <p:sp>
              <p:nvSpPr>
                <p:cNvPr id="8691" name="Google Shape;8691;p8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92" name="Google Shape;8692;p8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693" name="Google Shape;8693;p81"/>
            <p:cNvGrpSpPr/>
            <p:nvPr/>
          </p:nvGrpSpPr>
          <p:grpSpPr>
            <a:xfrm>
              <a:off x="5900602" y="1193063"/>
              <a:ext cx="444345" cy="1023338"/>
              <a:chOff x="5900602" y="1193063"/>
              <a:chExt cx="444345" cy="1023338"/>
            </a:xfrm>
          </p:grpSpPr>
          <p:grpSp>
            <p:nvGrpSpPr>
              <p:cNvPr id="8694" name="Google Shape;8694;p81"/>
              <p:cNvGrpSpPr/>
              <p:nvPr/>
            </p:nvGrpSpPr>
            <p:grpSpPr>
              <a:xfrm>
                <a:off x="6046501" y="1367785"/>
                <a:ext cx="298446" cy="848616"/>
                <a:chOff x="6046501" y="1367785"/>
                <a:chExt cx="298446" cy="848616"/>
              </a:xfrm>
            </p:grpSpPr>
            <p:sp>
              <p:nvSpPr>
                <p:cNvPr id="8695" name="Google Shape;8695;p8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7" name="Google Shape;8697;p81"/>
              <p:cNvGrpSpPr/>
              <p:nvPr/>
            </p:nvGrpSpPr>
            <p:grpSpPr>
              <a:xfrm>
                <a:off x="5900602" y="1193063"/>
                <a:ext cx="284947" cy="182312"/>
                <a:chOff x="5900602" y="1193063"/>
                <a:chExt cx="284947" cy="182312"/>
              </a:xfrm>
            </p:grpSpPr>
            <p:sp>
              <p:nvSpPr>
                <p:cNvPr id="8698" name="Google Shape;8698;p8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99" name="Google Shape;8699;p8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700" name="Google Shape;8700;p81"/>
          <p:cNvGrpSpPr/>
          <p:nvPr/>
        </p:nvGrpSpPr>
        <p:grpSpPr>
          <a:xfrm>
            <a:off x="7217825" y="979415"/>
            <a:ext cx="1219413" cy="1051365"/>
            <a:chOff x="7287122" y="1165658"/>
            <a:chExt cx="1219413" cy="1051365"/>
          </a:xfrm>
        </p:grpSpPr>
        <p:grpSp>
          <p:nvGrpSpPr>
            <p:cNvPr id="8701" name="Google Shape;8701;p81"/>
            <p:cNvGrpSpPr/>
            <p:nvPr/>
          </p:nvGrpSpPr>
          <p:grpSpPr>
            <a:xfrm>
              <a:off x="7287122" y="1969723"/>
              <a:ext cx="1219413" cy="247300"/>
              <a:chOff x="7287122" y="1969723"/>
              <a:chExt cx="1219413" cy="247300"/>
            </a:xfrm>
          </p:grpSpPr>
          <p:sp>
            <p:nvSpPr>
              <p:cNvPr id="8702" name="Google Shape;8702;p8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03" name="Google Shape;8703;p81"/>
              <p:cNvGrpSpPr/>
              <p:nvPr/>
            </p:nvGrpSpPr>
            <p:grpSpPr>
              <a:xfrm>
                <a:off x="7287122" y="2063892"/>
                <a:ext cx="1151753" cy="73428"/>
                <a:chOff x="7287122" y="2063892"/>
                <a:chExt cx="1151753" cy="73428"/>
              </a:xfrm>
            </p:grpSpPr>
            <p:sp>
              <p:nvSpPr>
                <p:cNvPr id="8704" name="Google Shape;8704;p8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05" name="Google Shape;8705;p8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706" name="Google Shape;8706;p81"/>
            <p:cNvGrpSpPr/>
            <p:nvPr/>
          </p:nvGrpSpPr>
          <p:grpSpPr>
            <a:xfrm>
              <a:off x="7287122" y="1712201"/>
              <a:ext cx="1219403" cy="246767"/>
              <a:chOff x="7287122" y="1712201"/>
              <a:chExt cx="1219403" cy="246767"/>
            </a:xfrm>
          </p:grpSpPr>
          <p:sp>
            <p:nvSpPr>
              <p:cNvPr id="8707" name="Google Shape;8707;p8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08" name="Google Shape;8708;p81"/>
              <p:cNvGrpSpPr/>
              <p:nvPr/>
            </p:nvGrpSpPr>
            <p:grpSpPr>
              <a:xfrm>
                <a:off x="7287122" y="1842861"/>
                <a:ext cx="1005303" cy="73419"/>
                <a:chOff x="7287122" y="1842861"/>
                <a:chExt cx="1005303" cy="73419"/>
              </a:xfrm>
            </p:grpSpPr>
            <p:sp>
              <p:nvSpPr>
                <p:cNvPr id="8709" name="Google Shape;8709;p8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10" name="Google Shape;8710;p8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711" name="Google Shape;8711;p81"/>
            <p:cNvGrpSpPr/>
            <p:nvPr/>
          </p:nvGrpSpPr>
          <p:grpSpPr>
            <a:xfrm>
              <a:off x="7287122" y="1447520"/>
              <a:ext cx="1219403" cy="286667"/>
              <a:chOff x="7287122" y="1447520"/>
              <a:chExt cx="1219403" cy="286667"/>
            </a:xfrm>
          </p:grpSpPr>
          <p:sp>
            <p:nvSpPr>
              <p:cNvPr id="8712" name="Google Shape;8712;p8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3" name="Google Shape;8713;p81"/>
              <p:cNvGrpSpPr/>
              <p:nvPr/>
            </p:nvGrpSpPr>
            <p:grpSpPr>
              <a:xfrm>
                <a:off x="7287122" y="1581977"/>
                <a:ext cx="852803" cy="73428"/>
                <a:chOff x="7287122" y="1581977"/>
                <a:chExt cx="852803" cy="73428"/>
              </a:xfrm>
            </p:grpSpPr>
            <p:sp>
              <p:nvSpPr>
                <p:cNvPr id="8714" name="Google Shape;8714;p8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15" name="Google Shape;8715;p8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716" name="Google Shape;8716;p81"/>
            <p:cNvGrpSpPr/>
            <p:nvPr/>
          </p:nvGrpSpPr>
          <p:grpSpPr>
            <a:xfrm>
              <a:off x="7287122" y="1165658"/>
              <a:ext cx="1219403" cy="344253"/>
              <a:chOff x="7287122" y="1165658"/>
              <a:chExt cx="1219403" cy="344253"/>
            </a:xfrm>
          </p:grpSpPr>
          <p:sp>
            <p:nvSpPr>
              <p:cNvPr id="8717" name="Google Shape;8717;p8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8" name="Google Shape;8718;p81"/>
              <p:cNvGrpSpPr/>
              <p:nvPr/>
            </p:nvGrpSpPr>
            <p:grpSpPr>
              <a:xfrm>
                <a:off x="7287122" y="1341025"/>
                <a:ext cx="695703" cy="73419"/>
                <a:chOff x="7287122" y="1341025"/>
                <a:chExt cx="695703" cy="73419"/>
              </a:xfrm>
            </p:grpSpPr>
            <p:sp>
              <p:nvSpPr>
                <p:cNvPr id="8719" name="Google Shape;8719;p8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20" name="Google Shape;8720;p8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24"/>
        <p:cNvGrpSpPr/>
        <p:nvPr/>
      </p:nvGrpSpPr>
      <p:grpSpPr>
        <a:xfrm>
          <a:off x="0" y="0"/>
          <a:ext cx="0" cy="0"/>
          <a:chOff x="0" y="0"/>
          <a:chExt cx="0" cy="0"/>
        </a:xfrm>
      </p:grpSpPr>
      <p:grpSp>
        <p:nvGrpSpPr>
          <p:cNvPr id="8725" name="Google Shape;8725;p82"/>
          <p:cNvGrpSpPr/>
          <p:nvPr/>
        </p:nvGrpSpPr>
        <p:grpSpPr>
          <a:xfrm>
            <a:off x="846551" y="2273217"/>
            <a:ext cx="415546" cy="355053"/>
            <a:chOff x="866243" y="2291587"/>
            <a:chExt cx="415546" cy="355053"/>
          </a:xfrm>
        </p:grpSpPr>
        <p:sp>
          <p:nvSpPr>
            <p:cNvPr id="8726" name="Google Shape;8726;p8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1" name="Google Shape;8731;p82"/>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2" name="Google Shape;8732;p82"/>
          <p:cNvGrpSpPr/>
          <p:nvPr/>
        </p:nvGrpSpPr>
        <p:grpSpPr>
          <a:xfrm>
            <a:off x="1938828" y="2284205"/>
            <a:ext cx="359213" cy="327807"/>
            <a:chOff x="1958520" y="2302574"/>
            <a:chExt cx="359213" cy="327807"/>
          </a:xfrm>
        </p:grpSpPr>
        <p:sp>
          <p:nvSpPr>
            <p:cNvPr id="8733" name="Google Shape;8733;p8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6" name="Google Shape;8736;p82"/>
          <p:cNvGrpSpPr/>
          <p:nvPr/>
        </p:nvGrpSpPr>
        <p:grpSpPr>
          <a:xfrm>
            <a:off x="2560190" y="2269057"/>
            <a:ext cx="207582" cy="359594"/>
            <a:chOff x="2656082" y="2287427"/>
            <a:chExt cx="207582" cy="359594"/>
          </a:xfrm>
        </p:grpSpPr>
        <p:sp>
          <p:nvSpPr>
            <p:cNvPr id="8737" name="Google Shape;8737;p8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82"/>
          <p:cNvGrpSpPr/>
          <p:nvPr/>
        </p:nvGrpSpPr>
        <p:grpSpPr>
          <a:xfrm>
            <a:off x="3029961" y="2303099"/>
            <a:ext cx="362991" cy="290018"/>
            <a:chOff x="3049653" y="2321468"/>
            <a:chExt cx="362991" cy="290018"/>
          </a:xfrm>
        </p:grpSpPr>
        <p:sp>
          <p:nvSpPr>
            <p:cNvPr id="8742" name="Google Shape;8742;p8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6" name="Google Shape;8746;p82"/>
          <p:cNvGrpSpPr/>
          <p:nvPr/>
        </p:nvGrpSpPr>
        <p:grpSpPr>
          <a:xfrm>
            <a:off x="3544551" y="2271534"/>
            <a:ext cx="422342" cy="355243"/>
            <a:chOff x="3564243" y="2289904"/>
            <a:chExt cx="422342" cy="355243"/>
          </a:xfrm>
        </p:grpSpPr>
        <p:sp>
          <p:nvSpPr>
            <p:cNvPr id="8747" name="Google Shape;8747;p8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2" name="Google Shape;8752;p82"/>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3" name="Google Shape;8753;p82"/>
          <p:cNvGrpSpPr/>
          <p:nvPr/>
        </p:nvGrpSpPr>
        <p:grpSpPr>
          <a:xfrm>
            <a:off x="4668202" y="2271344"/>
            <a:ext cx="359594" cy="353909"/>
            <a:chOff x="4687894" y="2289713"/>
            <a:chExt cx="359594" cy="353909"/>
          </a:xfrm>
        </p:grpSpPr>
        <p:sp>
          <p:nvSpPr>
            <p:cNvPr id="8754" name="Google Shape;8754;p8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7" name="Google Shape;8757;p82"/>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8" name="Google Shape;8758;p82"/>
          <p:cNvGrpSpPr/>
          <p:nvPr/>
        </p:nvGrpSpPr>
        <p:grpSpPr>
          <a:xfrm>
            <a:off x="6352932" y="2289857"/>
            <a:ext cx="263567" cy="317614"/>
            <a:chOff x="6421399" y="2308227"/>
            <a:chExt cx="263567" cy="317614"/>
          </a:xfrm>
        </p:grpSpPr>
        <p:sp>
          <p:nvSpPr>
            <p:cNvPr id="8759" name="Google Shape;8759;p8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82"/>
          <p:cNvGrpSpPr/>
          <p:nvPr/>
        </p:nvGrpSpPr>
        <p:grpSpPr>
          <a:xfrm>
            <a:off x="6850501" y="2277250"/>
            <a:ext cx="360356" cy="343462"/>
            <a:chOff x="6870193" y="2295620"/>
            <a:chExt cx="360356" cy="343462"/>
          </a:xfrm>
        </p:grpSpPr>
        <p:sp>
          <p:nvSpPr>
            <p:cNvPr id="8764" name="Google Shape;8764;p8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82"/>
          <p:cNvGrpSpPr/>
          <p:nvPr/>
        </p:nvGrpSpPr>
        <p:grpSpPr>
          <a:xfrm>
            <a:off x="7421773" y="2284490"/>
            <a:ext cx="342192" cy="327140"/>
            <a:chOff x="7441465" y="2302860"/>
            <a:chExt cx="342192" cy="327140"/>
          </a:xfrm>
        </p:grpSpPr>
        <p:sp>
          <p:nvSpPr>
            <p:cNvPr id="8767" name="Google Shape;8767;p8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82"/>
          <p:cNvGrpSpPr/>
          <p:nvPr/>
        </p:nvGrpSpPr>
        <p:grpSpPr>
          <a:xfrm>
            <a:off x="7969991" y="2331837"/>
            <a:ext cx="332761" cy="234066"/>
            <a:chOff x="7989683" y="2350207"/>
            <a:chExt cx="332761" cy="234066"/>
          </a:xfrm>
        </p:grpSpPr>
        <p:sp>
          <p:nvSpPr>
            <p:cNvPr id="8770" name="Google Shape;8770;p8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6" name="Google Shape;8776;p82"/>
          <p:cNvGrpSpPr/>
          <p:nvPr/>
        </p:nvGrpSpPr>
        <p:grpSpPr>
          <a:xfrm>
            <a:off x="5803602" y="2291381"/>
            <a:ext cx="315327" cy="314978"/>
            <a:chOff x="5823294" y="2309751"/>
            <a:chExt cx="315327" cy="314978"/>
          </a:xfrm>
        </p:grpSpPr>
        <p:sp>
          <p:nvSpPr>
            <p:cNvPr id="8777" name="Google Shape;8777;p8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4" name="Google Shape;8794;p82"/>
          <p:cNvGrpSpPr/>
          <p:nvPr/>
        </p:nvGrpSpPr>
        <p:grpSpPr>
          <a:xfrm>
            <a:off x="2477583" y="2725790"/>
            <a:ext cx="370930" cy="370549"/>
            <a:chOff x="2497275" y="2744159"/>
            <a:chExt cx="370930" cy="370549"/>
          </a:xfrm>
        </p:grpSpPr>
        <p:sp>
          <p:nvSpPr>
            <p:cNvPr id="8795" name="Google Shape;8795;p8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1" name="Google Shape;8801;p82"/>
          <p:cNvGrpSpPr/>
          <p:nvPr/>
        </p:nvGrpSpPr>
        <p:grpSpPr>
          <a:xfrm>
            <a:off x="841248" y="2728108"/>
            <a:ext cx="371883" cy="365691"/>
            <a:chOff x="860940" y="2746477"/>
            <a:chExt cx="371883" cy="365691"/>
          </a:xfrm>
        </p:grpSpPr>
        <p:sp>
          <p:nvSpPr>
            <p:cNvPr id="8802" name="Google Shape;8802;p8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7" name="Google Shape;8807;p82"/>
          <p:cNvGrpSpPr/>
          <p:nvPr/>
        </p:nvGrpSpPr>
        <p:grpSpPr>
          <a:xfrm>
            <a:off x="1431144" y="2747889"/>
            <a:ext cx="283985" cy="341080"/>
            <a:chOff x="1493849" y="2775533"/>
            <a:chExt cx="283985" cy="341080"/>
          </a:xfrm>
        </p:grpSpPr>
        <p:sp>
          <p:nvSpPr>
            <p:cNvPr id="8808" name="Google Shape;8808;p8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0" name="Google Shape;8810;p82"/>
          <p:cNvGrpSpPr/>
          <p:nvPr/>
        </p:nvGrpSpPr>
        <p:grpSpPr>
          <a:xfrm>
            <a:off x="1933144" y="2756052"/>
            <a:ext cx="372835" cy="342573"/>
            <a:chOff x="1952836" y="2774422"/>
            <a:chExt cx="372835" cy="342573"/>
          </a:xfrm>
        </p:grpSpPr>
        <p:sp>
          <p:nvSpPr>
            <p:cNvPr id="8811" name="Google Shape;8811;p8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82"/>
          <p:cNvGrpSpPr/>
          <p:nvPr/>
        </p:nvGrpSpPr>
        <p:grpSpPr>
          <a:xfrm>
            <a:off x="3060224" y="2726107"/>
            <a:ext cx="332729" cy="372518"/>
            <a:chOff x="3079916" y="2744477"/>
            <a:chExt cx="332729" cy="372518"/>
          </a:xfrm>
        </p:grpSpPr>
        <p:sp>
          <p:nvSpPr>
            <p:cNvPr id="8815" name="Google Shape;8815;p8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8" name="Google Shape;8818;p82"/>
          <p:cNvGrpSpPr/>
          <p:nvPr/>
        </p:nvGrpSpPr>
        <p:grpSpPr>
          <a:xfrm>
            <a:off x="3600884" y="2727155"/>
            <a:ext cx="336889" cy="355592"/>
            <a:chOff x="3620576" y="2745525"/>
            <a:chExt cx="336889" cy="355592"/>
          </a:xfrm>
        </p:grpSpPr>
        <p:sp>
          <p:nvSpPr>
            <p:cNvPr id="8819" name="Google Shape;8819;p8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82"/>
          <p:cNvGrpSpPr/>
          <p:nvPr/>
        </p:nvGrpSpPr>
        <p:grpSpPr>
          <a:xfrm>
            <a:off x="4107123" y="2742334"/>
            <a:ext cx="380393" cy="363118"/>
            <a:chOff x="4126815" y="2760704"/>
            <a:chExt cx="380393" cy="363118"/>
          </a:xfrm>
        </p:grpSpPr>
        <p:sp>
          <p:nvSpPr>
            <p:cNvPr id="8822" name="Google Shape;8822;p8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6" name="Google Shape;8826;p82"/>
          <p:cNvGrpSpPr/>
          <p:nvPr/>
        </p:nvGrpSpPr>
        <p:grpSpPr>
          <a:xfrm>
            <a:off x="4656294" y="2727314"/>
            <a:ext cx="381346" cy="368644"/>
            <a:chOff x="4675986" y="2745684"/>
            <a:chExt cx="381346" cy="368644"/>
          </a:xfrm>
        </p:grpSpPr>
        <p:sp>
          <p:nvSpPr>
            <p:cNvPr id="8827" name="Google Shape;8827;p8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9" name="Google Shape;8829;p82"/>
          <p:cNvGrpSpPr/>
          <p:nvPr/>
        </p:nvGrpSpPr>
        <p:grpSpPr>
          <a:xfrm>
            <a:off x="5200924" y="2772692"/>
            <a:ext cx="373185" cy="302466"/>
            <a:chOff x="5220616" y="2791061"/>
            <a:chExt cx="373185" cy="302466"/>
          </a:xfrm>
        </p:grpSpPr>
        <p:sp>
          <p:nvSpPr>
            <p:cNvPr id="8830" name="Google Shape;8830;p8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82"/>
          <p:cNvGrpSpPr/>
          <p:nvPr/>
        </p:nvGrpSpPr>
        <p:grpSpPr>
          <a:xfrm>
            <a:off x="5768969" y="2754147"/>
            <a:ext cx="284366" cy="344097"/>
            <a:chOff x="5864861" y="2772517"/>
            <a:chExt cx="284366" cy="344097"/>
          </a:xfrm>
        </p:grpSpPr>
        <p:sp>
          <p:nvSpPr>
            <p:cNvPr id="8849" name="Google Shape;8849;p8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5" name="Google Shape;8855;p82"/>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6" name="Google Shape;8856;p82"/>
          <p:cNvGrpSpPr/>
          <p:nvPr/>
        </p:nvGrpSpPr>
        <p:grpSpPr>
          <a:xfrm>
            <a:off x="6954467" y="2771168"/>
            <a:ext cx="255247" cy="327458"/>
            <a:chOff x="6974158" y="2789537"/>
            <a:chExt cx="255247" cy="327458"/>
          </a:xfrm>
        </p:grpSpPr>
        <p:sp>
          <p:nvSpPr>
            <p:cNvPr id="8857" name="Google Shape;8857;p8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82"/>
          <p:cNvGrpSpPr/>
          <p:nvPr/>
        </p:nvGrpSpPr>
        <p:grpSpPr>
          <a:xfrm>
            <a:off x="7511005" y="2771930"/>
            <a:ext cx="244291" cy="326314"/>
            <a:chOff x="7530697" y="2790299"/>
            <a:chExt cx="244291" cy="326314"/>
          </a:xfrm>
        </p:grpSpPr>
        <p:sp>
          <p:nvSpPr>
            <p:cNvPr id="8864" name="Google Shape;8864;p8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0" name="Google Shape;8870;p82"/>
          <p:cNvGrpSpPr/>
          <p:nvPr/>
        </p:nvGrpSpPr>
        <p:grpSpPr>
          <a:xfrm>
            <a:off x="7968499" y="2813878"/>
            <a:ext cx="332348" cy="283985"/>
            <a:chOff x="7988191" y="2832248"/>
            <a:chExt cx="332348" cy="283985"/>
          </a:xfrm>
        </p:grpSpPr>
        <p:sp>
          <p:nvSpPr>
            <p:cNvPr id="8871" name="Google Shape;8871;p8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4" name="Google Shape;8874;p82"/>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5" name="Google Shape;8875;p82"/>
          <p:cNvGrpSpPr/>
          <p:nvPr/>
        </p:nvGrpSpPr>
        <p:grpSpPr>
          <a:xfrm>
            <a:off x="3568748" y="3239998"/>
            <a:ext cx="364484" cy="262423"/>
            <a:chOff x="3588440" y="3258368"/>
            <a:chExt cx="364484" cy="262423"/>
          </a:xfrm>
        </p:grpSpPr>
        <p:sp>
          <p:nvSpPr>
            <p:cNvPr id="8876" name="Google Shape;8876;p8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2" name="Google Shape;8882;p82"/>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3" name="Google Shape;8883;p82"/>
          <p:cNvGrpSpPr/>
          <p:nvPr/>
        </p:nvGrpSpPr>
        <p:grpSpPr>
          <a:xfrm>
            <a:off x="5746125" y="3209355"/>
            <a:ext cx="364865" cy="324822"/>
            <a:chOff x="5765817" y="3227724"/>
            <a:chExt cx="364865" cy="324822"/>
          </a:xfrm>
        </p:grpSpPr>
        <p:sp>
          <p:nvSpPr>
            <p:cNvPr id="8884" name="Google Shape;8884;p8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82"/>
          <p:cNvGrpSpPr/>
          <p:nvPr/>
        </p:nvGrpSpPr>
        <p:grpSpPr>
          <a:xfrm>
            <a:off x="6208891" y="3219294"/>
            <a:ext cx="446539" cy="303895"/>
            <a:chOff x="6228583" y="3237664"/>
            <a:chExt cx="446539" cy="303895"/>
          </a:xfrm>
        </p:grpSpPr>
        <p:sp>
          <p:nvSpPr>
            <p:cNvPr id="8888" name="Google Shape;8888;p8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5" name="Google Shape;8905;p82"/>
          <p:cNvGrpSpPr/>
          <p:nvPr/>
        </p:nvGrpSpPr>
        <p:grpSpPr>
          <a:xfrm>
            <a:off x="846170" y="3188936"/>
            <a:ext cx="364484" cy="364897"/>
            <a:chOff x="865862" y="3207306"/>
            <a:chExt cx="364484" cy="364897"/>
          </a:xfrm>
        </p:grpSpPr>
        <p:sp>
          <p:nvSpPr>
            <p:cNvPr id="8906" name="Google Shape;8906;p8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82"/>
          <p:cNvGrpSpPr/>
          <p:nvPr/>
        </p:nvGrpSpPr>
        <p:grpSpPr>
          <a:xfrm>
            <a:off x="1384925" y="3208593"/>
            <a:ext cx="370168" cy="325965"/>
            <a:chOff x="1404617" y="3226962"/>
            <a:chExt cx="370168" cy="325965"/>
          </a:xfrm>
        </p:grpSpPr>
        <p:sp>
          <p:nvSpPr>
            <p:cNvPr id="8921" name="Google Shape;8921;p8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82"/>
          <p:cNvGrpSpPr/>
          <p:nvPr/>
        </p:nvGrpSpPr>
        <p:grpSpPr>
          <a:xfrm>
            <a:off x="1933711" y="3197724"/>
            <a:ext cx="366389" cy="354481"/>
            <a:chOff x="1954741" y="3212419"/>
            <a:chExt cx="366389" cy="354481"/>
          </a:xfrm>
        </p:grpSpPr>
        <p:sp>
          <p:nvSpPr>
            <p:cNvPr id="8931" name="Google Shape;8931;p8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8" name="Google Shape;8938;p82"/>
          <p:cNvGrpSpPr/>
          <p:nvPr/>
        </p:nvGrpSpPr>
        <p:grpSpPr>
          <a:xfrm>
            <a:off x="3023547" y="3197256"/>
            <a:ext cx="366008" cy="348670"/>
            <a:chOff x="3043239" y="3215626"/>
            <a:chExt cx="366008" cy="348670"/>
          </a:xfrm>
        </p:grpSpPr>
        <p:sp>
          <p:nvSpPr>
            <p:cNvPr id="8939" name="Google Shape;8939;p8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82"/>
          <p:cNvGrpSpPr/>
          <p:nvPr/>
        </p:nvGrpSpPr>
        <p:grpSpPr>
          <a:xfrm>
            <a:off x="4198641" y="3166613"/>
            <a:ext cx="209107" cy="383442"/>
            <a:chOff x="4218333" y="3184982"/>
            <a:chExt cx="209107" cy="383442"/>
          </a:xfrm>
        </p:grpSpPr>
        <p:sp>
          <p:nvSpPr>
            <p:cNvPr id="8942" name="Google Shape;8942;p8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44" name="Google Shape;8944;p82"/>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5" name="Google Shape;8945;p82"/>
          <p:cNvGrpSpPr/>
          <p:nvPr/>
        </p:nvGrpSpPr>
        <p:grpSpPr>
          <a:xfrm>
            <a:off x="6876953" y="3197637"/>
            <a:ext cx="322917" cy="347876"/>
            <a:chOff x="6896644" y="3216007"/>
            <a:chExt cx="322917" cy="347876"/>
          </a:xfrm>
        </p:grpSpPr>
        <p:sp>
          <p:nvSpPr>
            <p:cNvPr id="8946" name="Google Shape;8946;p8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3" name="Google Shape;8953;p82"/>
          <p:cNvGrpSpPr/>
          <p:nvPr/>
        </p:nvGrpSpPr>
        <p:grpSpPr>
          <a:xfrm>
            <a:off x="7409674" y="3204814"/>
            <a:ext cx="334634" cy="333904"/>
            <a:chOff x="7429366" y="3223183"/>
            <a:chExt cx="334634" cy="333904"/>
          </a:xfrm>
        </p:grpSpPr>
        <p:sp>
          <p:nvSpPr>
            <p:cNvPr id="8954" name="Google Shape;8954;p8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6" name="Google Shape;8956;p82"/>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7" name="Google Shape;8957;p82"/>
          <p:cNvGrpSpPr/>
          <p:nvPr/>
        </p:nvGrpSpPr>
        <p:grpSpPr>
          <a:xfrm>
            <a:off x="5196764" y="3707114"/>
            <a:ext cx="356196" cy="265631"/>
            <a:chOff x="5216456" y="3725484"/>
            <a:chExt cx="356196" cy="265631"/>
          </a:xfrm>
        </p:grpSpPr>
        <p:sp>
          <p:nvSpPr>
            <p:cNvPr id="8958" name="Google Shape;8958;p8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82"/>
          <p:cNvGrpSpPr/>
          <p:nvPr/>
        </p:nvGrpSpPr>
        <p:grpSpPr>
          <a:xfrm>
            <a:off x="6829701" y="3715625"/>
            <a:ext cx="355053" cy="248038"/>
            <a:chOff x="6849393" y="3733994"/>
            <a:chExt cx="355053" cy="248038"/>
          </a:xfrm>
        </p:grpSpPr>
        <p:sp>
          <p:nvSpPr>
            <p:cNvPr id="8961" name="Google Shape;8961;p8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82"/>
          <p:cNvGrpSpPr/>
          <p:nvPr/>
        </p:nvGrpSpPr>
        <p:grpSpPr>
          <a:xfrm>
            <a:off x="7899305" y="3696318"/>
            <a:ext cx="392111" cy="280206"/>
            <a:chOff x="7918997" y="3714687"/>
            <a:chExt cx="392111" cy="280206"/>
          </a:xfrm>
        </p:grpSpPr>
        <p:sp>
          <p:nvSpPr>
            <p:cNvPr id="8967" name="Google Shape;8967;p8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2" name="Google Shape;8972;p82"/>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3" name="Google Shape;8973;p82"/>
          <p:cNvGrpSpPr/>
          <p:nvPr/>
        </p:nvGrpSpPr>
        <p:grpSpPr>
          <a:xfrm>
            <a:off x="1389085" y="3662594"/>
            <a:ext cx="357720" cy="355148"/>
            <a:chOff x="1408777" y="3680964"/>
            <a:chExt cx="357720" cy="355148"/>
          </a:xfrm>
        </p:grpSpPr>
        <p:sp>
          <p:nvSpPr>
            <p:cNvPr id="8974" name="Google Shape;8974;p8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82"/>
          <p:cNvGrpSpPr/>
          <p:nvPr/>
        </p:nvGrpSpPr>
        <p:grpSpPr>
          <a:xfrm>
            <a:off x="1933144" y="3662594"/>
            <a:ext cx="357720" cy="355148"/>
            <a:chOff x="1952836" y="3680964"/>
            <a:chExt cx="357720" cy="355148"/>
          </a:xfrm>
        </p:grpSpPr>
        <p:sp>
          <p:nvSpPr>
            <p:cNvPr id="8980" name="Google Shape;8980;p8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82"/>
          <p:cNvGrpSpPr/>
          <p:nvPr/>
        </p:nvGrpSpPr>
        <p:grpSpPr>
          <a:xfrm>
            <a:off x="2477202" y="3662594"/>
            <a:ext cx="357720" cy="355148"/>
            <a:chOff x="2496894" y="3680964"/>
            <a:chExt cx="357720" cy="355148"/>
          </a:xfrm>
        </p:grpSpPr>
        <p:sp>
          <p:nvSpPr>
            <p:cNvPr id="8986" name="Google Shape;8986;p8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1" name="Google Shape;8991;p82"/>
          <p:cNvGrpSpPr/>
          <p:nvPr/>
        </p:nvGrpSpPr>
        <p:grpSpPr>
          <a:xfrm>
            <a:off x="3021292" y="3662689"/>
            <a:ext cx="356164" cy="355815"/>
            <a:chOff x="3040984" y="3681059"/>
            <a:chExt cx="356164" cy="355815"/>
          </a:xfrm>
        </p:grpSpPr>
        <p:sp>
          <p:nvSpPr>
            <p:cNvPr id="8992" name="Google Shape;8992;p8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5" name="Google Shape;8995;p82"/>
          <p:cNvGrpSpPr/>
          <p:nvPr/>
        </p:nvGrpSpPr>
        <p:grpSpPr>
          <a:xfrm>
            <a:off x="3564589" y="3680821"/>
            <a:ext cx="358069" cy="317995"/>
            <a:chOff x="3584280" y="3699191"/>
            <a:chExt cx="358069" cy="317995"/>
          </a:xfrm>
        </p:grpSpPr>
        <p:sp>
          <p:nvSpPr>
            <p:cNvPr id="8996" name="Google Shape;8996;p8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82"/>
          <p:cNvGrpSpPr/>
          <p:nvPr/>
        </p:nvGrpSpPr>
        <p:grpSpPr>
          <a:xfrm>
            <a:off x="4109790" y="3662689"/>
            <a:ext cx="355402" cy="354291"/>
            <a:chOff x="4129482" y="3681059"/>
            <a:chExt cx="355402" cy="354291"/>
          </a:xfrm>
        </p:grpSpPr>
        <p:sp>
          <p:nvSpPr>
            <p:cNvPr id="9001" name="Google Shape;9001;p8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5" name="Google Shape;9005;p82"/>
          <p:cNvGrpSpPr/>
          <p:nvPr/>
        </p:nvGrpSpPr>
        <p:grpSpPr>
          <a:xfrm>
            <a:off x="4653849" y="3661927"/>
            <a:ext cx="355434" cy="355815"/>
            <a:chOff x="4673540" y="3680297"/>
            <a:chExt cx="355434" cy="355815"/>
          </a:xfrm>
        </p:grpSpPr>
        <p:sp>
          <p:nvSpPr>
            <p:cNvPr id="9006" name="Google Shape;9006;p8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82"/>
          <p:cNvGrpSpPr/>
          <p:nvPr/>
        </p:nvGrpSpPr>
        <p:grpSpPr>
          <a:xfrm>
            <a:off x="5759716" y="3680821"/>
            <a:ext cx="317645" cy="318757"/>
            <a:chOff x="5779408" y="3699191"/>
            <a:chExt cx="317645" cy="318757"/>
          </a:xfrm>
        </p:grpSpPr>
        <p:sp>
          <p:nvSpPr>
            <p:cNvPr id="9010" name="Google Shape;9010;p8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2" name="Google Shape;9012;p82"/>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3" name="Google Shape;9013;p82"/>
          <p:cNvGrpSpPr/>
          <p:nvPr/>
        </p:nvGrpSpPr>
        <p:grpSpPr>
          <a:xfrm>
            <a:off x="7370743" y="3662499"/>
            <a:ext cx="372073" cy="355243"/>
            <a:chOff x="7390435" y="3680868"/>
            <a:chExt cx="372073" cy="355243"/>
          </a:xfrm>
        </p:grpSpPr>
        <p:sp>
          <p:nvSpPr>
            <p:cNvPr id="9014" name="Google Shape;9014;p8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0" name="Google Shape;9020;p82"/>
          <p:cNvGrpSpPr/>
          <p:nvPr/>
        </p:nvGrpSpPr>
        <p:grpSpPr>
          <a:xfrm>
            <a:off x="1392301" y="4119346"/>
            <a:ext cx="374709" cy="374010"/>
            <a:chOff x="1421638" y="4125629"/>
            <a:chExt cx="374709" cy="374010"/>
          </a:xfrm>
        </p:grpSpPr>
        <p:sp>
          <p:nvSpPr>
            <p:cNvPr id="9021" name="Google Shape;9021;p8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82"/>
          <p:cNvGrpSpPr/>
          <p:nvPr/>
        </p:nvGrpSpPr>
        <p:grpSpPr>
          <a:xfrm>
            <a:off x="1943917" y="4135255"/>
            <a:ext cx="357720" cy="342192"/>
            <a:chOff x="1973254" y="4156304"/>
            <a:chExt cx="357720" cy="342192"/>
          </a:xfrm>
        </p:grpSpPr>
        <p:sp>
          <p:nvSpPr>
            <p:cNvPr id="9024" name="Google Shape;9024;p8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82"/>
          <p:cNvGrpSpPr/>
          <p:nvPr/>
        </p:nvGrpSpPr>
        <p:grpSpPr>
          <a:xfrm>
            <a:off x="2494422" y="4136192"/>
            <a:ext cx="341049" cy="340318"/>
            <a:chOff x="2523759" y="4135505"/>
            <a:chExt cx="341049" cy="340318"/>
          </a:xfrm>
        </p:grpSpPr>
        <p:sp>
          <p:nvSpPr>
            <p:cNvPr id="9031" name="Google Shape;9031;p8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3" name="Google Shape;9033;p82"/>
          <p:cNvGrpSpPr/>
          <p:nvPr/>
        </p:nvGrpSpPr>
        <p:grpSpPr>
          <a:xfrm>
            <a:off x="3011266" y="4131175"/>
            <a:ext cx="392079" cy="350353"/>
            <a:chOff x="3040603" y="4130360"/>
            <a:chExt cx="392079" cy="350353"/>
          </a:xfrm>
        </p:grpSpPr>
        <p:sp>
          <p:nvSpPr>
            <p:cNvPr id="9034" name="Google Shape;9034;p8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82"/>
          <p:cNvGrpSpPr/>
          <p:nvPr/>
        </p:nvGrpSpPr>
        <p:grpSpPr>
          <a:xfrm>
            <a:off x="3632807" y="4136192"/>
            <a:ext cx="232955" cy="340318"/>
            <a:chOff x="3662144" y="4135505"/>
            <a:chExt cx="232955" cy="340318"/>
          </a:xfrm>
        </p:grpSpPr>
        <p:sp>
          <p:nvSpPr>
            <p:cNvPr id="9045" name="Google Shape;9045;p8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82"/>
          <p:cNvGrpSpPr/>
          <p:nvPr/>
        </p:nvGrpSpPr>
        <p:grpSpPr>
          <a:xfrm>
            <a:off x="4119801" y="4122029"/>
            <a:ext cx="344065" cy="368644"/>
            <a:chOff x="4149138" y="4121151"/>
            <a:chExt cx="344065" cy="368644"/>
          </a:xfrm>
        </p:grpSpPr>
        <p:sp>
          <p:nvSpPr>
            <p:cNvPr id="9050" name="Google Shape;9050;p8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2" name="Google Shape;9062;p82"/>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3" name="Google Shape;9063;p82"/>
          <p:cNvGrpSpPr/>
          <p:nvPr/>
        </p:nvGrpSpPr>
        <p:grpSpPr>
          <a:xfrm>
            <a:off x="5176925" y="4174949"/>
            <a:ext cx="397763" cy="262804"/>
            <a:chOff x="5206262" y="4174817"/>
            <a:chExt cx="397763" cy="262804"/>
          </a:xfrm>
        </p:grpSpPr>
        <p:sp>
          <p:nvSpPr>
            <p:cNvPr id="9064" name="Google Shape;9064;p8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1" name="Google Shape;9071;p82"/>
          <p:cNvGrpSpPr/>
          <p:nvPr/>
        </p:nvGrpSpPr>
        <p:grpSpPr>
          <a:xfrm>
            <a:off x="5698279" y="4161342"/>
            <a:ext cx="440505" cy="290018"/>
            <a:chOff x="5727616" y="4204699"/>
            <a:chExt cx="440505" cy="290018"/>
          </a:xfrm>
        </p:grpSpPr>
        <p:sp>
          <p:nvSpPr>
            <p:cNvPr id="9072" name="Google Shape;9072;p8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82"/>
          <p:cNvGrpSpPr/>
          <p:nvPr/>
        </p:nvGrpSpPr>
        <p:grpSpPr>
          <a:xfrm>
            <a:off x="6380726" y="4124093"/>
            <a:ext cx="159950" cy="364516"/>
            <a:chOff x="6410063" y="4135124"/>
            <a:chExt cx="159950" cy="364516"/>
          </a:xfrm>
        </p:grpSpPr>
        <p:sp>
          <p:nvSpPr>
            <p:cNvPr id="9081" name="Google Shape;9081;p8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82"/>
          <p:cNvGrpSpPr/>
          <p:nvPr/>
        </p:nvGrpSpPr>
        <p:grpSpPr>
          <a:xfrm>
            <a:off x="6641065" y="4124284"/>
            <a:ext cx="214378" cy="364135"/>
            <a:chOff x="6924652" y="4135505"/>
            <a:chExt cx="214378" cy="364135"/>
          </a:xfrm>
        </p:grpSpPr>
        <p:sp>
          <p:nvSpPr>
            <p:cNvPr id="9086" name="Google Shape;9086;p8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0" name="Google Shape;9090;p82"/>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91" name="Google Shape;9091;p8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9092" name="Google Shape;9092;p82"/>
          <p:cNvGrpSpPr/>
          <p:nvPr/>
        </p:nvGrpSpPr>
        <p:grpSpPr>
          <a:xfrm>
            <a:off x="841240" y="4119220"/>
            <a:ext cx="374177" cy="374263"/>
            <a:chOff x="775325" y="4143525"/>
            <a:chExt cx="468776" cy="468884"/>
          </a:xfrm>
        </p:grpSpPr>
        <p:sp>
          <p:nvSpPr>
            <p:cNvPr id="9093" name="Google Shape;9093;p82"/>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2"/>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2"/>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2"/>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82"/>
          <p:cNvGrpSpPr/>
          <p:nvPr/>
        </p:nvGrpSpPr>
        <p:grpSpPr>
          <a:xfrm>
            <a:off x="7015917" y="4114633"/>
            <a:ext cx="219464" cy="383437"/>
            <a:chOff x="1426400" y="1814750"/>
            <a:chExt cx="407850" cy="712575"/>
          </a:xfrm>
        </p:grpSpPr>
        <p:sp>
          <p:nvSpPr>
            <p:cNvPr id="9098" name="Google Shape;9098;p82"/>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2"/>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2"/>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1" name="Google Shape;9101;p82"/>
          <p:cNvGrpSpPr/>
          <p:nvPr/>
        </p:nvGrpSpPr>
        <p:grpSpPr>
          <a:xfrm>
            <a:off x="7391519" y="4149408"/>
            <a:ext cx="313833" cy="313887"/>
            <a:chOff x="1910075" y="2021700"/>
            <a:chExt cx="583225" cy="583325"/>
          </a:xfrm>
        </p:grpSpPr>
        <p:sp>
          <p:nvSpPr>
            <p:cNvPr id="9102" name="Google Shape;9102;p82"/>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2"/>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2"/>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5" name="Google Shape;9105;p82"/>
          <p:cNvGrpSpPr/>
          <p:nvPr/>
        </p:nvGrpSpPr>
        <p:grpSpPr>
          <a:xfrm>
            <a:off x="7861486" y="4189187"/>
            <a:ext cx="441255" cy="234329"/>
            <a:chOff x="2749275" y="2099575"/>
            <a:chExt cx="820025" cy="435475"/>
          </a:xfrm>
        </p:grpSpPr>
        <p:sp>
          <p:nvSpPr>
            <p:cNvPr id="9106" name="Google Shape;9106;p82"/>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2"/>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2"/>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2"/>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9113"/>
        <p:cNvGrpSpPr/>
        <p:nvPr/>
      </p:nvGrpSpPr>
      <p:grpSpPr>
        <a:xfrm>
          <a:off x="0" y="0"/>
          <a:ext cx="0" cy="0"/>
          <a:chOff x="0" y="0"/>
          <a:chExt cx="0" cy="0"/>
        </a:xfrm>
      </p:grpSpPr>
      <p:grpSp>
        <p:nvGrpSpPr>
          <p:cNvPr id="9114" name="Google Shape;9114;p83"/>
          <p:cNvGrpSpPr/>
          <p:nvPr/>
        </p:nvGrpSpPr>
        <p:grpSpPr>
          <a:xfrm>
            <a:off x="1989449" y="4101269"/>
            <a:ext cx="374774" cy="346073"/>
            <a:chOff x="1989449" y="4282269"/>
            <a:chExt cx="374774" cy="346073"/>
          </a:xfrm>
        </p:grpSpPr>
        <p:sp>
          <p:nvSpPr>
            <p:cNvPr id="9115" name="Google Shape;9115;p8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0" name="Google Shape;9120;p83"/>
          <p:cNvGrpSpPr/>
          <p:nvPr/>
        </p:nvGrpSpPr>
        <p:grpSpPr>
          <a:xfrm>
            <a:off x="2487439" y="4099740"/>
            <a:ext cx="198775" cy="348972"/>
            <a:chOff x="2487439" y="4280740"/>
            <a:chExt cx="198775" cy="348972"/>
          </a:xfrm>
        </p:grpSpPr>
        <p:sp>
          <p:nvSpPr>
            <p:cNvPr id="9121" name="Google Shape;9121;p8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83"/>
          <p:cNvGrpSpPr/>
          <p:nvPr/>
        </p:nvGrpSpPr>
        <p:grpSpPr>
          <a:xfrm>
            <a:off x="2810958" y="4092923"/>
            <a:ext cx="353145" cy="361873"/>
            <a:chOff x="2810958" y="4273923"/>
            <a:chExt cx="353145" cy="361873"/>
          </a:xfrm>
        </p:grpSpPr>
        <p:sp>
          <p:nvSpPr>
            <p:cNvPr id="9126" name="Google Shape;9126;p8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83"/>
          <p:cNvGrpSpPr/>
          <p:nvPr/>
        </p:nvGrpSpPr>
        <p:grpSpPr>
          <a:xfrm>
            <a:off x="6275635" y="4101651"/>
            <a:ext cx="209383" cy="366778"/>
            <a:chOff x="6275635" y="4282651"/>
            <a:chExt cx="209383" cy="366778"/>
          </a:xfrm>
        </p:grpSpPr>
        <p:sp>
          <p:nvSpPr>
            <p:cNvPr id="9134" name="Google Shape;9134;p8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83"/>
          <p:cNvGrpSpPr/>
          <p:nvPr/>
        </p:nvGrpSpPr>
        <p:grpSpPr>
          <a:xfrm>
            <a:off x="6701186" y="4102033"/>
            <a:ext cx="280292" cy="366396"/>
            <a:chOff x="6701186" y="4283033"/>
            <a:chExt cx="280292" cy="366396"/>
          </a:xfrm>
        </p:grpSpPr>
        <p:sp>
          <p:nvSpPr>
            <p:cNvPr id="9137" name="Google Shape;9137;p8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83"/>
          <p:cNvGrpSpPr/>
          <p:nvPr/>
        </p:nvGrpSpPr>
        <p:grpSpPr>
          <a:xfrm>
            <a:off x="2609571" y="3643958"/>
            <a:ext cx="373627" cy="347347"/>
            <a:chOff x="2609571" y="3824958"/>
            <a:chExt cx="373627" cy="347347"/>
          </a:xfrm>
        </p:grpSpPr>
        <p:sp>
          <p:nvSpPr>
            <p:cNvPr id="9140" name="Google Shape;9140;p8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2" name="Google Shape;9142;p83"/>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3" name="Google Shape;9143;p83"/>
          <p:cNvGrpSpPr/>
          <p:nvPr/>
        </p:nvGrpSpPr>
        <p:grpSpPr>
          <a:xfrm>
            <a:off x="916127" y="3626056"/>
            <a:ext cx="221902" cy="380795"/>
            <a:chOff x="916127" y="3807056"/>
            <a:chExt cx="221902" cy="380795"/>
          </a:xfrm>
        </p:grpSpPr>
        <p:sp>
          <p:nvSpPr>
            <p:cNvPr id="9144" name="Google Shape;9144;p8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8" name="Google Shape;9148;p83"/>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3"/>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50" name="Google Shape;9150;p83"/>
          <p:cNvGrpSpPr/>
          <p:nvPr/>
        </p:nvGrpSpPr>
        <p:grpSpPr>
          <a:xfrm>
            <a:off x="3513010" y="3635134"/>
            <a:ext cx="362223" cy="361108"/>
            <a:chOff x="3513010" y="3816134"/>
            <a:chExt cx="362223" cy="361108"/>
          </a:xfrm>
        </p:grpSpPr>
        <p:sp>
          <p:nvSpPr>
            <p:cNvPr id="9151" name="Google Shape;9151;p8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5" name="Google Shape;9155;p83"/>
          <p:cNvGrpSpPr/>
          <p:nvPr/>
        </p:nvGrpSpPr>
        <p:grpSpPr>
          <a:xfrm>
            <a:off x="3950316" y="3639307"/>
            <a:ext cx="369805" cy="353782"/>
            <a:chOff x="3950316" y="3820307"/>
            <a:chExt cx="369805" cy="353782"/>
          </a:xfrm>
        </p:grpSpPr>
        <p:sp>
          <p:nvSpPr>
            <p:cNvPr id="9156" name="Google Shape;9156;p8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0" name="Google Shape;9160;p83"/>
          <p:cNvGrpSpPr/>
          <p:nvPr/>
        </p:nvGrpSpPr>
        <p:grpSpPr>
          <a:xfrm>
            <a:off x="1761909" y="3630961"/>
            <a:ext cx="307974" cy="371716"/>
            <a:chOff x="1761909" y="3811961"/>
            <a:chExt cx="307974" cy="371716"/>
          </a:xfrm>
        </p:grpSpPr>
        <p:sp>
          <p:nvSpPr>
            <p:cNvPr id="9161" name="Google Shape;9161;p8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1" name="Google Shape;9171;p83"/>
          <p:cNvGrpSpPr/>
          <p:nvPr/>
        </p:nvGrpSpPr>
        <p:grpSpPr>
          <a:xfrm>
            <a:off x="5373342" y="3627935"/>
            <a:ext cx="231395" cy="353145"/>
            <a:chOff x="5373342" y="3808935"/>
            <a:chExt cx="231395" cy="353145"/>
          </a:xfrm>
        </p:grpSpPr>
        <p:sp>
          <p:nvSpPr>
            <p:cNvPr id="9172" name="Google Shape;9172;p8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1" name="Google Shape;9181;p83"/>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2" name="Google Shape;9182;p83"/>
          <p:cNvGrpSpPr/>
          <p:nvPr/>
        </p:nvGrpSpPr>
        <p:grpSpPr>
          <a:xfrm>
            <a:off x="5833775" y="3628445"/>
            <a:ext cx="235185" cy="352253"/>
            <a:chOff x="5833775" y="3809445"/>
            <a:chExt cx="235185" cy="352253"/>
          </a:xfrm>
        </p:grpSpPr>
        <p:sp>
          <p:nvSpPr>
            <p:cNvPr id="9183" name="Google Shape;9183;p8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6" name="Google Shape;9186;p83"/>
          <p:cNvGrpSpPr/>
          <p:nvPr/>
        </p:nvGrpSpPr>
        <p:grpSpPr>
          <a:xfrm>
            <a:off x="4942472" y="3628318"/>
            <a:ext cx="238976" cy="352762"/>
            <a:chOff x="4942472" y="3809318"/>
            <a:chExt cx="238976" cy="352762"/>
          </a:xfrm>
        </p:grpSpPr>
        <p:sp>
          <p:nvSpPr>
            <p:cNvPr id="9187" name="Google Shape;9187;p8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83"/>
          <p:cNvGrpSpPr/>
          <p:nvPr/>
        </p:nvGrpSpPr>
        <p:grpSpPr>
          <a:xfrm>
            <a:off x="6266525" y="3626788"/>
            <a:ext cx="260223" cy="353527"/>
            <a:chOff x="6266525" y="3807788"/>
            <a:chExt cx="260223" cy="353527"/>
          </a:xfrm>
        </p:grpSpPr>
        <p:sp>
          <p:nvSpPr>
            <p:cNvPr id="9195" name="Google Shape;9195;p8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9" name="Google Shape;9199;p83"/>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0" name="Google Shape;9200;p83"/>
          <p:cNvGrpSpPr/>
          <p:nvPr/>
        </p:nvGrpSpPr>
        <p:grpSpPr>
          <a:xfrm>
            <a:off x="7184363" y="3628604"/>
            <a:ext cx="202184" cy="352762"/>
            <a:chOff x="7184363" y="3809604"/>
            <a:chExt cx="202184" cy="352762"/>
          </a:xfrm>
        </p:grpSpPr>
        <p:sp>
          <p:nvSpPr>
            <p:cNvPr id="9201" name="Google Shape;9201;p8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83"/>
          <p:cNvGrpSpPr/>
          <p:nvPr/>
        </p:nvGrpSpPr>
        <p:grpSpPr>
          <a:xfrm>
            <a:off x="7571624" y="3627935"/>
            <a:ext cx="292047" cy="352762"/>
            <a:chOff x="7571624" y="3808935"/>
            <a:chExt cx="292047" cy="352762"/>
          </a:xfrm>
        </p:grpSpPr>
        <p:sp>
          <p:nvSpPr>
            <p:cNvPr id="9204" name="Google Shape;9204;p8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83"/>
          <p:cNvGrpSpPr/>
          <p:nvPr/>
        </p:nvGrpSpPr>
        <p:grpSpPr>
          <a:xfrm>
            <a:off x="2174559" y="3175116"/>
            <a:ext cx="364135" cy="359930"/>
            <a:chOff x="2174559" y="3356116"/>
            <a:chExt cx="364135" cy="359930"/>
          </a:xfrm>
        </p:grpSpPr>
        <p:sp>
          <p:nvSpPr>
            <p:cNvPr id="9211" name="Google Shape;9211;p8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83"/>
          <p:cNvGrpSpPr/>
          <p:nvPr/>
        </p:nvGrpSpPr>
        <p:grpSpPr>
          <a:xfrm>
            <a:off x="1731934" y="3174639"/>
            <a:ext cx="368371" cy="361554"/>
            <a:chOff x="1731934" y="3355639"/>
            <a:chExt cx="368371" cy="361554"/>
          </a:xfrm>
        </p:grpSpPr>
        <p:sp>
          <p:nvSpPr>
            <p:cNvPr id="9214" name="Google Shape;9214;p8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6" name="Google Shape;9216;p83"/>
          <p:cNvGrpSpPr/>
          <p:nvPr/>
        </p:nvGrpSpPr>
        <p:grpSpPr>
          <a:xfrm>
            <a:off x="3990517" y="3173173"/>
            <a:ext cx="279559" cy="363402"/>
            <a:chOff x="3990517" y="3354173"/>
            <a:chExt cx="279559" cy="363402"/>
          </a:xfrm>
        </p:grpSpPr>
        <p:sp>
          <p:nvSpPr>
            <p:cNvPr id="9217" name="Google Shape;9217;p8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0" name="Google Shape;9220;p83"/>
          <p:cNvGrpSpPr/>
          <p:nvPr/>
        </p:nvGrpSpPr>
        <p:grpSpPr>
          <a:xfrm>
            <a:off x="3497847" y="3236374"/>
            <a:ext cx="379680" cy="237606"/>
            <a:chOff x="3497847" y="3417374"/>
            <a:chExt cx="379680" cy="237606"/>
          </a:xfrm>
        </p:grpSpPr>
        <p:sp>
          <p:nvSpPr>
            <p:cNvPr id="9221" name="Google Shape;9221;p8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5" name="Google Shape;9225;p83"/>
          <p:cNvGrpSpPr/>
          <p:nvPr/>
        </p:nvGrpSpPr>
        <p:grpSpPr>
          <a:xfrm>
            <a:off x="2612597" y="3186075"/>
            <a:ext cx="376271" cy="337982"/>
            <a:chOff x="2612597" y="3367075"/>
            <a:chExt cx="376271" cy="337982"/>
          </a:xfrm>
        </p:grpSpPr>
        <p:sp>
          <p:nvSpPr>
            <p:cNvPr id="9226" name="Google Shape;9226;p8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8" name="Google Shape;9228;p83"/>
          <p:cNvGrpSpPr/>
          <p:nvPr/>
        </p:nvGrpSpPr>
        <p:grpSpPr>
          <a:xfrm>
            <a:off x="3071914" y="3183431"/>
            <a:ext cx="343652" cy="342505"/>
            <a:chOff x="3071914" y="3364431"/>
            <a:chExt cx="343652" cy="342505"/>
          </a:xfrm>
        </p:grpSpPr>
        <p:sp>
          <p:nvSpPr>
            <p:cNvPr id="9229" name="Google Shape;9229;p8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4" name="Google Shape;9234;p83"/>
          <p:cNvGrpSpPr/>
          <p:nvPr/>
        </p:nvGrpSpPr>
        <p:grpSpPr>
          <a:xfrm>
            <a:off x="897141" y="3178875"/>
            <a:ext cx="257962" cy="352762"/>
            <a:chOff x="897141" y="3359875"/>
            <a:chExt cx="257962" cy="352762"/>
          </a:xfrm>
        </p:grpSpPr>
        <p:sp>
          <p:nvSpPr>
            <p:cNvPr id="9235" name="Google Shape;9235;p8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3" name="Google Shape;9243;p83"/>
          <p:cNvGrpSpPr/>
          <p:nvPr/>
        </p:nvGrpSpPr>
        <p:grpSpPr>
          <a:xfrm>
            <a:off x="1333682" y="3163330"/>
            <a:ext cx="271213" cy="383088"/>
            <a:chOff x="1333682" y="3344330"/>
            <a:chExt cx="271213" cy="383088"/>
          </a:xfrm>
        </p:grpSpPr>
        <p:sp>
          <p:nvSpPr>
            <p:cNvPr id="9244" name="Google Shape;9244;p8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83"/>
          <p:cNvGrpSpPr/>
          <p:nvPr/>
        </p:nvGrpSpPr>
        <p:grpSpPr>
          <a:xfrm>
            <a:off x="6664394" y="3165974"/>
            <a:ext cx="353113" cy="351998"/>
            <a:chOff x="6664394" y="3346974"/>
            <a:chExt cx="353113" cy="351998"/>
          </a:xfrm>
        </p:grpSpPr>
        <p:sp>
          <p:nvSpPr>
            <p:cNvPr id="9256" name="Google Shape;9256;p8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1" name="Google Shape;9261;p83"/>
          <p:cNvGrpSpPr/>
          <p:nvPr/>
        </p:nvGrpSpPr>
        <p:grpSpPr>
          <a:xfrm>
            <a:off x="849741" y="1778307"/>
            <a:ext cx="399398" cy="375443"/>
            <a:chOff x="849741" y="1959307"/>
            <a:chExt cx="399398" cy="375443"/>
          </a:xfrm>
        </p:grpSpPr>
        <p:sp>
          <p:nvSpPr>
            <p:cNvPr id="9262" name="Google Shape;9262;p8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83"/>
          <p:cNvGrpSpPr/>
          <p:nvPr/>
        </p:nvGrpSpPr>
        <p:grpSpPr>
          <a:xfrm>
            <a:off x="1284212" y="1782766"/>
            <a:ext cx="379489" cy="366046"/>
            <a:chOff x="1284212" y="1963766"/>
            <a:chExt cx="379489" cy="366046"/>
          </a:xfrm>
        </p:grpSpPr>
        <p:sp>
          <p:nvSpPr>
            <p:cNvPr id="9265" name="Google Shape;9265;p8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7" name="Google Shape;9267;p83"/>
          <p:cNvGrpSpPr/>
          <p:nvPr/>
        </p:nvGrpSpPr>
        <p:grpSpPr>
          <a:xfrm>
            <a:off x="3037766" y="1788564"/>
            <a:ext cx="370219" cy="354928"/>
            <a:chOff x="3037766" y="1969564"/>
            <a:chExt cx="370219" cy="354928"/>
          </a:xfrm>
        </p:grpSpPr>
        <p:sp>
          <p:nvSpPr>
            <p:cNvPr id="9268" name="Google Shape;9268;p8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83"/>
          <p:cNvGrpSpPr/>
          <p:nvPr/>
        </p:nvGrpSpPr>
        <p:grpSpPr>
          <a:xfrm>
            <a:off x="3982553" y="1790730"/>
            <a:ext cx="304566" cy="350501"/>
            <a:chOff x="3982553" y="1971730"/>
            <a:chExt cx="304566" cy="350501"/>
          </a:xfrm>
        </p:grpSpPr>
        <p:sp>
          <p:nvSpPr>
            <p:cNvPr id="9273" name="Google Shape;9273;p8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83"/>
          <p:cNvGrpSpPr/>
          <p:nvPr/>
        </p:nvGrpSpPr>
        <p:grpSpPr>
          <a:xfrm>
            <a:off x="2567841" y="1813124"/>
            <a:ext cx="399812" cy="306477"/>
            <a:chOff x="2567841" y="1994124"/>
            <a:chExt cx="399812" cy="306477"/>
          </a:xfrm>
        </p:grpSpPr>
        <p:sp>
          <p:nvSpPr>
            <p:cNvPr id="9276" name="Google Shape;9276;p8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9" name="Google Shape;9279;p83"/>
          <p:cNvGrpSpPr/>
          <p:nvPr/>
        </p:nvGrpSpPr>
        <p:grpSpPr>
          <a:xfrm>
            <a:off x="2212084" y="1779358"/>
            <a:ext cx="324698" cy="372863"/>
            <a:chOff x="2212084" y="1960358"/>
            <a:chExt cx="324698" cy="372863"/>
          </a:xfrm>
        </p:grpSpPr>
        <p:sp>
          <p:nvSpPr>
            <p:cNvPr id="9280" name="Google Shape;9280;p8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83"/>
          <p:cNvGrpSpPr/>
          <p:nvPr/>
        </p:nvGrpSpPr>
        <p:grpSpPr>
          <a:xfrm>
            <a:off x="1805901" y="1779358"/>
            <a:ext cx="284847" cy="373627"/>
            <a:chOff x="1805901" y="1960358"/>
            <a:chExt cx="284847" cy="373627"/>
          </a:xfrm>
        </p:grpSpPr>
        <p:sp>
          <p:nvSpPr>
            <p:cNvPr id="9284" name="Google Shape;9284;p8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6" name="Google Shape;9286;p83"/>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3"/>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3"/>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9" name="Google Shape;9289;p83"/>
          <p:cNvGrpSpPr/>
          <p:nvPr/>
        </p:nvGrpSpPr>
        <p:grpSpPr>
          <a:xfrm>
            <a:off x="6656812" y="1848388"/>
            <a:ext cx="368690" cy="245793"/>
            <a:chOff x="6656812" y="2029388"/>
            <a:chExt cx="368690" cy="245793"/>
          </a:xfrm>
        </p:grpSpPr>
        <p:sp>
          <p:nvSpPr>
            <p:cNvPr id="9290" name="Google Shape;9290;p8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0" name="Google Shape;9300;p83"/>
          <p:cNvGrpSpPr/>
          <p:nvPr/>
        </p:nvGrpSpPr>
        <p:grpSpPr>
          <a:xfrm>
            <a:off x="4869651" y="1831218"/>
            <a:ext cx="376654" cy="281566"/>
            <a:chOff x="4869651" y="2012218"/>
            <a:chExt cx="376654" cy="281566"/>
          </a:xfrm>
        </p:grpSpPr>
        <p:sp>
          <p:nvSpPr>
            <p:cNvPr id="9301" name="Google Shape;9301;p8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83"/>
          <p:cNvGrpSpPr/>
          <p:nvPr/>
        </p:nvGrpSpPr>
        <p:grpSpPr>
          <a:xfrm>
            <a:off x="5306224" y="1831313"/>
            <a:ext cx="367925" cy="281694"/>
            <a:chOff x="5306224" y="2012313"/>
            <a:chExt cx="367925" cy="281694"/>
          </a:xfrm>
        </p:grpSpPr>
        <p:sp>
          <p:nvSpPr>
            <p:cNvPr id="9306" name="Google Shape;9306;p8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8" name="Google Shape;9308;p83"/>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9" name="Google Shape;9309;p83"/>
          <p:cNvGrpSpPr/>
          <p:nvPr/>
        </p:nvGrpSpPr>
        <p:grpSpPr>
          <a:xfrm>
            <a:off x="6195998" y="1802102"/>
            <a:ext cx="368308" cy="338746"/>
            <a:chOff x="6195998" y="1983102"/>
            <a:chExt cx="368308" cy="338746"/>
          </a:xfrm>
        </p:grpSpPr>
        <p:sp>
          <p:nvSpPr>
            <p:cNvPr id="9310" name="Google Shape;9310;p8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3" name="Google Shape;9313;p83"/>
          <p:cNvGrpSpPr/>
          <p:nvPr/>
        </p:nvGrpSpPr>
        <p:grpSpPr>
          <a:xfrm>
            <a:off x="7542031" y="1830835"/>
            <a:ext cx="369072" cy="280037"/>
            <a:chOff x="7542031" y="2011835"/>
            <a:chExt cx="369072" cy="280037"/>
          </a:xfrm>
        </p:grpSpPr>
        <p:sp>
          <p:nvSpPr>
            <p:cNvPr id="9314" name="Google Shape;9314;p8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3" name="Google Shape;9323;p83"/>
          <p:cNvGrpSpPr/>
          <p:nvPr/>
        </p:nvGrpSpPr>
        <p:grpSpPr>
          <a:xfrm>
            <a:off x="8010427" y="3167503"/>
            <a:ext cx="278795" cy="351615"/>
            <a:chOff x="8010427" y="3348503"/>
            <a:chExt cx="278795" cy="351615"/>
          </a:xfrm>
        </p:grpSpPr>
        <p:sp>
          <p:nvSpPr>
            <p:cNvPr id="9324" name="Google Shape;9324;p8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83"/>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9" name="Google Shape;9329;p83"/>
          <p:cNvGrpSpPr/>
          <p:nvPr/>
        </p:nvGrpSpPr>
        <p:grpSpPr>
          <a:xfrm>
            <a:off x="7141900" y="3168204"/>
            <a:ext cx="281057" cy="351010"/>
            <a:chOff x="7141900" y="3349204"/>
            <a:chExt cx="281057" cy="351010"/>
          </a:xfrm>
        </p:grpSpPr>
        <p:sp>
          <p:nvSpPr>
            <p:cNvPr id="9330" name="Google Shape;9330;p8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83"/>
          <p:cNvGrpSpPr/>
          <p:nvPr/>
        </p:nvGrpSpPr>
        <p:grpSpPr>
          <a:xfrm>
            <a:off x="5314188" y="3169032"/>
            <a:ext cx="363752" cy="353113"/>
            <a:chOff x="5314188" y="3350032"/>
            <a:chExt cx="363752" cy="353113"/>
          </a:xfrm>
        </p:grpSpPr>
        <p:sp>
          <p:nvSpPr>
            <p:cNvPr id="9334" name="Google Shape;9334;p8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83"/>
          <p:cNvGrpSpPr/>
          <p:nvPr/>
        </p:nvGrpSpPr>
        <p:grpSpPr>
          <a:xfrm>
            <a:off x="5829984" y="3169032"/>
            <a:ext cx="220755" cy="352348"/>
            <a:chOff x="5829984" y="3350032"/>
            <a:chExt cx="220755" cy="352348"/>
          </a:xfrm>
        </p:grpSpPr>
        <p:sp>
          <p:nvSpPr>
            <p:cNvPr id="9337" name="Google Shape;9337;p8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1" name="Google Shape;9341;p83"/>
          <p:cNvGrpSpPr/>
          <p:nvPr/>
        </p:nvGrpSpPr>
        <p:grpSpPr>
          <a:xfrm>
            <a:off x="4882170" y="3168841"/>
            <a:ext cx="358464" cy="352316"/>
            <a:chOff x="4882170" y="3349841"/>
            <a:chExt cx="358464" cy="352316"/>
          </a:xfrm>
        </p:grpSpPr>
        <p:sp>
          <p:nvSpPr>
            <p:cNvPr id="9342" name="Google Shape;9342;p8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4" name="Google Shape;9344;p83"/>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3"/>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6" name="Google Shape;9346;p83"/>
          <p:cNvGrpSpPr/>
          <p:nvPr/>
        </p:nvGrpSpPr>
        <p:grpSpPr>
          <a:xfrm>
            <a:off x="3044965" y="2254220"/>
            <a:ext cx="400194" cy="324316"/>
            <a:chOff x="3044965" y="2435220"/>
            <a:chExt cx="400194" cy="324316"/>
          </a:xfrm>
        </p:grpSpPr>
        <p:sp>
          <p:nvSpPr>
            <p:cNvPr id="9347" name="Google Shape;9347;p8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0" name="Google Shape;9350;p83"/>
          <p:cNvGrpSpPr/>
          <p:nvPr/>
        </p:nvGrpSpPr>
        <p:grpSpPr>
          <a:xfrm>
            <a:off x="6203579" y="3167981"/>
            <a:ext cx="351615" cy="350373"/>
            <a:chOff x="6203579" y="3348981"/>
            <a:chExt cx="351615" cy="350373"/>
          </a:xfrm>
        </p:grpSpPr>
        <p:sp>
          <p:nvSpPr>
            <p:cNvPr id="9351" name="Google Shape;9351;p8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6" name="Google Shape;9356;p83"/>
          <p:cNvGrpSpPr/>
          <p:nvPr/>
        </p:nvGrpSpPr>
        <p:grpSpPr>
          <a:xfrm>
            <a:off x="4878379" y="2292892"/>
            <a:ext cx="367161" cy="287523"/>
            <a:chOff x="4878379" y="2473892"/>
            <a:chExt cx="367161" cy="287523"/>
          </a:xfrm>
        </p:grpSpPr>
        <p:sp>
          <p:nvSpPr>
            <p:cNvPr id="9357" name="Google Shape;9357;p8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2" name="Google Shape;9362;p83"/>
          <p:cNvGrpSpPr/>
          <p:nvPr/>
        </p:nvGrpSpPr>
        <p:grpSpPr>
          <a:xfrm>
            <a:off x="1325719" y="2706689"/>
            <a:ext cx="290581" cy="372481"/>
            <a:chOff x="1325719" y="2887689"/>
            <a:chExt cx="290581" cy="372481"/>
          </a:xfrm>
        </p:grpSpPr>
        <p:sp>
          <p:nvSpPr>
            <p:cNvPr id="9363" name="Google Shape;9363;p8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5" name="Google Shape;9365;p83"/>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6" name="Google Shape;9366;p83"/>
          <p:cNvGrpSpPr/>
          <p:nvPr/>
        </p:nvGrpSpPr>
        <p:grpSpPr>
          <a:xfrm>
            <a:off x="3510335" y="2711499"/>
            <a:ext cx="360726" cy="361204"/>
            <a:chOff x="3510335" y="2892499"/>
            <a:chExt cx="360726" cy="361204"/>
          </a:xfrm>
        </p:grpSpPr>
        <p:sp>
          <p:nvSpPr>
            <p:cNvPr id="9367" name="Google Shape;9367;p8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2" name="Google Shape;9372;p83"/>
          <p:cNvGrpSpPr/>
          <p:nvPr/>
        </p:nvGrpSpPr>
        <p:grpSpPr>
          <a:xfrm>
            <a:off x="3086313" y="2696049"/>
            <a:ext cx="320143" cy="392581"/>
            <a:chOff x="3086313" y="2877049"/>
            <a:chExt cx="320143" cy="392581"/>
          </a:xfrm>
        </p:grpSpPr>
        <p:sp>
          <p:nvSpPr>
            <p:cNvPr id="9373" name="Google Shape;9373;p8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5" name="Google Shape;9385;p83"/>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6" name="Google Shape;9386;p83"/>
          <p:cNvGrpSpPr/>
          <p:nvPr/>
        </p:nvGrpSpPr>
        <p:grpSpPr>
          <a:xfrm>
            <a:off x="861113" y="2704746"/>
            <a:ext cx="333809" cy="373277"/>
            <a:chOff x="861113" y="2885746"/>
            <a:chExt cx="333809" cy="373277"/>
          </a:xfrm>
        </p:grpSpPr>
        <p:sp>
          <p:nvSpPr>
            <p:cNvPr id="9387" name="Google Shape;9387;p8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0" name="Google Shape;9390;p83"/>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3"/>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2" name="Google Shape;9392;p83"/>
          <p:cNvGrpSpPr/>
          <p:nvPr/>
        </p:nvGrpSpPr>
        <p:grpSpPr>
          <a:xfrm>
            <a:off x="1297654" y="1323481"/>
            <a:ext cx="349354" cy="362223"/>
            <a:chOff x="1297654" y="1504481"/>
            <a:chExt cx="349354" cy="362223"/>
          </a:xfrm>
        </p:grpSpPr>
        <p:sp>
          <p:nvSpPr>
            <p:cNvPr id="9393" name="Google Shape;9393;p8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6" name="Google Shape;9396;p83"/>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7" name="Google Shape;9397;p83"/>
          <p:cNvGrpSpPr/>
          <p:nvPr/>
        </p:nvGrpSpPr>
        <p:grpSpPr>
          <a:xfrm>
            <a:off x="852385" y="1329916"/>
            <a:ext cx="353145" cy="351998"/>
            <a:chOff x="852385" y="1510916"/>
            <a:chExt cx="353145" cy="351998"/>
          </a:xfrm>
        </p:grpSpPr>
        <p:sp>
          <p:nvSpPr>
            <p:cNvPr id="9398" name="Google Shape;9398;p8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83"/>
          <p:cNvGrpSpPr/>
          <p:nvPr/>
        </p:nvGrpSpPr>
        <p:grpSpPr>
          <a:xfrm>
            <a:off x="1745217" y="1334471"/>
            <a:ext cx="343269" cy="342505"/>
            <a:chOff x="1745217" y="1515471"/>
            <a:chExt cx="343269" cy="342505"/>
          </a:xfrm>
        </p:grpSpPr>
        <p:sp>
          <p:nvSpPr>
            <p:cNvPr id="9402" name="Google Shape;9402;p8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6" name="Google Shape;9406;p83"/>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7" name="Google Shape;9407;p83"/>
          <p:cNvGrpSpPr/>
          <p:nvPr/>
        </p:nvGrpSpPr>
        <p:grpSpPr>
          <a:xfrm>
            <a:off x="3042703" y="1348137"/>
            <a:ext cx="411535" cy="315587"/>
            <a:chOff x="3042703" y="1529137"/>
            <a:chExt cx="411535" cy="315587"/>
          </a:xfrm>
        </p:grpSpPr>
        <p:sp>
          <p:nvSpPr>
            <p:cNvPr id="9408" name="Google Shape;9408;p8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8" name="Google Shape;9418;p83"/>
          <p:cNvGrpSpPr/>
          <p:nvPr/>
        </p:nvGrpSpPr>
        <p:grpSpPr>
          <a:xfrm>
            <a:off x="2629289" y="1363682"/>
            <a:ext cx="350501" cy="284497"/>
            <a:chOff x="2629289" y="1544682"/>
            <a:chExt cx="350501" cy="284497"/>
          </a:xfrm>
        </p:grpSpPr>
        <p:sp>
          <p:nvSpPr>
            <p:cNvPr id="9419" name="Google Shape;9419;p8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83"/>
          <p:cNvGrpSpPr/>
          <p:nvPr/>
        </p:nvGrpSpPr>
        <p:grpSpPr>
          <a:xfrm>
            <a:off x="5305077" y="1321633"/>
            <a:ext cx="367893" cy="365218"/>
            <a:chOff x="5305077" y="1502633"/>
            <a:chExt cx="367893" cy="365218"/>
          </a:xfrm>
        </p:grpSpPr>
        <p:sp>
          <p:nvSpPr>
            <p:cNvPr id="9425" name="Google Shape;9425;p8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83"/>
          <p:cNvGrpSpPr/>
          <p:nvPr/>
        </p:nvGrpSpPr>
        <p:grpSpPr>
          <a:xfrm>
            <a:off x="7100170" y="1319117"/>
            <a:ext cx="368308" cy="367033"/>
            <a:chOff x="7100170" y="1500117"/>
            <a:chExt cx="368308" cy="367033"/>
          </a:xfrm>
        </p:grpSpPr>
        <p:sp>
          <p:nvSpPr>
            <p:cNvPr id="9428" name="Google Shape;9428;p8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1" name="Google Shape;9441;p83"/>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2" name="Google Shape;9442;p83"/>
          <p:cNvGrpSpPr/>
          <p:nvPr/>
        </p:nvGrpSpPr>
        <p:grpSpPr>
          <a:xfrm>
            <a:off x="6649231" y="1319021"/>
            <a:ext cx="390287" cy="367065"/>
            <a:chOff x="6649231" y="1500021"/>
            <a:chExt cx="390287" cy="367065"/>
          </a:xfrm>
        </p:grpSpPr>
        <p:sp>
          <p:nvSpPr>
            <p:cNvPr id="9443" name="Google Shape;9443;p8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5" name="Google Shape;9455;p83"/>
          <p:cNvGrpSpPr/>
          <p:nvPr/>
        </p:nvGrpSpPr>
        <p:grpSpPr>
          <a:xfrm>
            <a:off x="5746938" y="1362503"/>
            <a:ext cx="387261" cy="280356"/>
            <a:chOff x="5746938" y="1543503"/>
            <a:chExt cx="387261" cy="280356"/>
          </a:xfrm>
        </p:grpSpPr>
        <p:sp>
          <p:nvSpPr>
            <p:cNvPr id="9456" name="Google Shape;9456;p8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83"/>
          <p:cNvGrpSpPr/>
          <p:nvPr/>
        </p:nvGrpSpPr>
        <p:grpSpPr>
          <a:xfrm>
            <a:off x="6196730" y="1344346"/>
            <a:ext cx="369072" cy="317467"/>
            <a:chOff x="6196730" y="1525346"/>
            <a:chExt cx="369072" cy="317467"/>
          </a:xfrm>
        </p:grpSpPr>
        <p:sp>
          <p:nvSpPr>
            <p:cNvPr id="9459" name="Google Shape;9459;p8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2" name="Google Shape;9462;p83"/>
          <p:cNvGrpSpPr/>
          <p:nvPr/>
        </p:nvGrpSpPr>
        <p:grpSpPr>
          <a:xfrm>
            <a:off x="4940592" y="1319690"/>
            <a:ext cx="246558" cy="367161"/>
            <a:chOff x="4940592" y="1500690"/>
            <a:chExt cx="246558" cy="367161"/>
          </a:xfrm>
        </p:grpSpPr>
        <p:sp>
          <p:nvSpPr>
            <p:cNvPr id="9463" name="Google Shape;9463;p8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7" name="Google Shape;9467;p83"/>
          <p:cNvGrpSpPr/>
          <p:nvPr/>
        </p:nvGrpSpPr>
        <p:grpSpPr>
          <a:xfrm>
            <a:off x="7964906" y="1318894"/>
            <a:ext cx="380858" cy="367575"/>
            <a:chOff x="7964906" y="1499894"/>
            <a:chExt cx="380858" cy="367575"/>
          </a:xfrm>
        </p:grpSpPr>
        <p:sp>
          <p:nvSpPr>
            <p:cNvPr id="9468" name="Google Shape;9468;p8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1" name="Google Shape;9471;p83"/>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2" name="Google Shape;9472;p83"/>
          <p:cNvGrpSpPr/>
          <p:nvPr/>
        </p:nvGrpSpPr>
        <p:grpSpPr>
          <a:xfrm>
            <a:off x="8007400" y="2721278"/>
            <a:ext cx="285230" cy="355597"/>
            <a:chOff x="8007400" y="2902278"/>
            <a:chExt cx="285230" cy="355597"/>
          </a:xfrm>
        </p:grpSpPr>
        <p:sp>
          <p:nvSpPr>
            <p:cNvPr id="9473" name="Google Shape;9473;p8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5" name="Google Shape;9475;p83"/>
          <p:cNvGrpSpPr/>
          <p:nvPr/>
        </p:nvGrpSpPr>
        <p:grpSpPr>
          <a:xfrm>
            <a:off x="6219124" y="2721788"/>
            <a:ext cx="318231" cy="355470"/>
            <a:chOff x="6219124" y="2902788"/>
            <a:chExt cx="318231" cy="355470"/>
          </a:xfrm>
        </p:grpSpPr>
        <p:sp>
          <p:nvSpPr>
            <p:cNvPr id="9476" name="Google Shape;9476;p8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83"/>
          <p:cNvGrpSpPr/>
          <p:nvPr/>
        </p:nvGrpSpPr>
        <p:grpSpPr>
          <a:xfrm>
            <a:off x="4969421" y="2721852"/>
            <a:ext cx="185109" cy="355406"/>
            <a:chOff x="4969421" y="2902852"/>
            <a:chExt cx="185109" cy="355406"/>
          </a:xfrm>
        </p:grpSpPr>
        <p:sp>
          <p:nvSpPr>
            <p:cNvPr id="9480" name="Google Shape;9480;p8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6" name="Google Shape;9486;p83"/>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3"/>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8" name="Google Shape;9488;p83"/>
          <p:cNvGrpSpPr/>
          <p:nvPr/>
        </p:nvGrpSpPr>
        <p:grpSpPr>
          <a:xfrm>
            <a:off x="6685259" y="2721852"/>
            <a:ext cx="311414" cy="355406"/>
            <a:chOff x="6685259" y="2902852"/>
            <a:chExt cx="311414" cy="355406"/>
          </a:xfrm>
        </p:grpSpPr>
        <p:sp>
          <p:nvSpPr>
            <p:cNvPr id="9489" name="Google Shape;9489;p8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2" name="Google Shape;9492;p83"/>
          <p:cNvGrpSpPr/>
          <p:nvPr/>
        </p:nvGrpSpPr>
        <p:grpSpPr>
          <a:xfrm>
            <a:off x="5309250" y="2722170"/>
            <a:ext cx="359579" cy="355852"/>
            <a:chOff x="5309250" y="2903170"/>
            <a:chExt cx="359579" cy="355852"/>
          </a:xfrm>
        </p:grpSpPr>
        <p:sp>
          <p:nvSpPr>
            <p:cNvPr id="9493" name="Google Shape;9493;p8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83"/>
          <p:cNvGrpSpPr/>
          <p:nvPr/>
        </p:nvGrpSpPr>
        <p:grpSpPr>
          <a:xfrm>
            <a:off x="2199565" y="2240172"/>
            <a:ext cx="312179" cy="353431"/>
            <a:chOff x="2199565" y="2421172"/>
            <a:chExt cx="312179" cy="353431"/>
          </a:xfrm>
        </p:grpSpPr>
        <p:sp>
          <p:nvSpPr>
            <p:cNvPr id="9497" name="Google Shape;9497;p8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83"/>
          <p:cNvGrpSpPr/>
          <p:nvPr/>
        </p:nvGrpSpPr>
        <p:grpSpPr>
          <a:xfrm>
            <a:off x="1750887" y="2244727"/>
            <a:ext cx="320143" cy="343269"/>
            <a:chOff x="1750887" y="2425727"/>
            <a:chExt cx="320143" cy="343269"/>
          </a:xfrm>
        </p:grpSpPr>
        <p:sp>
          <p:nvSpPr>
            <p:cNvPr id="9500" name="Google Shape;9500;p8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2" name="Google Shape;9502;p83"/>
          <p:cNvGrpSpPr/>
          <p:nvPr/>
        </p:nvGrpSpPr>
        <p:grpSpPr>
          <a:xfrm>
            <a:off x="1298037" y="2244727"/>
            <a:ext cx="338364" cy="342887"/>
            <a:chOff x="1298037" y="2425727"/>
            <a:chExt cx="338364" cy="342887"/>
          </a:xfrm>
        </p:grpSpPr>
        <p:sp>
          <p:nvSpPr>
            <p:cNvPr id="9503" name="Google Shape;9503;p8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7" name="Google Shape;9507;p83"/>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8" name="Google Shape;9508;p83"/>
          <p:cNvGrpSpPr/>
          <p:nvPr/>
        </p:nvGrpSpPr>
        <p:grpSpPr>
          <a:xfrm>
            <a:off x="3974207" y="2248009"/>
            <a:ext cx="320143" cy="338491"/>
            <a:chOff x="3974207" y="2429009"/>
            <a:chExt cx="320143" cy="338491"/>
          </a:xfrm>
        </p:grpSpPr>
        <p:sp>
          <p:nvSpPr>
            <p:cNvPr id="9509" name="Google Shape;9509;p8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83"/>
          <p:cNvGrpSpPr/>
          <p:nvPr/>
        </p:nvGrpSpPr>
        <p:grpSpPr>
          <a:xfrm>
            <a:off x="2623237" y="2250047"/>
            <a:ext cx="355024" cy="332630"/>
            <a:chOff x="2623237" y="2431047"/>
            <a:chExt cx="355024" cy="332630"/>
          </a:xfrm>
        </p:grpSpPr>
        <p:sp>
          <p:nvSpPr>
            <p:cNvPr id="9512" name="Google Shape;9512;p8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6" name="Google Shape;9516;p83"/>
          <p:cNvGrpSpPr/>
          <p:nvPr/>
        </p:nvGrpSpPr>
        <p:grpSpPr>
          <a:xfrm>
            <a:off x="6657194" y="2253073"/>
            <a:ext cx="375507" cy="367925"/>
            <a:chOff x="6657194" y="2434073"/>
            <a:chExt cx="375507" cy="367925"/>
          </a:xfrm>
        </p:grpSpPr>
        <p:sp>
          <p:nvSpPr>
            <p:cNvPr id="9517" name="Google Shape;9517;p8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0" name="Google Shape;9520;p83"/>
          <p:cNvGrpSpPr/>
          <p:nvPr/>
        </p:nvGrpSpPr>
        <p:grpSpPr>
          <a:xfrm>
            <a:off x="7101317" y="2260655"/>
            <a:ext cx="367925" cy="352380"/>
            <a:chOff x="7101317" y="2441655"/>
            <a:chExt cx="367925" cy="352380"/>
          </a:xfrm>
        </p:grpSpPr>
        <p:sp>
          <p:nvSpPr>
            <p:cNvPr id="9521" name="Google Shape;9521;p8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3" name="Google Shape;9523;p83"/>
          <p:cNvGrpSpPr/>
          <p:nvPr/>
        </p:nvGrpSpPr>
        <p:grpSpPr>
          <a:xfrm>
            <a:off x="5756399" y="2253456"/>
            <a:ext cx="367925" cy="367161"/>
            <a:chOff x="5756399" y="2434456"/>
            <a:chExt cx="367925" cy="367161"/>
          </a:xfrm>
        </p:grpSpPr>
        <p:sp>
          <p:nvSpPr>
            <p:cNvPr id="9524" name="Google Shape;9524;p8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1" name="Google Shape;9531;p83"/>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3"/>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3" name="Google Shape;9533;p83"/>
          <p:cNvGrpSpPr/>
          <p:nvPr/>
        </p:nvGrpSpPr>
        <p:grpSpPr>
          <a:xfrm>
            <a:off x="7964906" y="2253073"/>
            <a:ext cx="373627" cy="367925"/>
            <a:chOff x="7964906" y="2434073"/>
            <a:chExt cx="373627" cy="367925"/>
          </a:xfrm>
        </p:grpSpPr>
        <p:sp>
          <p:nvSpPr>
            <p:cNvPr id="9534" name="Google Shape;9534;p8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83"/>
          <p:cNvGrpSpPr/>
          <p:nvPr/>
        </p:nvGrpSpPr>
        <p:grpSpPr>
          <a:xfrm>
            <a:off x="6194086" y="2256737"/>
            <a:ext cx="369837" cy="360471"/>
            <a:chOff x="6194086" y="2437737"/>
            <a:chExt cx="369837" cy="360471"/>
          </a:xfrm>
        </p:grpSpPr>
        <p:sp>
          <p:nvSpPr>
            <p:cNvPr id="9537" name="Google Shape;9537;p8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9" name="Google Shape;9539;p83"/>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540" name="Google Shape;9540;p83"/>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44"/>
        <p:cNvGrpSpPr/>
        <p:nvPr/>
      </p:nvGrpSpPr>
      <p:grpSpPr>
        <a:xfrm>
          <a:off x="0" y="0"/>
          <a:ext cx="0" cy="0"/>
          <a:chOff x="0" y="0"/>
          <a:chExt cx="0" cy="0"/>
        </a:xfrm>
      </p:grpSpPr>
      <p:grpSp>
        <p:nvGrpSpPr>
          <p:cNvPr id="9545" name="Google Shape;9545;p84"/>
          <p:cNvGrpSpPr/>
          <p:nvPr/>
        </p:nvGrpSpPr>
        <p:grpSpPr>
          <a:xfrm>
            <a:off x="3122257" y="1334344"/>
            <a:ext cx="294850" cy="349434"/>
            <a:chOff x="3122257" y="1508594"/>
            <a:chExt cx="294850" cy="349434"/>
          </a:xfrm>
        </p:grpSpPr>
        <p:sp>
          <p:nvSpPr>
            <p:cNvPr id="9546" name="Google Shape;9546;p8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1" name="Google Shape;9551;p84"/>
          <p:cNvGrpSpPr/>
          <p:nvPr/>
        </p:nvGrpSpPr>
        <p:grpSpPr>
          <a:xfrm>
            <a:off x="910723" y="1333962"/>
            <a:ext cx="251660" cy="350166"/>
            <a:chOff x="910723" y="1508212"/>
            <a:chExt cx="251660" cy="350166"/>
          </a:xfrm>
        </p:grpSpPr>
        <p:sp>
          <p:nvSpPr>
            <p:cNvPr id="9552" name="Google Shape;9552;p8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84"/>
          <p:cNvGrpSpPr/>
          <p:nvPr/>
        </p:nvGrpSpPr>
        <p:grpSpPr>
          <a:xfrm>
            <a:off x="1308631" y="1333580"/>
            <a:ext cx="350166" cy="350198"/>
            <a:chOff x="1308631" y="1507830"/>
            <a:chExt cx="350166" cy="350198"/>
          </a:xfrm>
        </p:grpSpPr>
        <p:sp>
          <p:nvSpPr>
            <p:cNvPr id="9570" name="Google Shape;9570;p8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4" name="Google Shape;9574;p84"/>
          <p:cNvGrpSpPr/>
          <p:nvPr/>
        </p:nvGrpSpPr>
        <p:grpSpPr>
          <a:xfrm>
            <a:off x="1756921" y="1335489"/>
            <a:ext cx="345997" cy="345997"/>
            <a:chOff x="1756921" y="1509739"/>
            <a:chExt cx="345997" cy="345997"/>
          </a:xfrm>
        </p:grpSpPr>
        <p:sp>
          <p:nvSpPr>
            <p:cNvPr id="9575" name="Google Shape;9575;p8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8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84"/>
          <p:cNvGrpSpPr/>
          <p:nvPr/>
        </p:nvGrpSpPr>
        <p:grpSpPr>
          <a:xfrm>
            <a:off x="2216956" y="1336253"/>
            <a:ext cx="318721" cy="345615"/>
            <a:chOff x="2216956" y="1510503"/>
            <a:chExt cx="318721" cy="345615"/>
          </a:xfrm>
        </p:grpSpPr>
        <p:sp>
          <p:nvSpPr>
            <p:cNvPr id="9593" name="Google Shape;9593;p8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84"/>
          <p:cNvGrpSpPr/>
          <p:nvPr/>
        </p:nvGrpSpPr>
        <p:grpSpPr>
          <a:xfrm>
            <a:off x="3988156" y="1394211"/>
            <a:ext cx="349052" cy="230049"/>
            <a:chOff x="3988156" y="1568461"/>
            <a:chExt cx="349052" cy="230049"/>
          </a:xfrm>
        </p:grpSpPr>
        <p:sp>
          <p:nvSpPr>
            <p:cNvPr id="9599" name="Google Shape;9599;p8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84"/>
          <p:cNvGrpSpPr/>
          <p:nvPr/>
        </p:nvGrpSpPr>
        <p:grpSpPr>
          <a:xfrm>
            <a:off x="2633037" y="1325623"/>
            <a:ext cx="379002" cy="366112"/>
            <a:chOff x="2633037" y="1499873"/>
            <a:chExt cx="379002" cy="366112"/>
          </a:xfrm>
        </p:grpSpPr>
        <p:sp>
          <p:nvSpPr>
            <p:cNvPr id="9607" name="Google Shape;9607;p8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84"/>
          <p:cNvGrpSpPr/>
          <p:nvPr/>
        </p:nvGrpSpPr>
        <p:grpSpPr>
          <a:xfrm>
            <a:off x="6675256" y="1341919"/>
            <a:ext cx="327823" cy="357009"/>
            <a:chOff x="6675256" y="1516169"/>
            <a:chExt cx="327823" cy="357009"/>
          </a:xfrm>
        </p:grpSpPr>
        <p:sp>
          <p:nvSpPr>
            <p:cNvPr id="9614" name="Google Shape;9614;p8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3" name="Google Shape;9623;p84"/>
          <p:cNvGrpSpPr/>
          <p:nvPr/>
        </p:nvGrpSpPr>
        <p:grpSpPr>
          <a:xfrm>
            <a:off x="8020159" y="1342301"/>
            <a:ext cx="300897" cy="356627"/>
            <a:chOff x="8020159" y="1516551"/>
            <a:chExt cx="300897" cy="356627"/>
          </a:xfrm>
        </p:grpSpPr>
        <p:sp>
          <p:nvSpPr>
            <p:cNvPr id="9624" name="Google Shape;9624;p8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84"/>
          <p:cNvGrpSpPr/>
          <p:nvPr/>
        </p:nvGrpSpPr>
        <p:grpSpPr>
          <a:xfrm>
            <a:off x="5377363" y="1341919"/>
            <a:ext cx="257357" cy="356627"/>
            <a:chOff x="5377363" y="1516169"/>
            <a:chExt cx="257357" cy="356627"/>
          </a:xfrm>
        </p:grpSpPr>
        <p:sp>
          <p:nvSpPr>
            <p:cNvPr id="9630" name="Google Shape;9630;p8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84"/>
          <p:cNvGrpSpPr/>
          <p:nvPr/>
        </p:nvGrpSpPr>
        <p:grpSpPr>
          <a:xfrm>
            <a:off x="4880567" y="1361620"/>
            <a:ext cx="356245" cy="317607"/>
            <a:chOff x="4880567" y="1535870"/>
            <a:chExt cx="356245" cy="317607"/>
          </a:xfrm>
        </p:grpSpPr>
        <p:sp>
          <p:nvSpPr>
            <p:cNvPr id="9648" name="Google Shape;9648;p8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3" name="Google Shape;9653;p84"/>
          <p:cNvGrpSpPr/>
          <p:nvPr/>
        </p:nvGrpSpPr>
        <p:grpSpPr>
          <a:xfrm>
            <a:off x="5771483" y="1341537"/>
            <a:ext cx="357359" cy="357391"/>
            <a:chOff x="5771483" y="1515787"/>
            <a:chExt cx="357359" cy="357391"/>
          </a:xfrm>
        </p:grpSpPr>
        <p:sp>
          <p:nvSpPr>
            <p:cNvPr id="9654" name="Google Shape;9654;p8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84"/>
          <p:cNvGrpSpPr/>
          <p:nvPr/>
        </p:nvGrpSpPr>
        <p:grpSpPr>
          <a:xfrm>
            <a:off x="7121669" y="1359360"/>
            <a:ext cx="321362" cy="321362"/>
            <a:chOff x="7121669" y="1533610"/>
            <a:chExt cx="321362" cy="321362"/>
          </a:xfrm>
        </p:grpSpPr>
        <p:sp>
          <p:nvSpPr>
            <p:cNvPr id="9659" name="Google Shape;9659;p8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84"/>
          <p:cNvGrpSpPr/>
          <p:nvPr/>
        </p:nvGrpSpPr>
        <p:grpSpPr>
          <a:xfrm>
            <a:off x="7562766" y="1340614"/>
            <a:ext cx="327059" cy="360192"/>
            <a:chOff x="7562766" y="1514864"/>
            <a:chExt cx="327059" cy="360192"/>
          </a:xfrm>
        </p:grpSpPr>
        <p:sp>
          <p:nvSpPr>
            <p:cNvPr id="9664" name="Google Shape;9664;p8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84"/>
          <p:cNvGrpSpPr/>
          <p:nvPr/>
        </p:nvGrpSpPr>
        <p:grpSpPr>
          <a:xfrm>
            <a:off x="6221229" y="1324423"/>
            <a:ext cx="361636" cy="362183"/>
            <a:chOff x="6259175" y="1559008"/>
            <a:chExt cx="271743" cy="272093"/>
          </a:xfrm>
        </p:grpSpPr>
        <p:sp>
          <p:nvSpPr>
            <p:cNvPr id="9669" name="Google Shape;9669;p8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84"/>
          <p:cNvGrpSpPr/>
          <p:nvPr/>
        </p:nvGrpSpPr>
        <p:grpSpPr>
          <a:xfrm>
            <a:off x="6671087" y="1835054"/>
            <a:ext cx="332757" cy="281833"/>
            <a:chOff x="6671087" y="2009304"/>
            <a:chExt cx="332757" cy="281833"/>
          </a:xfrm>
        </p:grpSpPr>
        <p:sp>
          <p:nvSpPr>
            <p:cNvPr id="9687" name="Google Shape;9687;p8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9" name="Google Shape;9689;p84"/>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0" name="Google Shape;9690;p84"/>
          <p:cNvGrpSpPr/>
          <p:nvPr/>
        </p:nvGrpSpPr>
        <p:grpSpPr>
          <a:xfrm>
            <a:off x="2201806" y="1802335"/>
            <a:ext cx="349784" cy="349434"/>
            <a:chOff x="2201806" y="1976585"/>
            <a:chExt cx="349784" cy="349434"/>
          </a:xfrm>
        </p:grpSpPr>
        <p:sp>
          <p:nvSpPr>
            <p:cNvPr id="9691" name="Google Shape;9691;p8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84"/>
          <p:cNvGrpSpPr/>
          <p:nvPr/>
        </p:nvGrpSpPr>
        <p:grpSpPr>
          <a:xfrm>
            <a:off x="3094217" y="1802335"/>
            <a:ext cx="350198" cy="350548"/>
            <a:chOff x="3094217" y="1976585"/>
            <a:chExt cx="350198" cy="350548"/>
          </a:xfrm>
        </p:grpSpPr>
        <p:sp>
          <p:nvSpPr>
            <p:cNvPr id="9696" name="Google Shape;9696;p8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9" name="Google Shape;9709;p84"/>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0" name="Google Shape;9710;p84"/>
          <p:cNvGrpSpPr/>
          <p:nvPr/>
        </p:nvGrpSpPr>
        <p:grpSpPr>
          <a:xfrm>
            <a:off x="3979435" y="1802335"/>
            <a:ext cx="345265" cy="349848"/>
            <a:chOff x="3979435" y="1976585"/>
            <a:chExt cx="345265" cy="349848"/>
          </a:xfrm>
        </p:grpSpPr>
        <p:sp>
          <p:nvSpPr>
            <p:cNvPr id="9711" name="Google Shape;9711;p8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8" name="Google Shape;9728;p84"/>
          <p:cNvGrpSpPr/>
          <p:nvPr/>
        </p:nvGrpSpPr>
        <p:grpSpPr>
          <a:xfrm>
            <a:off x="3541011" y="1334344"/>
            <a:ext cx="350166" cy="349434"/>
            <a:chOff x="3541011" y="1508594"/>
            <a:chExt cx="350166" cy="349434"/>
          </a:xfrm>
        </p:grpSpPr>
        <p:sp>
          <p:nvSpPr>
            <p:cNvPr id="9729" name="Google Shape;9729;p8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84"/>
          <p:cNvGrpSpPr/>
          <p:nvPr/>
        </p:nvGrpSpPr>
        <p:grpSpPr>
          <a:xfrm>
            <a:off x="3576626" y="1801571"/>
            <a:ext cx="284251" cy="351694"/>
            <a:chOff x="3576626" y="1975821"/>
            <a:chExt cx="284251" cy="351694"/>
          </a:xfrm>
        </p:grpSpPr>
        <p:sp>
          <p:nvSpPr>
            <p:cNvPr id="9743" name="Google Shape;9743;p8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6" name="Google Shape;9746;p84"/>
          <p:cNvGrpSpPr/>
          <p:nvPr/>
        </p:nvGrpSpPr>
        <p:grpSpPr>
          <a:xfrm>
            <a:off x="2722090" y="2715912"/>
            <a:ext cx="238770" cy="371841"/>
            <a:chOff x="2722090" y="2890162"/>
            <a:chExt cx="238770" cy="371841"/>
          </a:xfrm>
        </p:grpSpPr>
        <p:sp>
          <p:nvSpPr>
            <p:cNvPr id="9747" name="Google Shape;9747;p8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0" name="Google Shape;9750;p84"/>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1" name="Google Shape;9751;p84"/>
          <p:cNvGrpSpPr/>
          <p:nvPr/>
        </p:nvGrpSpPr>
        <p:grpSpPr>
          <a:xfrm>
            <a:off x="6216367" y="1795906"/>
            <a:ext cx="361147" cy="361147"/>
            <a:chOff x="6216367" y="1970156"/>
            <a:chExt cx="361147" cy="361147"/>
          </a:xfrm>
        </p:grpSpPr>
        <p:sp>
          <p:nvSpPr>
            <p:cNvPr id="9752" name="Google Shape;9752;p8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6" name="Google Shape;9756;p84"/>
          <p:cNvGrpSpPr/>
          <p:nvPr/>
        </p:nvGrpSpPr>
        <p:grpSpPr>
          <a:xfrm>
            <a:off x="1289311" y="2751972"/>
            <a:ext cx="408156" cy="299783"/>
            <a:chOff x="1289311" y="2926222"/>
            <a:chExt cx="408156" cy="299783"/>
          </a:xfrm>
        </p:grpSpPr>
        <p:sp>
          <p:nvSpPr>
            <p:cNvPr id="9757" name="Google Shape;9757;p8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9" name="Google Shape;9759;p84"/>
          <p:cNvGrpSpPr/>
          <p:nvPr/>
        </p:nvGrpSpPr>
        <p:grpSpPr>
          <a:xfrm>
            <a:off x="7978465" y="1795142"/>
            <a:ext cx="361147" cy="360797"/>
            <a:chOff x="7978465" y="1969392"/>
            <a:chExt cx="361147" cy="360797"/>
          </a:xfrm>
        </p:grpSpPr>
        <p:sp>
          <p:nvSpPr>
            <p:cNvPr id="9760" name="Google Shape;9760;p8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9" name="Google Shape;9769;p84"/>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0" name="Google Shape;9770;p84"/>
          <p:cNvGrpSpPr/>
          <p:nvPr/>
        </p:nvGrpSpPr>
        <p:grpSpPr>
          <a:xfrm>
            <a:off x="854261" y="2734563"/>
            <a:ext cx="377474" cy="335748"/>
            <a:chOff x="854261" y="2908813"/>
            <a:chExt cx="377474" cy="335748"/>
          </a:xfrm>
        </p:grpSpPr>
        <p:sp>
          <p:nvSpPr>
            <p:cNvPr id="9771" name="Google Shape;9771;p8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84"/>
          <p:cNvGrpSpPr/>
          <p:nvPr/>
        </p:nvGrpSpPr>
        <p:grpSpPr>
          <a:xfrm>
            <a:off x="1749728" y="2720527"/>
            <a:ext cx="386927" cy="363438"/>
            <a:chOff x="1749728" y="2894777"/>
            <a:chExt cx="386927" cy="363438"/>
          </a:xfrm>
        </p:grpSpPr>
        <p:sp>
          <p:nvSpPr>
            <p:cNvPr id="9777" name="Google Shape;9777;p8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4" name="Google Shape;9784;p84"/>
          <p:cNvGrpSpPr/>
          <p:nvPr/>
        </p:nvGrpSpPr>
        <p:grpSpPr>
          <a:xfrm>
            <a:off x="7098912" y="1795142"/>
            <a:ext cx="359651" cy="361560"/>
            <a:chOff x="7098912" y="1969392"/>
            <a:chExt cx="359651" cy="361560"/>
          </a:xfrm>
        </p:grpSpPr>
        <p:sp>
          <p:nvSpPr>
            <p:cNvPr id="9785" name="Google Shape;9785;p8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8" name="Google Shape;9798;p84"/>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9" name="Google Shape;9799;p84"/>
          <p:cNvGrpSpPr/>
          <p:nvPr/>
        </p:nvGrpSpPr>
        <p:grpSpPr>
          <a:xfrm>
            <a:off x="5352728" y="1815989"/>
            <a:ext cx="327091" cy="322508"/>
            <a:chOff x="5352728" y="1990239"/>
            <a:chExt cx="327091" cy="322508"/>
          </a:xfrm>
        </p:grpSpPr>
        <p:sp>
          <p:nvSpPr>
            <p:cNvPr id="9800" name="Google Shape;9800;p8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84"/>
          <p:cNvGrpSpPr/>
          <p:nvPr/>
        </p:nvGrpSpPr>
        <p:grpSpPr>
          <a:xfrm>
            <a:off x="7538896" y="1795906"/>
            <a:ext cx="361147" cy="361529"/>
            <a:chOff x="7538896" y="1970156"/>
            <a:chExt cx="361147" cy="361529"/>
          </a:xfrm>
        </p:grpSpPr>
        <p:sp>
          <p:nvSpPr>
            <p:cNvPr id="9804" name="Google Shape;9804;p8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0" name="Google Shape;9810;p84"/>
          <p:cNvGrpSpPr/>
          <p:nvPr/>
        </p:nvGrpSpPr>
        <p:grpSpPr>
          <a:xfrm>
            <a:off x="4896099" y="1796670"/>
            <a:ext cx="358155" cy="358123"/>
            <a:chOff x="4896099" y="1970920"/>
            <a:chExt cx="358155" cy="358123"/>
          </a:xfrm>
        </p:grpSpPr>
        <p:sp>
          <p:nvSpPr>
            <p:cNvPr id="9811" name="Google Shape;9811;p8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84"/>
          <p:cNvGrpSpPr/>
          <p:nvPr/>
        </p:nvGrpSpPr>
        <p:grpSpPr>
          <a:xfrm>
            <a:off x="4048787" y="2802769"/>
            <a:ext cx="283488" cy="198604"/>
            <a:chOff x="4048787" y="2977019"/>
            <a:chExt cx="283488" cy="198604"/>
          </a:xfrm>
        </p:grpSpPr>
        <p:sp>
          <p:nvSpPr>
            <p:cNvPr id="9815" name="Google Shape;9815;p8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1" name="Google Shape;9821;p84"/>
          <p:cNvGrpSpPr/>
          <p:nvPr/>
        </p:nvGrpSpPr>
        <p:grpSpPr>
          <a:xfrm>
            <a:off x="4054103" y="2255941"/>
            <a:ext cx="218687" cy="349052"/>
            <a:chOff x="4054103" y="2430191"/>
            <a:chExt cx="218687" cy="349052"/>
          </a:xfrm>
        </p:grpSpPr>
        <p:sp>
          <p:nvSpPr>
            <p:cNvPr id="9822" name="Google Shape;9822;p8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4" name="Google Shape;9824;p84"/>
          <p:cNvGrpSpPr/>
          <p:nvPr/>
        </p:nvGrpSpPr>
        <p:grpSpPr>
          <a:xfrm>
            <a:off x="2185128" y="2253299"/>
            <a:ext cx="382758" cy="356595"/>
            <a:chOff x="2185128" y="2427549"/>
            <a:chExt cx="382758" cy="356595"/>
          </a:xfrm>
        </p:grpSpPr>
        <p:sp>
          <p:nvSpPr>
            <p:cNvPr id="9825" name="Google Shape;9825;p8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84"/>
          <p:cNvGrpSpPr/>
          <p:nvPr/>
        </p:nvGrpSpPr>
        <p:grpSpPr>
          <a:xfrm>
            <a:off x="2656907" y="2265043"/>
            <a:ext cx="332757" cy="332343"/>
            <a:chOff x="2656907" y="2439293"/>
            <a:chExt cx="332757" cy="332343"/>
          </a:xfrm>
        </p:grpSpPr>
        <p:sp>
          <p:nvSpPr>
            <p:cNvPr id="9830" name="Google Shape;9830;p8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7" name="Google Shape;9837;p84"/>
          <p:cNvGrpSpPr/>
          <p:nvPr/>
        </p:nvGrpSpPr>
        <p:grpSpPr>
          <a:xfrm>
            <a:off x="1731523" y="2248366"/>
            <a:ext cx="399435" cy="365698"/>
            <a:chOff x="1731523" y="2422616"/>
            <a:chExt cx="399435" cy="365698"/>
          </a:xfrm>
        </p:grpSpPr>
        <p:sp>
          <p:nvSpPr>
            <p:cNvPr id="9838" name="Google Shape;9838;p8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84"/>
          <p:cNvGrpSpPr/>
          <p:nvPr/>
        </p:nvGrpSpPr>
        <p:grpSpPr>
          <a:xfrm>
            <a:off x="3097241" y="2259314"/>
            <a:ext cx="344883" cy="343387"/>
            <a:chOff x="3097241" y="2433564"/>
            <a:chExt cx="344883" cy="343387"/>
          </a:xfrm>
        </p:grpSpPr>
        <p:sp>
          <p:nvSpPr>
            <p:cNvPr id="9842" name="Google Shape;9842;p8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1" name="Google Shape;9851;p84"/>
          <p:cNvGrpSpPr/>
          <p:nvPr/>
        </p:nvGrpSpPr>
        <p:grpSpPr>
          <a:xfrm>
            <a:off x="1278299" y="2265043"/>
            <a:ext cx="410829" cy="332343"/>
            <a:chOff x="1278299" y="2439293"/>
            <a:chExt cx="410829" cy="332343"/>
          </a:xfrm>
        </p:grpSpPr>
        <p:sp>
          <p:nvSpPr>
            <p:cNvPr id="9852" name="Google Shape;9852;p8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0" name="Google Shape;9860;p84"/>
          <p:cNvGrpSpPr/>
          <p:nvPr/>
        </p:nvGrpSpPr>
        <p:grpSpPr>
          <a:xfrm>
            <a:off x="2661459" y="1840751"/>
            <a:ext cx="322508" cy="273494"/>
            <a:chOff x="2661459" y="2015001"/>
            <a:chExt cx="322508" cy="273494"/>
          </a:xfrm>
        </p:grpSpPr>
        <p:sp>
          <p:nvSpPr>
            <p:cNvPr id="9861" name="Google Shape;9861;p8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84"/>
          <p:cNvGrpSpPr/>
          <p:nvPr/>
        </p:nvGrpSpPr>
        <p:grpSpPr>
          <a:xfrm>
            <a:off x="870939" y="2265043"/>
            <a:ext cx="331993" cy="331993"/>
            <a:chOff x="870939" y="2439293"/>
            <a:chExt cx="331993" cy="331993"/>
          </a:xfrm>
        </p:grpSpPr>
        <p:sp>
          <p:nvSpPr>
            <p:cNvPr id="9864" name="Google Shape;9864;p8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84"/>
          <p:cNvGrpSpPr/>
          <p:nvPr/>
        </p:nvGrpSpPr>
        <p:grpSpPr>
          <a:xfrm>
            <a:off x="6644957" y="2282103"/>
            <a:ext cx="371395" cy="278904"/>
            <a:chOff x="6644957" y="2456353"/>
            <a:chExt cx="371395" cy="278904"/>
          </a:xfrm>
        </p:grpSpPr>
        <p:sp>
          <p:nvSpPr>
            <p:cNvPr id="9881" name="Google Shape;9881;p8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84"/>
          <p:cNvGrpSpPr/>
          <p:nvPr/>
        </p:nvGrpSpPr>
        <p:grpSpPr>
          <a:xfrm>
            <a:off x="5388757" y="2240409"/>
            <a:ext cx="260349" cy="362292"/>
            <a:chOff x="5388757" y="2414659"/>
            <a:chExt cx="260349" cy="362292"/>
          </a:xfrm>
        </p:grpSpPr>
        <p:sp>
          <p:nvSpPr>
            <p:cNvPr id="9887" name="Google Shape;9887;p8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84"/>
          <p:cNvGrpSpPr/>
          <p:nvPr/>
        </p:nvGrpSpPr>
        <p:grpSpPr>
          <a:xfrm>
            <a:off x="3567142" y="2731507"/>
            <a:ext cx="348288" cy="340331"/>
            <a:chOff x="3567142" y="2905757"/>
            <a:chExt cx="348288" cy="340331"/>
          </a:xfrm>
        </p:grpSpPr>
        <p:sp>
          <p:nvSpPr>
            <p:cNvPr id="9908" name="Google Shape;9908;p8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84"/>
          <p:cNvGrpSpPr/>
          <p:nvPr/>
        </p:nvGrpSpPr>
        <p:grpSpPr>
          <a:xfrm>
            <a:off x="870939" y="1801571"/>
            <a:ext cx="332375" cy="350071"/>
            <a:chOff x="870939" y="1975821"/>
            <a:chExt cx="332375" cy="350071"/>
          </a:xfrm>
        </p:grpSpPr>
        <p:sp>
          <p:nvSpPr>
            <p:cNvPr id="9914" name="Google Shape;9914;p8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8" name="Google Shape;9918;p84"/>
          <p:cNvGrpSpPr/>
          <p:nvPr/>
        </p:nvGrpSpPr>
        <p:grpSpPr>
          <a:xfrm>
            <a:off x="7967103" y="2240791"/>
            <a:ext cx="355863" cy="361911"/>
            <a:chOff x="7967103" y="2415041"/>
            <a:chExt cx="355863" cy="361911"/>
          </a:xfrm>
        </p:grpSpPr>
        <p:sp>
          <p:nvSpPr>
            <p:cNvPr id="9919" name="Google Shape;9919;p8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0" name="Google Shape;9930;p84"/>
          <p:cNvGrpSpPr/>
          <p:nvPr/>
        </p:nvGrpSpPr>
        <p:grpSpPr>
          <a:xfrm>
            <a:off x="7529411" y="2240409"/>
            <a:ext cx="355863" cy="362292"/>
            <a:chOff x="7529411" y="2414659"/>
            <a:chExt cx="355863" cy="362292"/>
          </a:xfrm>
        </p:grpSpPr>
        <p:sp>
          <p:nvSpPr>
            <p:cNvPr id="9931" name="Google Shape;9931;p8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84"/>
          <p:cNvGrpSpPr/>
          <p:nvPr/>
        </p:nvGrpSpPr>
        <p:grpSpPr>
          <a:xfrm>
            <a:off x="5733194" y="2257468"/>
            <a:ext cx="446826" cy="327059"/>
            <a:chOff x="5733194" y="2431718"/>
            <a:chExt cx="446826" cy="327059"/>
          </a:xfrm>
        </p:grpSpPr>
        <p:sp>
          <p:nvSpPr>
            <p:cNvPr id="9944" name="Google Shape;9944;p8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7" name="Google Shape;9947;p84"/>
          <p:cNvGrpSpPr/>
          <p:nvPr/>
        </p:nvGrpSpPr>
        <p:grpSpPr>
          <a:xfrm>
            <a:off x="4876780" y="2243814"/>
            <a:ext cx="407774" cy="356627"/>
            <a:chOff x="4876780" y="2418064"/>
            <a:chExt cx="407774" cy="356627"/>
          </a:xfrm>
        </p:grpSpPr>
        <p:sp>
          <p:nvSpPr>
            <p:cNvPr id="9948" name="Google Shape;9948;p8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84"/>
          <p:cNvGrpSpPr/>
          <p:nvPr/>
        </p:nvGrpSpPr>
        <p:grpSpPr>
          <a:xfrm>
            <a:off x="7070872" y="2236621"/>
            <a:ext cx="398321" cy="371013"/>
            <a:chOff x="7070872" y="2410871"/>
            <a:chExt cx="398321" cy="371013"/>
          </a:xfrm>
        </p:grpSpPr>
        <p:sp>
          <p:nvSpPr>
            <p:cNvPr id="9957" name="Google Shape;9957;p8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1" name="Google Shape;9961;p84"/>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2" name="Google Shape;9962;p84"/>
          <p:cNvGrpSpPr/>
          <p:nvPr/>
        </p:nvGrpSpPr>
        <p:grpSpPr>
          <a:xfrm>
            <a:off x="5318259" y="2807861"/>
            <a:ext cx="371013" cy="220787"/>
            <a:chOff x="5318259" y="2982111"/>
            <a:chExt cx="371013" cy="220787"/>
          </a:xfrm>
        </p:grpSpPr>
        <p:sp>
          <p:nvSpPr>
            <p:cNvPr id="9963" name="Google Shape;9963;p8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84"/>
          <p:cNvGrpSpPr/>
          <p:nvPr/>
        </p:nvGrpSpPr>
        <p:grpSpPr>
          <a:xfrm>
            <a:off x="7073928" y="2731507"/>
            <a:ext cx="371395" cy="371809"/>
            <a:chOff x="7073928" y="2905757"/>
            <a:chExt cx="371395" cy="371809"/>
          </a:xfrm>
        </p:grpSpPr>
        <p:sp>
          <p:nvSpPr>
            <p:cNvPr id="9972" name="Google Shape;9972;p8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5" name="Google Shape;9975;p84"/>
          <p:cNvGrpSpPr/>
          <p:nvPr/>
        </p:nvGrpSpPr>
        <p:grpSpPr>
          <a:xfrm>
            <a:off x="6188327" y="2781158"/>
            <a:ext cx="371395" cy="272857"/>
            <a:chOff x="6188327" y="2955408"/>
            <a:chExt cx="371395" cy="272857"/>
          </a:xfrm>
        </p:grpSpPr>
        <p:sp>
          <p:nvSpPr>
            <p:cNvPr id="9976" name="Google Shape;9976;p8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8" name="Google Shape;9978;p84"/>
          <p:cNvGrpSpPr/>
          <p:nvPr/>
        </p:nvGrpSpPr>
        <p:grpSpPr>
          <a:xfrm>
            <a:off x="7521454" y="2731889"/>
            <a:ext cx="359651" cy="371013"/>
            <a:chOff x="7521454" y="2906139"/>
            <a:chExt cx="359651" cy="371013"/>
          </a:xfrm>
        </p:grpSpPr>
        <p:sp>
          <p:nvSpPr>
            <p:cNvPr id="9979" name="Google Shape;9979;p8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84"/>
          <p:cNvGrpSpPr/>
          <p:nvPr/>
        </p:nvGrpSpPr>
        <p:grpSpPr>
          <a:xfrm>
            <a:off x="5782845" y="2732271"/>
            <a:ext cx="301661" cy="371013"/>
            <a:chOff x="5782845" y="2906521"/>
            <a:chExt cx="301661" cy="371013"/>
          </a:xfrm>
        </p:grpSpPr>
        <p:sp>
          <p:nvSpPr>
            <p:cNvPr id="9985" name="Google Shape;9985;p8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84"/>
          <p:cNvGrpSpPr/>
          <p:nvPr/>
        </p:nvGrpSpPr>
        <p:grpSpPr>
          <a:xfrm>
            <a:off x="3539102" y="2253299"/>
            <a:ext cx="355099" cy="355481"/>
            <a:chOff x="3539102" y="2427549"/>
            <a:chExt cx="355099" cy="355481"/>
          </a:xfrm>
        </p:grpSpPr>
        <p:sp>
          <p:nvSpPr>
            <p:cNvPr id="9989" name="Google Shape;9989;p8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1" name="Google Shape;9991;p84"/>
          <p:cNvGrpSpPr/>
          <p:nvPr/>
        </p:nvGrpSpPr>
        <p:grpSpPr>
          <a:xfrm>
            <a:off x="6630539" y="2743252"/>
            <a:ext cx="371777" cy="349434"/>
            <a:chOff x="6630539" y="2917502"/>
            <a:chExt cx="371777" cy="349434"/>
          </a:xfrm>
        </p:grpSpPr>
        <p:sp>
          <p:nvSpPr>
            <p:cNvPr id="9992" name="Google Shape;9992;p8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84"/>
          <p:cNvGrpSpPr/>
          <p:nvPr/>
        </p:nvGrpSpPr>
        <p:grpSpPr>
          <a:xfrm>
            <a:off x="2171474" y="3194979"/>
            <a:ext cx="408156" cy="343737"/>
            <a:chOff x="2171474" y="3369229"/>
            <a:chExt cx="408156" cy="343737"/>
          </a:xfrm>
        </p:grpSpPr>
        <p:sp>
          <p:nvSpPr>
            <p:cNvPr id="10000" name="Google Shape;10000;p8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84"/>
          <p:cNvGrpSpPr/>
          <p:nvPr/>
        </p:nvGrpSpPr>
        <p:grpSpPr>
          <a:xfrm>
            <a:off x="4891198" y="2750858"/>
            <a:ext cx="334634" cy="334634"/>
            <a:chOff x="4891198" y="2925108"/>
            <a:chExt cx="334634" cy="334634"/>
          </a:xfrm>
        </p:grpSpPr>
        <p:sp>
          <p:nvSpPr>
            <p:cNvPr id="10005" name="Google Shape;10005;p8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84"/>
          <p:cNvGrpSpPr/>
          <p:nvPr/>
        </p:nvGrpSpPr>
        <p:grpSpPr>
          <a:xfrm>
            <a:off x="7976174" y="2750858"/>
            <a:ext cx="334666" cy="334634"/>
            <a:chOff x="7976174" y="2925108"/>
            <a:chExt cx="334666" cy="334634"/>
          </a:xfrm>
        </p:grpSpPr>
        <p:sp>
          <p:nvSpPr>
            <p:cNvPr id="10014" name="Google Shape;10014;p8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3" name="Google Shape;10023;p84"/>
          <p:cNvGrpSpPr/>
          <p:nvPr/>
        </p:nvGrpSpPr>
        <p:grpSpPr>
          <a:xfrm>
            <a:off x="3091957" y="3199881"/>
            <a:ext cx="354717" cy="332757"/>
            <a:chOff x="3091957" y="3374131"/>
            <a:chExt cx="354717" cy="332757"/>
          </a:xfrm>
        </p:grpSpPr>
        <p:sp>
          <p:nvSpPr>
            <p:cNvPr id="10024" name="Google Shape;10024;p8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84"/>
          <p:cNvGrpSpPr/>
          <p:nvPr/>
        </p:nvGrpSpPr>
        <p:grpSpPr>
          <a:xfrm>
            <a:off x="3988156" y="3205960"/>
            <a:ext cx="353954" cy="318880"/>
            <a:chOff x="3988156" y="3380210"/>
            <a:chExt cx="353954" cy="318880"/>
          </a:xfrm>
        </p:grpSpPr>
        <p:sp>
          <p:nvSpPr>
            <p:cNvPr id="10031" name="Google Shape;10031;p8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84"/>
          <p:cNvGrpSpPr/>
          <p:nvPr/>
        </p:nvGrpSpPr>
        <p:grpSpPr>
          <a:xfrm>
            <a:off x="3541011" y="3193070"/>
            <a:ext cx="348257" cy="346188"/>
            <a:chOff x="3541011" y="3367320"/>
            <a:chExt cx="348257" cy="346188"/>
          </a:xfrm>
        </p:grpSpPr>
        <p:sp>
          <p:nvSpPr>
            <p:cNvPr id="10037" name="Google Shape;10037;p8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84"/>
          <p:cNvGrpSpPr/>
          <p:nvPr/>
        </p:nvGrpSpPr>
        <p:grpSpPr>
          <a:xfrm>
            <a:off x="1314678" y="3183967"/>
            <a:ext cx="334666" cy="365348"/>
            <a:chOff x="1314678" y="3358217"/>
            <a:chExt cx="334666" cy="365348"/>
          </a:xfrm>
        </p:grpSpPr>
        <p:sp>
          <p:nvSpPr>
            <p:cNvPr id="10042" name="Google Shape;10042;p8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7" name="Google Shape;10047;p84"/>
          <p:cNvGrpSpPr/>
          <p:nvPr/>
        </p:nvGrpSpPr>
        <p:grpSpPr>
          <a:xfrm>
            <a:off x="1748582" y="3198385"/>
            <a:ext cx="359269" cy="335780"/>
            <a:chOff x="1748582" y="3372635"/>
            <a:chExt cx="359269" cy="335780"/>
          </a:xfrm>
        </p:grpSpPr>
        <p:sp>
          <p:nvSpPr>
            <p:cNvPr id="10048" name="Google Shape;10048;p8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9" name="Google Shape;10049;p84"/>
            <p:cNvGrpSpPr/>
            <p:nvPr/>
          </p:nvGrpSpPr>
          <p:grpSpPr>
            <a:xfrm>
              <a:off x="1748582" y="3372635"/>
              <a:ext cx="333520" cy="335780"/>
              <a:chOff x="1748582" y="3372635"/>
              <a:chExt cx="333520" cy="335780"/>
            </a:xfrm>
          </p:grpSpPr>
          <p:sp>
            <p:nvSpPr>
              <p:cNvPr id="10050" name="Google Shape;10050;p8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3" name="Google Shape;10053;p84"/>
          <p:cNvGrpSpPr/>
          <p:nvPr/>
        </p:nvGrpSpPr>
        <p:grpSpPr>
          <a:xfrm>
            <a:off x="2640993" y="3183585"/>
            <a:ext cx="365348" cy="364966"/>
            <a:chOff x="2640993" y="3357835"/>
            <a:chExt cx="365348" cy="364966"/>
          </a:xfrm>
        </p:grpSpPr>
        <p:sp>
          <p:nvSpPr>
            <p:cNvPr id="10054" name="Google Shape;10054;p8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84"/>
          <p:cNvGrpSpPr/>
          <p:nvPr/>
        </p:nvGrpSpPr>
        <p:grpSpPr>
          <a:xfrm>
            <a:off x="4886264" y="3191924"/>
            <a:ext cx="350548" cy="350198"/>
            <a:chOff x="4886264" y="3366174"/>
            <a:chExt cx="350548" cy="350198"/>
          </a:xfrm>
        </p:grpSpPr>
        <p:sp>
          <p:nvSpPr>
            <p:cNvPr id="10065" name="Google Shape;10065;p8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84"/>
          <p:cNvGrpSpPr/>
          <p:nvPr/>
        </p:nvGrpSpPr>
        <p:grpSpPr>
          <a:xfrm>
            <a:off x="5331913" y="3239697"/>
            <a:ext cx="347143" cy="254684"/>
            <a:chOff x="5331913" y="3413947"/>
            <a:chExt cx="347143" cy="254684"/>
          </a:xfrm>
        </p:grpSpPr>
        <p:sp>
          <p:nvSpPr>
            <p:cNvPr id="10079" name="Google Shape;10079;p8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5" name="Google Shape;10085;p84"/>
          <p:cNvGrpSpPr/>
          <p:nvPr/>
        </p:nvGrpSpPr>
        <p:grpSpPr>
          <a:xfrm>
            <a:off x="5776798" y="3235528"/>
            <a:ext cx="346379" cy="264518"/>
            <a:chOff x="5776798" y="3409778"/>
            <a:chExt cx="346379" cy="264518"/>
          </a:xfrm>
        </p:grpSpPr>
        <p:sp>
          <p:nvSpPr>
            <p:cNvPr id="10086" name="Google Shape;10086;p8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2" name="Google Shape;10092;p84"/>
          <p:cNvGrpSpPr/>
          <p:nvPr/>
        </p:nvGrpSpPr>
        <p:grpSpPr>
          <a:xfrm>
            <a:off x="7108015" y="3222255"/>
            <a:ext cx="344883" cy="290299"/>
            <a:chOff x="7108015" y="3396505"/>
            <a:chExt cx="344883" cy="290299"/>
          </a:xfrm>
        </p:grpSpPr>
        <p:sp>
          <p:nvSpPr>
            <p:cNvPr id="10093" name="Google Shape;10093;p8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7" name="Google Shape;10097;p84"/>
          <p:cNvGrpSpPr/>
          <p:nvPr/>
        </p:nvGrpSpPr>
        <p:grpSpPr>
          <a:xfrm>
            <a:off x="7551754" y="3216558"/>
            <a:ext cx="344883" cy="301311"/>
            <a:chOff x="7551754" y="3390808"/>
            <a:chExt cx="344883" cy="301311"/>
          </a:xfrm>
        </p:grpSpPr>
        <p:sp>
          <p:nvSpPr>
            <p:cNvPr id="10098" name="Google Shape;10098;p8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84"/>
          <p:cNvGrpSpPr/>
          <p:nvPr/>
        </p:nvGrpSpPr>
        <p:grpSpPr>
          <a:xfrm>
            <a:off x="6707084" y="3213153"/>
            <a:ext cx="261145" cy="308504"/>
            <a:chOff x="6707084" y="3387403"/>
            <a:chExt cx="261145" cy="308504"/>
          </a:xfrm>
        </p:grpSpPr>
        <p:sp>
          <p:nvSpPr>
            <p:cNvPr id="10110" name="Google Shape;10110;p8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84"/>
          <p:cNvGrpSpPr/>
          <p:nvPr/>
        </p:nvGrpSpPr>
        <p:grpSpPr>
          <a:xfrm>
            <a:off x="848978" y="4123387"/>
            <a:ext cx="377824" cy="324418"/>
            <a:chOff x="848978" y="4297637"/>
            <a:chExt cx="377824" cy="324418"/>
          </a:xfrm>
        </p:grpSpPr>
        <p:sp>
          <p:nvSpPr>
            <p:cNvPr id="10115" name="Google Shape;10115;p8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7" name="Google Shape;10117;p84"/>
          <p:cNvGrpSpPr/>
          <p:nvPr/>
        </p:nvGrpSpPr>
        <p:grpSpPr>
          <a:xfrm>
            <a:off x="1754279" y="4112343"/>
            <a:ext cx="351439" cy="345965"/>
            <a:chOff x="1754279" y="4286593"/>
            <a:chExt cx="351439" cy="345965"/>
          </a:xfrm>
        </p:grpSpPr>
        <p:sp>
          <p:nvSpPr>
            <p:cNvPr id="10118" name="Google Shape;10118;p8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84"/>
          <p:cNvGrpSpPr/>
          <p:nvPr/>
        </p:nvGrpSpPr>
        <p:grpSpPr>
          <a:xfrm>
            <a:off x="3996113" y="4116926"/>
            <a:ext cx="336512" cy="335048"/>
            <a:chOff x="3996113" y="4291176"/>
            <a:chExt cx="336512" cy="335048"/>
          </a:xfrm>
        </p:grpSpPr>
        <p:sp>
          <p:nvSpPr>
            <p:cNvPr id="10124" name="Google Shape;10124;p8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7" name="Google Shape;10127;p84"/>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8" name="Google Shape;10128;p84"/>
          <p:cNvGrpSpPr/>
          <p:nvPr/>
        </p:nvGrpSpPr>
        <p:grpSpPr>
          <a:xfrm>
            <a:off x="2179081" y="4111261"/>
            <a:ext cx="397525" cy="348670"/>
            <a:chOff x="2179081" y="4285511"/>
            <a:chExt cx="397525" cy="348670"/>
          </a:xfrm>
        </p:grpSpPr>
        <p:sp>
          <p:nvSpPr>
            <p:cNvPr id="10129" name="Google Shape;10129;p8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84"/>
          <p:cNvGrpSpPr/>
          <p:nvPr/>
        </p:nvGrpSpPr>
        <p:grpSpPr>
          <a:xfrm>
            <a:off x="3584201" y="4120746"/>
            <a:ext cx="267574" cy="329415"/>
            <a:chOff x="3584201" y="4294996"/>
            <a:chExt cx="267574" cy="329415"/>
          </a:xfrm>
        </p:grpSpPr>
        <p:sp>
          <p:nvSpPr>
            <p:cNvPr id="10132" name="Google Shape;10132;p8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84"/>
          <p:cNvGrpSpPr/>
          <p:nvPr/>
        </p:nvGrpSpPr>
        <p:grpSpPr>
          <a:xfrm>
            <a:off x="3082855" y="4121478"/>
            <a:ext cx="375946" cy="327823"/>
            <a:chOff x="3082855" y="4295728"/>
            <a:chExt cx="375946" cy="327823"/>
          </a:xfrm>
        </p:grpSpPr>
        <p:sp>
          <p:nvSpPr>
            <p:cNvPr id="10137" name="Google Shape;10137;p8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8" name="Google Shape;10148;p84"/>
          <p:cNvGrpSpPr/>
          <p:nvPr/>
        </p:nvGrpSpPr>
        <p:grpSpPr>
          <a:xfrm>
            <a:off x="2749016" y="4116926"/>
            <a:ext cx="150831" cy="336926"/>
            <a:chOff x="2749016" y="4291176"/>
            <a:chExt cx="150831" cy="336926"/>
          </a:xfrm>
        </p:grpSpPr>
        <p:sp>
          <p:nvSpPr>
            <p:cNvPr id="10149" name="Google Shape;10149;p8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84"/>
          <p:cNvGrpSpPr/>
          <p:nvPr/>
        </p:nvGrpSpPr>
        <p:grpSpPr>
          <a:xfrm>
            <a:off x="7127716" y="4105182"/>
            <a:ext cx="248254" cy="361942"/>
            <a:chOff x="7127716" y="4279432"/>
            <a:chExt cx="248254" cy="361942"/>
          </a:xfrm>
        </p:grpSpPr>
        <p:sp>
          <p:nvSpPr>
            <p:cNvPr id="10154" name="Google Shape;10154;p8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3" name="Google Shape;10163;p84"/>
          <p:cNvGrpSpPr/>
          <p:nvPr/>
        </p:nvGrpSpPr>
        <p:grpSpPr>
          <a:xfrm>
            <a:off x="7565408" y="4105182"/>
            <a:ext cx="248255" cy="361942"/>
            <a:chOff x="7565408" y="4279432"/>
            <a:chExt cx="248255" cy="361942"/>
          </a:xfrm>
        </p:grpSpPr>
        <p:sp>
          <p:nvSpPr>
            <p:cNvPr id="10164" name="Google Shape;10164;p8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84"/>
          <p:cNvGrpSpPr/>
          <p:nvPr/>
        </p:nvGrpSpPr>
        <p:grpSpPr>
          <a:xfrm>
            <a:off x="6264109" y="4105182"/>
            <a:ext cx="225498" cy="361560"/>
            <a:chOff x="6264109" y="4279432"/>
            <a:chExt cx="225498" cy="361560"/>
          </a:xfrm>
        </p:grpSpPr>
        <p:sp>
          <p:nvSpPr>
            <p:cNvPr id="10173" name="Google Shape;10173;p8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84"/>
          <p:cNvGrpSpPr/>
          <p:nvPr/>
        </p:nvGrpSpPr>
        <p:grpSpPr>
          <a:xfrm>
            <a:off x="7929578" y="4110115"/>
            <a:ext cx="395266" cy="351312"/>
            <a:chOff x="7929578" y="4284365"/>
            <a:chExt cx="395266" cy="351312"/>
          </a:xfrm>
        </p:grpSpPr>
        <p:sp>
          <p:nvSpPr>
            <p:cNvPr id="10176" name="Google Shape;10176;p8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84"/>
          <p:cNvGrpSpPr/>
          <p:nvPr/>
        </p:nvGrpSpPr>
        <p:grpSpPr>
          <a:xfrm>
            <a:off x="6595502" y="4149527"/>
            <a:ext cx="426315" cy="332826"/>
            <a:chOff x="6639652" y="4323777"/>
            <a:chExt cx="426315" cy="332826"/>
          </a:xfrm>
        </p:grpSpPr>
        <p:sp>
          <p:nvSpPr>
            <p:cNvPr id="10181" name="Google Shape;10181;p8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1" name="Google Shape;10191;p84"/>
          <p:cNvGrpSpPr/>
          <p:nvPr/>
        </p:nvGrpSpPr>
        <p:grpSpPr>
          <a:xfrm>
            <a:off x="5357662" y="4123387"/>
            <a:ext cx="287275" cy="326296"/>
            <a:chOff x="5357662" y="4297637"/>
            <a:chExt cx="287275" cy="326296"/>
          </a:xfrm>
        </p:grpSpPr>
        <p:sp>
          <p:nvSpPr>
            <p:cNvPr id="10192" name="Google Shape;10192;p8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7" name="Google Shape;10197;p84"/>
          <p:cNvGrpSpPr/>
          <p:nvPr/>
        </p:nvGrpSpPr>
        <p:grpSpPr>
          <a:xfrm>
            <a:off x="5774124" y="4120300"/>
            <a:ext cx="331611" cy="331674"/>
            <a:chOff x="5774124" y="4294550"/>
            <a:chExt cx="331611" cy="331674"/>
          </a:xfrm>
        </p:grpSpPr>
        <p:sp>
          <p:nvSpPr>
            <p:cNvPr id="10198" name="Google Shape;10198;p8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0" name="Google Shape;10200;p84"/>
          <p:cNvGrpSpPr/>
          <p:nvPr/>
        </p:nvGrpSpPr>
        <p:grpSpPr>
          <a:xfrm>
            <a:off x="4890434" y="4113139"/>
            <a:ext cx="345997" cy="346029"/>
            <a:chOff x="4890434" y="4287389"/>
            <a:chExt cx="345997" cy="346029"/>
          </a:xfrm>
        </p:grpSpPr>
        <p:sp>
          <p:nvSpPr>
            <p:cNvPr id="10201" name="Google Shape;10201;p8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8" name="Google Shape;10208;p84"/>
          <p:cNvGrpSpPr/>
          <p:nvPr/>
        </p:nvGrpSpPr>
        <p:grpSpPr>
          <a:xfrm>
            <a:off x="2165809" y="3636809"/>
            <a:ext cx="422542" cy="342973"/>
            <a:chOff x="2165809" y="3811059"/>
            <a:chExt cx="422542" cy="342973"/>
          </a:xfrm>
        </p:grpSpPr>
        <p:sp>
          <p:nvSpPr>
            <p:cNvPr id="10209" name="Google Shape;10209;p8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7" name="Google Shape;10227;p84"/>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28" name="Google Shape;10228;p84"/>
          <p:cNvGrpSpPr/>
          <p:nvPr/>
        </p:nvGrpSpPr>
        <p:grpSpPr>
          <a:xfrm>
            <a:off x="903530" y="3631875"/>
            <a:ext cx="264550" cy="353222"/>
            <a:chOff x="903530" y="3806125"/>
            <a:chExt cx="264550" cy="353222"/>
          </a:xfrm>
        </p:grpSpPr>
        <p:sp>
          <p:nvSpPr>
            <p:cNvPr id="10229" name="Google Shape;10229;p8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84"/>
          <p:cNvGrpSpPr/>
          <p:nvPr/>
        </p:nvGrpSpPr>
        <p:grpSpPr>
          <a:xfrm>
            <a:off x="850092" y="3178684"/>
            <a:ext cx="369517" cy="375660"/>
            <a:chOff x="850092" y="3352934"/>
            <a:chExt cx="369517" cy="375660"/>
          </a:xfrm>
        </p:grpSpPr>
        <p:sp>
          <p:nvSpPr>
            <p:cNvPr id="10234" name="Google Shape;10234;p8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9" name="Google Shape;10239;p84"/>
          <p:cNvGrpSpPr/>
          <p:nvPr/>
        </p:nvGrpSpPr>
        <p:grpSpPr>
          <a:xfrm>
            <a:off x="2611458" y="3642124"/>
            <a:ext cx="426329" cy="332375"/>
            <a:chOff x="2611458" y="3816374"/>
            <a:chExt cx="426329" cy="332375"/>
          </a:xfrm>
        </p:grpSpPr>
        <p:sp>
          <p:nvSpPr>
            <p:cNvPr id="10240" name="Google Shape;10240;p8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8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0" name="Google Shape;10250;p84"/>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1" name="Google Shape;10251;p84"/>
          <p:cNvGrpSpPr/>
          <p:nvPr/>
        </p:nvGrpSpPr>
        <p:grpSpPr>
          <a:xfrm>
            <a:off x="4019984" y="3631143"/>
            <a:ext cx="293704" cy="353954"/>
            <a:chOff x="4019984" y="3805393"/>
            <a:chExt cx="293704" cy="353954"/>
          </a:xfrm>
        </p:grpSpPr>
        <p:sp>
          <p:nvSpPr>
            <p:cNvPr id="10252" name="Google Shape;10252;p8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84"/>
          <p:cNvGrpSpPr/>
          <p:nvPr/>
        </p:nvGrpSpPr>
        <p:grpSpPr>
          <a:xfrm>
            <a:off x="8006505" y="3215794"/>
            <a:ext cx="323654" cy="303189"/>
            <a:chOff x="8006505" y="3390044"/>
            <a:chExt cx="323654" cy="303189"/>
          </a:xfrm>
        </p:grpSpPr>
        <p:sp>
          <p:nvSpPr>
            <p:cNvPr id="10255" name="Google Shape;10255;p8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84"/>
          <p:cNvGrpSpPr/>
          <p:nvPr/>
        </p:nvGrpSpPr>
        <p:grpSpPr>
          <a:xfrm>
            <a:off x="1299146" y="3632257"/>
            <a:ext cx="367990" cy="351312"/>
            <a:chOff x="1299146" y="3806507"/>
            <a:chExt cx="367990" cy="351312"/>
          </a:xfrm>
        </p:grpSpPr>
        <p:sp>
          <p:nvSpPr>
            <p:cNvPr id="10262" name="Google Shape;10262;p8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4" name="Google Shape;10264;p84"/>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5" name="Google Shape;10265;p84"/>
          <p:cNvGrpSpPr/>
          <p:nvPr/>
        </p:nvGrpSpPr>
        <p:grpSpPr>
          <a:xfrm>
            <a:off x="7550258" y="3658420"/>
            <a:ext cx="371395" cy="301279"/>
            <a:chOff x="7550258" y="3832670"/>
            <a:chExt cx="371395" cy="301279"/>
          </a:xfrm>
        </p:grpSpPr>
        <p:sp>
          <p:nvSpPr>
            <p:cNvPr id="10266" name="Google Shape;10266;p8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4" name="Google Shape;10284;p84"/>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5" name="Google Shape;10285;p84"/>
          <p:cNvGrpSpPr/>
          <p:nvPr/>
        </p:nvGrpSpPr>
        <p:grpSpPr>
          <a:xfrm>
            <a:off x="6659725" y="3633785"/>
            <a:ext cx="367608" cy="350548"/>
            <a:chOff x="6659725" y="3808035"/>
            <a:chExt cx="367608" cy="350548"/>
          </a:xfrm>
        </p:grpSpPr>
        <p:sp>
          <p:nvSpPr>
            <p:cNvPr id="10286" name="Google Shape;10286;p8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8" name="Google Shape;10288;p84"/>
          <p:cNvGrpSpPr/>
          <p:nvPr/>
        </p:nvGrpSpPr>
        <p:grpSpPr>
          <a:xfrm>
            <a:off x="6219391" y="3642506"/>
            <a:ext cx="356627" cy="334252"/>
            <a:chOff x="6219391" y="3816756"/>
            <a:chExt cx="356627" cy="334252"/>
          </a:xfrm>
        </p:grpSpPr>
        <p:sp>
          <p:nvSpPr>
            <p:cNvPr id="10289" name="Google Shape;10289;p8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3" name="Google Shape;10293;p84"/>
          <p:cNvGrpSpPr/>
          <p:nvPr/>
        </p:nvGrpSpPr>
        <p:grpSpPr>
          <a:xfrm>
            <a:off x="5778676" y="3652722"/>
            <a:ext cx="349052" cy="313055"/>
            <a:chOff x="5778676" y="3826972"/>
            <a:chExt cx="349052" cy="313055"/>
          </a:xfrm>
        </p:grpSpPr>
        <p:sp>
          <p:nvSpPr>
            <p:cNvPr id="10294" name="Google Shape;10294;p8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84"/>
          <p:cNvGrpSpPr/>
          <p:nvPr/>
        </p:nvGrpSpPr>
        <p:grpSpPr>
          <a:xfrm>
            <a:off x="5355784" y="3660297"/>
            <a:ext cx="299019" cy="297905"/>
            <a:chOff x="5355784" y="3834547"/>
            <a:chExt cx="299019" cy="297905"/>
          </a:xfrm>
        </p:grpSpPr>
        <p:sp>
          <p:nvSpPr>
            <p:cNvPr id="10300" name="Google Shape;10300;p8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84"/>
          <p:cNvGrpSpPr/>
          <p:nvPr/>
        </p:nvGrpSpPr>
        <p:grpSpPr>
          <a:xfrm>
            <a:off x="8036455" y="3633021"/>
            <a:ext cx="292176" cy="353985"/>
            <a:chOff x="8036455" y="3807271"/>
            <a:chExt cx="292176" cy="353985"/>
          </a:xfrm>
        </p:grpSpPr>
        <p:sp>
          <p:nvSpPr>
            <p:cNvPr id="10305" name="Google Shape;10305;p8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7" name="Google Shape;10307;p84"/>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308" name="Google Shape;10308;p84"/>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309" name="Google Shape;10309;p84"/>
          <p:cNvGrpSpPr/>
          <p:nvPr/>
        </p:nvGrpSpPr>
        <p:grpSpPr>
          <a:xfrm>
            <a:off x="4874902" y="3634549"/>
            <a:ext cx="345615" cy="350835"/>
            <a:chOff x="4874902" y="3808799"/>
            <a:chExt cx="345615" cy="350835"/>
          </a:xfrm>
        </p:grpSpPr>
        <p:sp>
          <p:nvSpPr>
            <p:cNvPr id="10310" name="Google Shape;10310;p8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84"/>
          <p:cNvGrpSpPr/>
          <p:nvPr/>
        </p:nvGrpSpPr>
        <p:grpSpPr>
          <a:xfrm>
            <a:off x="3095745" y="3631143"/>
            <a:ext cx="352840" cy="354717"/>
            <a:chOff x="3095745" y="3805393"/>
            <a:chExt cx="352840" cy="354717"/>
          </a:xfrm>
        </p:grpSpPr>
        <p:sp>
          <p:nvSpPr>
            <p:cNvPr id="10328" name="Google Shape;10328;p8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37"/>
        <p:cNvGrpSpPr/>
        <p:nvPr/>
      </p:nvGrpSpPr>
      <p:grpSpPr>
        <a:xfrm>
          <a:off x="0" y="0"/>
          <a:ext cx="0" cy="0"/>
          <a:chOff x="0" y="0"/>
          <a:chExt cx="0" cy="0"/>
        </a:xfrm>
      </p:grpSpPr>
      <p:grpSp>
        <p:nvGrpSpPr>
          <p:cNvPr id="10338" name="Google Shape;10338;p85"/>
          <p:cNvGrpSpPr/>
          <p:nvPr/>
        </p:nvGrpSpPr>
        <p:grpSpPr>
          <a:xfrm>
            <a:off x="2733780" y="4039081"/>
            <a:ext cx="342144" cy="362704"/>
            <a:chOff x="2704005" y="4258781"/>
            <a:chExt cx="342144" cy="362704"/>
          </a:xfrm>
        </p:grpSpPr>
        <p:sp>
          <p:nvSpPr>
            <p:cNvPr id="10339" name="Google Shape;10339;p8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6" name="Google Shape;10346;p85"/>
          <p:cNvGrpSpPr/>
          <p:nvPr/>
        </p:nvGrpSpPr>
        <p:grpSpPr>
          <a:xfrm>
            <a:off x="2157462" y="4083096"/>
            <a:ext cx="347435" cy="363370"/>
            <a:chOff x="2157462" y="4258496"/>
            <a:chExt cx="347435" cy="363370"/>
          </a:xfrm>
        </p:grpSpPr>
        <p:sp>
          <p:nvSpPr>
            <p:cNvPr id="10347" name="Google Shape;10347;p8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85"/>
          <p:cNvGrpSpPr/>
          <p:nvPr/>
        </p:nvGrpSpPr>
        <p:grpSpPr>
          <a:xfrm>
            <a:off x="4010963" y="3588381"/>
            <a:ext cx="343665" cy="363211"/>
            <a:chOff x="4010963" y="3763781"/>
            <a:chExt cx="343665" cy="363211"/>
          </a:xfrm>
        </p:grpSpPr>
        <p:sp>
          <p:nvSpPr>
            <p:cNvPr id="10351" name="Google Shape;10351;p8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6" name="Google Shape;10356;p85"/>
          <p:cNvGrpSpPr/>
          <p:nvPr/>
        </p:nvGrpSpPr>
        <p:grpSpPr>
          <a:xfrm>
            <a:off x="2214042" y="3635109"/>
            <a:ext cx="368153" cy="311193"/>
            <a:chOff x="2214042" y="3810509"/>
            <a:chExt cx="368153" cy="311193"/>
          </a:xfrm>
        </p:grpSpPr>
        <p:sp>
          <p:nvSpPr>
            <p:cNvPr id="10357" name="Google Shape;10357;p8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9" name="Google Shape;10359;p85"/>
          <p:cNvGrpSpPr/>
          <p:nvPr/>
        </p:nvGrpSpPr>
        <p:grpSpPr>
          <a:xfrm>
            <a:off x="1797413" y="3606819"/>
            <a:ext cx="367805" cy="367773"/>
            <a:chOff x="1768938" y="3782219"/>
            <a:chExt cx="367805" cy="367773"/>
          </a:xfrm>
        </p:grpSpPr>
        <p:sp>
          <p:nvSpPr>
            <p:cNvPr id="10360" name="Google Shape;10360;p8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85"/>
          <p:cNvGrpSpPr/>
          <p:nvPr/>
        </p:nvGrpSpPr>
        <p:grpSpPr>
          <a:xfrm>
            <a:off x="2681385" y="3623039"/>
            <a:ext cx="325544" cy="327413"/>
            <a:chOff x="2681385" y="3798439"/>
            <a:chExt cx="325544" cy="327413"/>
          </a:xfrm>
        </p:grpSpPr>
        <p:sp>
          <p:nvSpPr>
            <p:cNvPr id="10366" name="Google Shape;10366;p8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3" name="Google Shape;10373;p85"/>
          <p:cNvGrpSpPr/>
          <p:nvPr/>
        </p:nvGrpSpPr>
        <p:grpSpPr>
          <a:xfrm>
            <a:off x="6243928" y="4088102"/>
            <a:ext cx="274254" cy="350824"/>
            <a:chOff x="6243928" y="4263502"/>
            <a:chExt cx="274254" cy="350824"/>
          </a:xfrm>
        </p:grpSpPr>
        <p:sp>
          <p:nvSpPr>
            <p:cNvPr id="10374" name="Google Shape;10374;p8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85"/>
          <p:cNvGrpSpPr/>
          <p:nvPr/>
        </p:nvGrpSpPr>
        <p:grpSpPr>
          <a:xfrm>
            <a:off x="3560600" y="3587938"/>
            <a:ext cx="352345" cy="363655"/>
            <a:chOff x="3560600" y="3763338"/>
            <a:chExt cx="352345" cy="363655"/>
          </a:xfrm>
        </p:grpSpPr>
        <p:sp>
          <p:nvSpPr>
            <p:cNvPr id="10383" name="Google Shape;10383;p8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6" name="Google Shape;10386;p85"/>
          <p:cNvGrpSpPr/>
          <p:nvPr/>
        </p:nvGrpSpPr>
        <p:grpSpPr>
          <a:xfrm>
            <a:off x="5790556" y="4085852"/>
            <a:ext cx="279513" cy="356083"/>
            <a:chOff x="5790556" y="4261252"/>
            <a:chExt cx="279513" cy="356083"/>
          </a:xfrm>
        </p:grpSpPr>
        <p:sp>
          <p:nvSpPr>
            <p:cNvPr id="10387" name="Google Shape;10387;p8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85"/>
          <p:cNvGrpSpPr/>
          <p:nvPr/>
        </p:nvGrpSpPr>
        <p:grpSpPr>
          <a:xfrm>
            <a:off x="5341333" y="4085852"/>
            <a:ext cx="278752" cy="356463"/>
            <a:chOff x="5341333" y="4261252"/>
            <a:chExt cx="278752" cy="356463"/>
          </a:xfrm>
        </p:grpSpPr>
        <p:sp>
          <p:nvSpPr>
            <p:cNvPr id="10395" name="Google Shape;10395;p8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2" name="Google Shape;10402;p85"/>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3" name="Google Shape;10403;p85"/>
          <p:cNvGrpSpPr/>
          <p:nvPr/>
        </p:nvGrpSpPr>
        <p:grpSpPr>
          <a:xfrm>
            <a:off x="3103646" y="3590676"/>
            <a:ext cx="360233" cy="362451"/>
            <a:chOff x="3107608" y="3763401"/>
            <a:chExt cx="360233" cy="362451"/>
          </a:xfrm>
        </p:grpSpPr>
        <p:sp>
          <p:nvSpPr>
            <p:cNvPr id="10404" name="Google Shape;10404;p8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7" name="Google Shape;10407;p85"/>
          <p:cNvGrpSpPr/>
          <p:nvPr/>
        </p:nvGrpSpPr>
        <p:grpSpPr>
          <a:xfrm>
            <a:off x="889343" y="3625827"/>
            <a:ext cx="351585" cy="339705"/>
            <a:chOff x="889343" y="3801227"/>
            <a:chExt cx="351585" cy="339705"/>
          </a:xfrm>
        </p:grpSpPr>
        <p:sp>
          <p:nvSpPr>
            <p:cNvPr id="10408" name="Google Shape;10408;p8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3" name="Google Shape;10413;p85"/>
          <p:cNvGrpSpPr/>
          <p:nvPr/>
        </p:nvGrpSpPr>
        <p:grpSpPr>
          <a:xfrm>
            <a:off x="4896609" y="4085472"/>
            <a:ext cx="278784" cy="355323"/>
            <a:chOff x="4896609" y="4260872"/>
            <a:chExt cx="278784" cy="355323"/>
          </a:xfrm>
        </p:grpSpPr>
        <p:sp>
          <p:nvSpPr>
            <p:cNvPr id="10414" name="Google Shape;10414;p8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85"/>
          <p:cNvGrpSpPr/>
          <p:nvPr/>
        </p:nvGrpSpPr>
        <p:grpSpPr>
          <a:xfrm>
            <a:off x="7598438" y="4090731"/>
            <a:ext cx="260283" cy="345914"/>
            <a:chOff x="7598438" y="4266131"/>
            <a:chExt cx="260283" cy="345914"/>
          </a:xfrm>
        </p:grpSpPr>
        <p:sp>
          <p:nvSpPr>
            <p:cNvPr id="10421" name="Google Shape;10421;p8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85"/>
          <p:cNvGrpSpPr/>
          <p:nvPr/>
        </p:nvGrpSpPr>
        <p:grpSpPr>
          <a:xfrm>
            <a:off x="1767069" y="3184746"/>
            <a:ext cx="286324" cy="348163"/>
            <a:chOff x="1767069" y="3360146"/>
            <a:chExt cx="286324" cy="348163"/>
          </a:xfrm>
        </p:grpSpPr>
        <p:sp>
          <p:nvSpPr>
            <p:cNvPr id="10429" name="Google Shape;10429;p8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85"/>
          <p:cNvGrpSpPr/>
          <p:nvPr/>
        </p:nvGrpSpPr>
        <p:grpSpPr>
          <a:xfrm>
            <a:off x="7149944" y="4090731"/>
            <a:ext cx="260283" cy="345914"/>
            <a:chOff x="7149944" y="4266131"/>
            <a:chExt cx="260283" cy="345914"/>
          </a:xfrm>
        </p:grpSpPr>
        <p:sp>
          <p:nvSpPr>
            <p:cNvPr id="10437" name="Google Shape;10437;p8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85"/>
          <p:cNvGrpSpPr/>
          <p:nvPr/>
        </p:nvGrpSpPr>
        <p:grpSpPr>
          <a:xfrm>
            <a:off x="6695051" y="4083951"/>
            <a:ext cx="270104" cy="360233"/>
            <a:chOff x="6695051" y="4259351"/>
            <a:chExt cx="270104" cy="360233"/>
          </a:xfrm>
        </p:grpSpPr>
        <p:sp>
          <p:nvSpPr>
            <p:cNvPr id="10444" name="Google Shape;10444;p8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85"/>
          <p:cNvGrpSpPr/>
          <p:nvPr/>
        </p:nvGrpSpPr>
        <p:grpSpPr>
          <a:xfrm>
            <a:off x="8047661" y="4082051"/>
            <a:ext cx="277263" cy="362514"/>
            <a:chOff x="8047661" y="4257451"/>
            <a:chExt cx="277263" cy="362514"/>
          </a:xfrm>
        </p:grpSpPr>
        <p:sp>
          <p:nvSpPr>
            <p:cNvPr id="10449" name="Google Shape;10449;p8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85"/>
          <p:cNvGrpSpPr/>
          <p:nvPr/>
        </p:nvGrpSpPr>
        <p:grpSpPr>
          <a:xfrm>
            <a:off x="6248078" y="3609068"/>
            <a:ext cx="277263" cy="356115"/>
            <a:chOff x="6248078" y="3784468"/>
            <a:chExt cx="277263" cy="356115"/>
          </a:xfrm>
        </p:grpSpPr>
        <p:sp>
          <p:nvSpPr>
            <p:cNvPr id="10454" name="Google Shape;10454;p8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9" name="Google Shape;10459;p85"/>
          <p:cNvGrpSpPr/>
          <p:nvPr/>
        </p:nvGrpSpPr>
        <p:grpSpPr>
          <a:xfrm>
            <a:off x="5800725" y="3610589"/>
            <a:ext cx="277644" cy="354594"/>
            <a:chOff x="5800725" y="3785989"/>
            <a:chExt cx="277644" cy="354594"/>
          </a:xfrm>
        </p:grpSpPr>
        <p:sp>
          <p:nvSpPr>
            <p:cNvPr id="10460" name="Google Shape;10460;p8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85"/>
          <p:cNvGrpSpPr/>
          <p:nvPr/>
        </p:nvGrpSpPr>
        <p:grpSpPr>
          <a:xfrm>
            <a:off x="2206122" y="3185348"/>
            <a:ext cx="308183" cy="347561"/>
            <a:chOff x="2206122" y="3360748"/>
            <a:chExt cx="308183" cy="347561"/>
          </a:xfrm>
        </p:grpSpPr>
        <p:sp>
          <p:nvSpPr>
            <p:cNvPr id="10468" name="Google Shape;10468;p8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85"/>
          <p:cNvGrpSpPr/>
          <p:nvPr/>
        </p:nvGrpSpPr>
        <p:grpSpPr>
          <a:xfrm>
            <a:off x="5353403" y="3610209"/>
            <a:ext cx="277992" cy="354974"/>
            <a:chOff x="5353403" y="3785609"/>
            <a:chExt cx="277992" cy="354974"/>
          </a:xfrm>
        </p:grpSpPr>
        <p:sp>
          <p:nvSpPr>
            <p:cNvPr id="10474" name="Google Shape;10474;p8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85"/>
          <p:cNvGrpSpPr/>
          <p:nvPr/>
        </p:nvGrpSpPr>
        <p:grpSpPr>
          <a:xfrm>
            <a:off x="4896229" y="3610589"/>
            <a:ext cx="278784" cy="354594"/>
            <a:chOff x="4896229" y="3785989"/>
            <a:chExt cx="278784" cy="354594"/>
          </a:xfrm>
        </p:grpSpPr>
        <p:sp>
          <p:nvSpPr>
            <p:cNvPr id="10481" name="Google Shape;10481;p8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85"/>
          <p:cNvGrpSpPr/>
          <p:nvPr/>
        </p:nvGrpSpPr>
        <p:grpSpPr>
          <a:xfrm>
            <a:off x="7592387" y="3612458"/>
            <a:ext cx="273874" cy="351204"/>
            <a:chOff x="7592387" y="3787858"/>
            <a:chExt cx="273874" cy="351204"/>
          </a:xfrm>
        </p:grpSpPr>
        <p:sp>
          <p:nvSpPr>
            <p:cNvPr id="10488" name="Google Shape;10488;p8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85"/>
          <p:cNvGrpSpPr/>
          <p:nvPr/>
        </p:nvGrpSpPr>
        <p:grpSpPr>
          <a:xfrm>
            <a:off x="7145794" y="3612458"/>
            <a:ext cx="274254" cy="350444"/>
            <a:chOff x="7145794" y="3787858"/>
            <a:chExt cx="274254" cy="350444"/>
          </a:xfrm>
        </p:grpSpPr>
        <p:sp>
          <p:nvSpPr>
            <p:cNvPr id="10493" name="Google Shape;10493;p8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85"/>
          <p:cNvGrpSpPr/>
          <p:nvPr/>
        </p:nvGrpSpPr>
        <p:grpSpPr>
          <a:xfrm>
            <a:off x="8054060" y="3611698"/>
            <a:ext cx="266334" cy="353834"/>
            <a:chOff x="8054060" y="3787098"/>
            <a:chExt cx="266334" cy="353834"/>
          </a:xfrm>
        </p:grpSpPr>
        <p:sp>
          <p:nvSpPr>
            <p:cNvPr id="10500" name="Google Shape;10500;p8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85"/>
          <p:cNvGrpSpPr/>
          <p:nvPr/>
        </p:nvGrpSpPr>
        <p:grpSpPr>
          <a:xfrm>
            <a:off x="6702211" y="3607199"/>
            <a:ext cx="270104" cy="361754"/>
            <a:chOff x="6702211" y="3782599"/>
            <a:chExt cx="270104" cy="361754"/>
          </a:xfrm>
        </p:grpSpPr>
        <p:sp>
          <p:nvSpPr>
            <p:cNvPr id="10505" name="Google Shape;10505;p8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0" name="Google Shape;10510;p85"/>
          <p:cNvGrpSpPr/>
          <p:nvPr/>
        </p:nvGrpSpPr>
        <p:grpSpPr>
          <a:xfrm>
            <a:off x="3516886" y="3263327"/>
            <a:ext cx="391854" cy="269922"/>
            <a:chOff x="3516850" y="3406526"/>
            <a:chExt cx="369674" cy="254644"/>
          </a:xfrm>
        </p:grpSpPr>
        <p:sp>
          <p:nvSpPr>
            <p:cNvPr id="10511" name="Google Shape;10511;p8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85"/>
          <p:cNvGrpSpPr/>
          <p:nvPr/>
        </p:nvGrpSpPr>
        <p:grpSpPr>
          <a:xfrm>
            <a:off x="1310655" y="3185127"/>
            <a:ext cx="306314" cy="347403"/>
            <a:chOff x="1310655" y="3360527"/>
            <a:chExt cx="306314" cy="347403"/>
          </a:xfrm>
        </p:grpSpPr>
        <p:sp>
          <p:nvSpPr>
            <p:cNvPr id="10516" name="Google Shape;10516;p8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85"/>
          <p:cNvGrpSpPr/>
          <p:nvPr/>
        </p:nvGrpSpPr>
        <p:grpSpPr>
          <a:xfrm>
            <a:off x="3119678" y="3184746"/>
            <a:ext cx="269343" cy="348543"/>
            <a:chOff x="3119678" y="3360146"/>
            <a:chExt cx="269343" cy="348543"/>
          </a:xfrm>
        </p:grpSpPr>
        <p:sp>
          <p:nvSpPr>
            <p:cNvPr id="10522" name="Google Shape;10522;p8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85"/>
          <p:cNvGrpSpPr/>
          <p:nvPr/>
        </p:nvGrpSpPr>
        <p:grpSpPr>
          <a:xfrm>
            <a:off x="3967213" y="3181547"/>
            <a:ext cx="368185" cy="354753"/>
            <a:chOff x="3967213" y="3356947"/>
            <a:chExt cx="368185" cy="354753"/>
          </a:xfrm>
        </p:grpSpPr>
        <p:sp>
          <p:nvSpPr>
            <p:cNvPr id="10530" name="Google Shape;10530;p8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5" name="Google Shape;10535;p85"/>
          <p:cNvGrpSpPr/>
          <p:nvPr/>
        </p:nvGrpSpPr>
        <p:grpSpPr>
          <a:xfrm>
            <a:off x="871254" y="3184746"/>
            <a:ext cx="285183" cy="347023"/>
            <a:chOff x="871254" y="3360146"/>
            <a:chExt cx="285183" cy="347023"/>
          </a:xfrm>
        </p:grpSpPr>
        <p:sp>
          <p:nvSpPr>
            <p:cNvPr id="10536" name="Google Shape;10536;p8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85"/>
          <p:cNvGrpSpPr/>
          <p:nvPr/>
        </p:nvGrpSpPr>
        <p:grpSpPr>
          <a:xfrm>
            <a:off x="2665165" y="3184746"/>
            <a:ext cx="281794" cy="349684"/>
            <a:chOff x="2665165" y="3360146"/>
            <a:chExt cx="281794" cy="349684"/>
          </a:xfrm>
        </p:grpSpPr>
        <p:sp>
          <p:nvSpPr>
            <p:cNvPr id="10541" name="Google Shape;10541;p8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85"/>
          <p:cNvGrpSpPr/>
          <p:nvPr/>
        </p:nvGrpSpPr>
        <p:grpSpPr>
          <a:xfrm>
            <a:off x="7156344" y="3172296"/>
            <a:ext cx="264465" cy="353074"/>
            <a:chOff x="7156344" y="3347696"/>
            <a:chExt cx="264465" cy="353074"/>
          </a:xfrm>
        </p:grpSpPr>
        <p:sp>
          <p:nvSpPr>
            <p:cNvPr id="10547" name="Google Shape;10547;p8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2" name="Google Shape;10552;p85"/>
          <p:cNvGrpSpPr/>
          <p:nvPr/>
        </p:nvGrpSpPr>
        <p:grpSpPr>
          <a:xfrm>
            <a:off x="6703732" y="3171536"/>
            <a:ext cx="264813" cy="352693"/>
            <a:chOff x="6703732" y="3346936"/>
            <a:chExt cx="264813" cy="352693"/>
          </a:xfrm>
        </p:grpSpPr>
        <p:sp>
          <p:nvSpPr>
            <p:cNvPr id="10553" name="Google Shape;10553;p8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85"/>
          <p:cNvGrpSpPr/>
          <p:nvPr/>
        </p:nvGrpSpPr>
        <p:grpSpPr>
          <a:xfrm>
            <a:off x="6252228" y="3171536"/>
            <a:ext cx="265193" cy="352693"/>
            <a:chOff x="6252228" y="3346936"/>
            <a:chExt cx="265193" cy="352693"/>
          </a:xfrm>
        </p:grpSpPr>
        <p:sp>
          <p:nvSpPr>
            <p:cNvPr id="10559" name="Google Shape;10559;p8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85"/>
          <p:cNvGrpSpPr/>
          <p:nvPr/>
        </p:nvGrpSpPr>
        <p:grpSpPr>
          <a:xfrm>
            <a:off x="5801105" y="3172296"/>
            <a:ext cx="264813" cy="351933"/>
            <a:chOff x="5801105" y="3347696"/>
            <a:chExt cx="264813" cy="351933"/>
          </a:xfrm>
        </p:grpSpPr>
        <p:sp>
          <p:nvSpPr>
            <p:cNvPr id="10563" name="Google Shape;10563;p8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7" name="Google Shape;10567;p85"/>
          <p:cNvGrpSpPr/>
          <p:nvPr/>
        </p:nvGrpSpPr>
        <p:grpSpPr>
          <a:xfrm>
            <a:off x="5349253" y="3171536"/>
            <a:ext cx="265922" cy="352693"/>
            <a:chOff x="5349253" y="3346936"/>
            <a:chExt cx="265922" cy="352693"/>
          </a:xfrm>
        </p:grpSpPr>
        <p:sp>
          <p:nvSpPr>
            <p:cNvPr id="10568" name="Google Shape;10568;p8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4" name="Google Shape;10574;p85"/>
          <p:cNvGrpSpPr/>
          <p:nvPr/>
        </p:nvGrpSpPr>
        <p:grpSpPr>
          <a:xfrm>
            <a:off x="4907159" y="3171536"/>
            <a:ext cx="264845" cy="354214"/>
            <a:chOff x="4907159" y="3346936"/>
            <a:chExt cx="264845" cy="354214"/>
          </a:xfrm>
        </p:grpSpPr>
        <p:sp>
          <p:nvSpPr>
            <p:cNvPr id="10575" name="Google Shape;10575;p8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85"/>
          <p:cNvGrpSpPr/>
          <p:nvPr/>
        </p:nvGrpSpPr>
        <p:grpSpPr>
          <a:xfrm>
            <a:off x="8048421" y="3159086"/>
            <a:ext cx="276503" cy="369674"/>
            <a:chOff x="8048421" y="3334486"/>
            <a:chExt cx="276503" cy="369674"/>
          </a:xfrm>
        </p:grpSpPr>
        <p:sp>
          <p:nvSpPr>
            <p:cNvPr id="10578" name="Google Shape;10578;p8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85"/>
          <p:cNvGrpSpPr/>
          <p:nvPr/>
        </p:nvGrpSpPr>
        <p:grpSpPr>
          <a:xfrm>
            <a:off x="7575787" y="3154555"/>
            <a:ext cx="295384" cy="376834"/>
            <a:chOff x="7575787" y="3329955"/>
            <a:chExt cx="295384" cy="376834"/>
          </a:xfrm>
        </p:grpSpPr>
        <p:sp>
          <p:nvSpPr>
            <p:cNvPr id="10585" name="Google Shape;10585;p8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1" name="Google Shape;10591;p85"/>
          <p:cNvGrpSpPr/>
          <p:nvPr/>
        </p:nvGrpSpPr>
        <p:grpSpPr>
          <a:xfrm>
            <a:off x="864062" y="2709103"/>
            <a:ext cx="264084" cy="347783"/>
            <a:chOff x="864062" y="2884503"/>
            <a:chExt cx="264084" cy="347783"/>
          </a:xfrm>
        </p:grpSpPr>
        <p:sp>
          <p:nvSpPr>
            <p:cNvPr id="10592" name="Google Shape;10592;p8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85"/>
          <p:cNvGrpSpPr/>
          <p:nvPr/>
        </p:nvGrpSpPr>
        <p:grpSpPr>
          <a:xfrm>
            <a:off x="3978523" y="2709261"/>
            <a:ext cx="348955" cy="346516"/>
            <a:chOff x="3978523" y="2884661"/>
            <a:chExt cx="348955" cy="346516"/>
          </a:xfrm>
        </p:grpSpPr>
        <p:sp>
          <p:nvSpPr>
            <p:cNvPr id="10603" name="Google Shape;10603;p8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85"/>
          <p:cNvGrpSpPr/>
          <p:nvPr/>
        </p:nvGrpSpPr>
        <p:grpSpPr>
          <a:xfrm>
            <a:off x="3556255" y="2709863"/>
            <a:ext cx="347435" cy="345534"/>
            <a:chOff x="3527780" y="2885263"/>
            <a:chExt cx="347435" cy="345534"/>
          </a:xfrm>
        </p:grpSpPr>
        <p:sp>
          <p:nvSpPr>
            <p:cNvPr id="10612" name="Google Shape;10612;p8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85"/>
          <p:cNvGrpSpPr/>
          <p:nvPr/>
        </p:nvGrpSpPr>
        <p:grpSpPr>
          <a:xfrm>
            <a:off x="2239671" y="2709103"/>
            <a:ext cx="218053" cy="348543"/>
            <a:chOff x="2239671" y="2884503"/>
            <a:chExt cx="218053" cy="348543"/>
          </a:xfrm>
        </p:grpSpPr>
        <p:sp>
          <p:nvSpPr>
            <p:cNvPr id="10636" name="Google Shape;10636;p8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85"/>
          <p:cNvGrpSpPr/>
          <p:nvPr/>
        </p:nvGrpSpPr>
        <p:grpSpPr>
          <a:xfrm>
            <a:off x="2691555" y="2709103"/>
            <a:ext cx="215044" cy="348924"/>
            <a:chOff x="2691555" y="2884503"/>
            <a:chExt cx="215044" cy="348924"/>
          </a:xfrm>
        </p:grpSpPr>
        <p:sp>
          <p:nvSpPr>
            <p:cNvPr id="10642" name="Google Shape;10642;p8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5" name="Google Shape;10645;p85"/>
          <p:cNvGrpSpPr/>
          <p:nvPr/>
        </p:nvGrpSpPr>
        <p:grpSpPr>
          <a:xfrm>
            <a:off x="1770459" y="2709103"/>
            <a:ext cx="254644" cy="348828"/>
            <a:chOff x="1770459" y="2884503"/>
            <a:chExt cx="254644" cy="348828"/>
          </a:xfrm>
        </p:grpSpPr>
        <p:sp>
          <p:nvSpPr>
            <p:cNvPr id="10646" name="Google Shape;10646;p8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4" name="Google Shape;10654;p85"/>
          <p:cNvGrpSpPr/>
          <p:nvPr/>
        </p:nvGrpSpPr>
        <p:grpSpPr>
          <a:xfrm>
            <a:off x="1317466" y="2709483"/>
            <a:ext cx="258382" cy="348543"/>
            <a:chOff x="1317466" y="2884883"/>
            <a:chExt cx="258382" cy="348543"/>
          </a:xfrm>
        </p:grpSpPr>
        <p:sp>
          <p:nvSpPr>
            <p:cNvPr id="10655" name="Google Shape;10655;p8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85"/>
          <p:cNvGrpSpPr/>
          <p:nvPr/>
        </p:nvGrpSpPr>
        <p:grpSpPr>
          <a:xfrm>
            <a:off x="3121167" y="2709483"/>
            <a:ext cx="258414" cy="348543"/>
            <a:chOff x="3121167" y="2884883"/>
            <a:chExt cx="258414" cy="348543"/>
          </a:xfrm>
        </p:grpSpPr>
        <p:sp>
          <p:nvSpPr>
            <p:cNvPr id="10664" name="Google Shape;10664;p8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85"/>
          <p:cNvGrpSpPr/>
          <p:nvPr/>
        </p:nvGrpSpPr>
        <p:grpSpPr>
          <a:xfrm>
            <a:off x="4899999" y="2706695"/>
            <a:ext cx="271244" cy="346801"/>
            <a:chOff x="4899999" y="2882095"/>
            <a:chExt cx="271244" cy="346801"/>
          </a:xfrm>
        </p:grpSpPr>
        <p:sp>
          <p:nvSpPr>
            <p:cNvPr id="10673" name="Google Shape;10673;p8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85"/>
          <p:cNvGrpSpPr/>
          <p:nvPr/>
        </p:nvGrpSpPr>
        <p:grpSpPr>
          <a:xfrm>
            <a:off x="7162775" y="2705713"/>
            <a:ext cx="259523" cy="346294"/>
            <a:chOff x="7162775" y="2881113"/>
            <a:chExt cx="259523" cy="346294"/>
          </a:xfrm>
        </p:grpSpPr>
        <p:sp>
          <p:nvSpPr>
            <p:cNvPr id="10684" name="Google Shape;10684;p8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0" name="Google Shape;10690;p85"/>
          <p:cNvGrpSpPr/>
          <p:nvPr/>
        </p:nvGrpSpPr>
        <p:grpSpPr>
          <a:xfrm>
            <a:off x="6709751" y="2706442"/>
            <a:ext cx="261075" cy="347815"/>
            <a:chOff x="6709751" y="2881842"/>
            <a:chExt cx="261075" cy="347815"/>
          </a:xfrm>
        </p:grpSpPr>
        <p:sp>
          <p:nvSpPr>
            <p:cNvPr id="10691" name="Google Shape;10691;p8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85"/>
          <p:cNvGrpSpPr/>
          <p:nvPr/>
        </p:nvGrpSpPr>
        <p:grpSpPr>
          <a:xfrm>
            <a:off x="5807156" y="2705713"/>
            <a:ext cx="261043" cy="348163"/>
            <a:chOff x="5807156" y="2881113"/>
            <a:chExt cx="261043" cy="348163"/>
          </a:xfrm>
        </p:grpSpPr>
        <p:sp>
          <p:nvSpPr>
            <p:cNvPr id="10698" name="Google Shape;10698;p8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8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3" name="Google Shape;10703;p85"/>
          <p:cNvGrpSpPr/>
          <p:nvPr/>
        </p:nvGrpSpPr>
        <p:grpSpPr>
          <a:xfrm>
            <a:off x="5355653" y="2706093"/>
            <a:ext cx="262184" cy="346643"/>
            <a:chOff x="5355653" y="2881493"/>
            <a:chExt cx="262184" cy="346643"/>
          </a:xfrm>
        </p:grpSpPr>
        <p:sp>
          <p:nvSpPr>
            <p:cNvPr id="10704" name="Google Shape;10704;p8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9" name="Google Shape;10709;p85"/>
          <p:cNvGrpSpPr/>
          <p:nvPr/>
        </p:nvGrpSpPr>
        <p:grpSpPr>
          <a:xfrm>
            <a:off x="8055961" y="2706442"/>
            <a:ext cx="260283" cy="345914"/>
            <a:chOff x="8055961" y="2881842"/>
            <a:chExt cx="260283" cy="345914"/>
          </a:xfrm>
        </p:grpSpPr>
        <p:sp>
          <p:nvSpPr>
            <p:cNvPr id="10710" name="Google Shape;10710;p8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85"/>
          <p:cNvGrpSpPr/>
          <p:nvPr/>
        </p:nvGrpSpPr>
        <p:grpSpPr>
          <a:xfrm>
            <a:off x="7609368" y="2718512"/>
            <a:ext cx="264813" cy="353105"/>
            <a:chOff x="7609368" y="2893912"/>
            <a:chExt cx="264813" cy="353105"/>
          </a:xfrm>
        </p:grpSpPr>
        <p:sp>
          <p:nvSpPr>
            <p:cNvPr id="10715" name="Google Shape;10715;p8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85"/>
          <p:cNvGrpSpPr/>
          <p:nvPr/>
        </p:nvGrpSpPr>
        <p:grpSpPr>
          <a:xfrm>
            <a:off x="6248458" y="2694372"/>
            <a:ext cx="270864" cy="360645"/>
            <a:chOff x="6248458" y="2869772"/>
            <a:chExt cx="270864" cy="360645"/>
          </a:xfrm>
        </p:grpSpPr>
        <p:sp>
          <p:nvSpPr>
            <p:cNvPr id="10722" name="Google Shape;10722;p8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7" name="Google Shape;10727;p85"/>
          <p:cNvGrpSpPr/>
          <p:nvPr/>
        </p:nvGrpSpPr>
        <p:grpSpPr>
          <a:xfrm>
            <a:off x="3075928" y="2270398"/>
            <a:ext cx="363243" cy="300675"/>
            <a:chOff x="3075928" y="2445798"/>
            <a:chExt cx="363243" cy="300675"/>
          </a:xfrm>
        </p:grpSpPr>
        <p:sp>
          <p:nvSpPr>
            <p:cNvPr id="10728" name="Google Shape;10728;p8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85"/>
          <p:cNvGrpSpPr/>
          <p:nvPr/>
        </p:nvGrpSpPr>
        <p:grpSpPr>
          <a:xfrm>
            <a:off x="2633105" y="2256459"/>
            <a:ext cx="363243" cy="328585"/>
            <a:chOff x="2633105" y="2431859"/>
            <a:chExt cx="363243" cy="328585"/>
          </a:xfrm>
        </p:grpSpPr>
        <p:sp>
          <p:nvSpPr>
            <p:cNvPr id="10740" name="Google Shape;10740;p8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85"/>
          <p:cNvGrpSpPr/>
          <p:nvPr/>
        </p:nvGrpSpPr>
        <p:grpSpPr>
          <a:xfrm>
            <a:off x="2189142" y="2245910"/>
            <a:ext cx="365904" cy="350064"/>
            <a:chOff x="2189142" y="2421310"/>
            <a:chExt cx="365904" cy="350064"/>
          </a:xfrm>
        </p:grpSpPr>
        <p:sp>
          <p:nvSpPr>
            <p:cNvPr id="10749" name="Google Shape;10749;p8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8" name="Google Shape;10758;p85"/>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9" name="Google Shape;10759;p85"/>
          <p:cNvGrpSpPr/>
          <p:nvPr/>
        </p:nvGrpSpPr>
        <p:grpSpPr>
          <a:xfrm>
            <a:off x="3961923" y="2310917"/>
            <a:ext cx="364415" cy="220936"/>
            <a:chOff x="3961923" y="2486317"/>
            <a:chExt cx="364415" cy="220936"/>
          </a:xfrm>
        </p:grpSpPr>
        <p:sp>
          <p:nvSpPr>
            <p:cNvPr id="10760" name="Google Shape;10760;p8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4" name="Google Shape;10764;p85"/>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5" name="Google Shape;10765;p85"/>
          <p:cNvGrpSpPr/>
          <p:nvPr/>
        </p:nvGrpSpPr>
        <p:grpSpPr>
          <a:xfrm>
            <a:off x="1303876" y="2243977"/>
            <a:ext cx="363275" cy="354626"/>
            <a:chOff x="1303876" y="2419377"/>
            <a:chExt cx="363275" cy="354626"/>
          </a:xfrm>
        </p:grpSpPr>
        <p:sp>
          <p:nvSpPr>
            <p:cNvPr id="10766" name="Google Shape;10766;p8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8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85"/>
          <p:cNvGrpSpPr/>
          <p:nvPr/>
        </p:nvGrpSpPr>
        <p:grpSpPr>
          <a:xfrm>
            <a:off x="861053" y="2239510"/>
            <a:ext cx="362134" cy="363623"/>
            <a:chOff x="861053" y="2414910"/>
            <a:chExt cx="362134" cy="363623"/>
          </a:xfrm>
        </p:grpSpPr>
        <p:sp>
          <p:nvSpPr>
            <p:cNvPr id="10775" name="Google Shape;10775;p8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0" name="Google Shape;10780;p85"/>
          <p:cNvGrpSpPr/>
          <p:nvPr/>
        </p:nvGrpSpPr>
        <p:grpSpPr>
          <a:xfrm>
            <a:off x="7594288" y="2239859"/>
            <a:ext cx="279513" cy="355735"/>
            <a:chOff x="7594288" y="2415259"/>
            <a:chExt cx="279513" cy="355735"/>
          </a:xfrm>
        </p:grpSpPr>
        <p:sp>
          <p:nvSpPr>
            <p:cNvPr id="10781" name="Google Shape;10781;p8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85"/>
          <p:cNvGrpSpPr/>
          <p:nvPr/>
        </p:nvGrpSpPr>
        <p:grpSpPr>
          <a:xfrm>
            <a:off x="7145794" y="2240239"/>
            <a:ext cx="278784" cy="355735"/>
            <a:chOff x="7145794" y="2415639"/>
            <a:chExt cx="278784" cy="355735"/>
          </a:xfrm>
        </p:grpSpPr>
        <p:sp>
          <p:nvSpPr>
            <p:cNvPr id="10788" name="Google Shape;10788;p8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8" name="Google Shape;10798;p85"/>
          <p:cNvGrpSpPr/>
          <p:nvPr/>
        </p:nvGrpSpPr>
        <p:grpSpPr>
          <a:xfrm>
            <a:off x="6698441" y="2239130"/>
            <a:ext cx="277644" cy="357984"/>
            <a:chOff x="6698441" y="2414530"/>
            <a:chExt cx="277644" cy="357984"/>
          </a:xfrm>
        </p:grpSpPr>
        <p:sp>
          <p:nvSpPr>
            <p:cNvPr id="10799" name="Google Shape;10799;p8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85"/>
          <p:cNvGrpSpPr/>
          <p:nvPr/>
        </p:nvGrpSpPr>
        <p:grpSpPr>
          <a:xfrm>
            <a:off x="4897750" y="2240239"/>
            <a:ext cx="279513" cy="357255"/>
            <a:chOff x="4897750" y="2415639"/>
            <a:chExt cx="279513" cy="357255"/>
          </a:xfrm>
        </p:grpSpPr>
        <p:sp>
          <p:nvSpPr>
            <p:cNvPr id="10806" name="Google Shape;10806;p8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8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4" name="Google Shape;10814;p85"/>
          <p:cNvGrpSpPr/>
          <p:nvPr/>
        </p:nvGrpSpPr>
        <p:grpSpPr>
          <a:xfrm>
            <a:off x="5812066" y="2240619"/>
            <a:ext cx="264813" cy="353454"/>
            <a:chOff x="5812066" y="2416019"/>
            <a:chExt cx="264813" cy="353454"/>
          </a:xfrm>
        </p:grpSpPr>
        <p:sp>
          <p:nvSpPr>
            <p:cNvPr id="10815" name="Google Shape;10815;p8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85"/>
          <p:cNvGrpSpPr/>
          <p:nvPr/>
        </p:nvGrpSpPr>
        <p:grpSpPr>
          <a:xfrm>
            <a:off x="8054820" y="2240999"/>
            <a:ext cx="264433" cy="353454"/>
            <a:chOff x="8054820" y="2416399"/>
            <a:chExt cx="264433" cy="353454"/>
          </a:xfrm>
        </p:grpSpPr>
        <p:sp>
          <p:nvSpPr>
            <p:cNvPr id="10823" name="Google Shape;10823;p8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9" name="Google Shape;10829;p85"/>
          <p:cNvGrpSpPr/>
          <p:nvPr/>
        </p:nvGrpSpPr>
        <p:grpSpPr>
          <a:xfrm>
            <a:off x="5356413" y="2237990"/>
            <a:ext cx="271212" cy="361374"/>
            <a:chOff x="5356413" y="2413390"/>
            <a:chExt cx="271212" cy="361374"/>
          </a:xfrm>
        </p:grpSpPr>
        <p:sp>
          <p:nvSpPr>
            <p:cNvPr id="10830" name="Google Shape;10830;p8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5" name="Google Shape;10835;p85"/>
          <p:cNvGrpSpPr/>
          <p:nvPr/>
        </p:nvGrpSpPr>
        <p:grpSpPr>
          <a:xfrm>
            <a:off x="6255238" y="2236849"/>
            <a:ext cx="271244" cy="360994"/>
            <a:chOff x="6255238" y="2412249"/>
            <a:chExt cx="271244" cy="360994"/>
          </a:xfrm>
        </p:grpSpPr>
        <p:sp>
          <p:nvSpPr>
            <p:cNvPr id="10836" name="Google Shape;10836;p8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2" name="Google Shape;10842;p85"/>
          <p:cNvGrpSpPr/>
          <p:nvPr/>
        </p:nvGrpSpPr>
        <p:grpSpPr>
          <a:xfrm>
            <a:off x="2185372" y="1782399"/>
            <a:ext cx="366664" cy="366981"/>
            <a:chOff x="2185372" y="1957799"/>
            <a:chExt cx="366664" cy="366981"/>
          </a:xfrm>
        </p:grpSpPr>
        <p:sp>
          <p:nvSpPr>
            <p:cNvPr id="10843" name="Google Shape;10843;p8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85"/>
          <p:cNvGrpSpPr/>
          <p:nvPr/>
        </p:nvGrpSpPr>
        <p:grpSpPr>
          <a:xfrm>
            <a:off x="1737258" y="1812971"/>
            <a:ext cx="370814" cy="307359"/>
            <a:chOff x="1737258" y="1988371"/>
            <a:chExt cx="370814" cy="307359"/>
          </a:xfrm>
        </p:grpSpPr>
        <p:sp>
          <p:nvSpPr>
            <p:cNvPr id="10852" name="Google Shape;10852;p8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6" name="Google Shape;10856;p85"/>
          <p:cNvGrpSpPr/>
          <p:nvPr/>
        </p:nvGrpSpPr>
        <p:grpSpPr>
          <a:xfrm>
            <a:off x="848983" y="1814111"/>
            <a:ext cx="369294" cy="304350"/>
            <a:chOff x="848983" y="1989511"/>
            <a:chExt cx="369294" cy="304350"/>
          </a:xfrm>
        </p:grpSpPr>
        <p:sp>
          <p:nvSpPr>
            <p:cNvPr id="10857" name="Google Shape;10857;p8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2" name="Google Shape;10862;p85"/>
          <p:cNvGrpSpPr/>
          <p:nvPr/>
        </p:nvGrpSpPr>
        <p:grpSpPr>
          <a:xfrm>
            <a:off x="3074027" y="1808377"/>
            <a:ext cx="380604" cy="313854"/>
            <a:chOff x="3074027" y="1983777"/>
            <a:chExt cx="380604" cy="313854"/>
          </a:xfrm>
        </p:grpSpPr>
        <p:sp>
          <p:nvSpPr>
            <p:cNvPr id="10863" name="Google Shape;10863;p8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8" name="Google Shape;10868;p85"/>
          <p:cNvGrpSpPr/>
          <p:nvPr/>
        </p:nvGrpSpPr>
        <p:grpSpPr>
          <a:xfrm>
            <a:off x="3522521" y="1800457"/>
            <a:ext cx="367013" cy="331278"/>
            <a:chOff x="3522521" y="1975857"/>
            <a:chExt cx="367013" cy="331278"/>
          </a:xfrm>
        </p:grpSpPr>
        <p:sp>
          <p:nvSpPr>
            <p:cNvPr id="10869" name="Google Shape;10869;p8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85"/>
          <p:cNvGrpSpPr/>
          <p:nvPr/>
        </p:nvGrpSpPr>
        <p:grpSpPr>
          <a:xfrm>
            <a:off x="2630824" y="1801566"/>
            <a:ext cx="368185" cy="330454"/>
            <a:chOff x="2630824" y="1976966"/>
            <a:chExt cx="368185" cy="330454"/>
          </a:xfrm>
        </p:grpSpPr>
        <p:sp>
          <p:nvSpPr>
            <p:cNvPr id="10877" name="Google Shape;10877;p8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85"/>
          <p:cNvGrpSpPr/>
          <p:nvPr/>
        </p:nvGrpSpPr>
        <p:grpSpPr>
          <a:xfrm>
            <a:off x="1293706" y="1791016"/>
            <a:ext cx="369294" cy="350444"/>
            <a:chOff x="1293706" y="1966416"/>
            <a:chExt cx="369294" cy="350444"/>
          </a:xfrm>
        </p:grpSpPr>
        <p:sp>
          <p:nvSpPr>
            <p:cNvPr id="10886" name="Google Shape;10886;p8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8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8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85"/>
          <p:cNvGrpSpPr/>
          <p:nvPr/>
        </p:nvGrpSpPr>
        <p:grpSpPr>
          <a:xfrm>
            <a:off x="3967213" y="1800077"/>
            <a:ext cx="368185" cy="331816"/>
            <a:chOff x="3967213" y="1975477"/>
            <a:chExt cx="368185" cy="331816"/>
          </a:xfrm>
        </p:grpSpPr>
        <p:sp>
          <p:nvSpPr>
            <p:cNvPr id="10895" name="Google Shape;10895;p8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8" name="Google Shape;10898;p85"/>
          <p:cNvGrpSpPr/>
          <p:nvPr/>
        </p:nvGrpSpPr>
        <p:grpSpPr>
          <a:xfrm>
            <a:off x="8047661" y="1793646"/>
            <a:ext cx="279132" cy="356875"/>
            <a:chOff x="8047661" y="1969046"/>
            <a:chExt cx="279132" cy="356875"/>
          </a:xfrm>
        </p:grpSpPr>
        <p:sp>
          <p:nvSpPr>
            <p:cNvPr id="10899" name="Google Shape;10899;p8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85"/>
          <p:cNvGrpSpPr/>
          <p:nvPr/>
        </p:nvGrpSpPr>
        <p:grpSpPr>
          <a:xfrm>
            <a:off x="7596157" y="1792759"/>
            <a:ext cx="279544" cy="358142"/>
            <a:chOff x="7596157" y="1968159"/>
            <a:chExt cx="279544" cy="358142"/>
          </a:xfrm>
        </p:grpSpPr>
        <p:sp>
          <p:nvSpPr>
            <p:cNvPr id="10904" name="Google Shape;10904;p8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85"/>
          <p:cNvGrpSpPr/>
          <p:nvPr/>
        </p:nvGrpSpPr>
        <p:grpSpPr>
          <a:xfrm>
            <a:off x="7147315" y="1793646"/>
            <a:ext cx="279513" cy="357636"/>
            <a:chOff x="7147315" y="1969046"/>
            <a:chExt cx="279513" cy="357636"/>
          </a:xfrm>
        </p:grpSpPr>
        <p:sp>
          <p:nvSpPr>
            <p:cNvPr id="10911" name="Google Shape;10911;p8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8" name="Google Shape;10918;p85"/>
          <p:cNvGrpSpPr/>
          <p:nvPr/>
        </p:nvGrpSpPr>
        <p:grpSpPr>
          <a:xfrm>
            <a:off x="6697681" y="1792917"/>
            <a:ext cx="280305" cy="359093"/>
            <a:chOff x="6697681" y="1968317"/>
            <a:chExt cx="280305" cy="359093"/>
          </a:xfrm>
        </p:grpSpPr>
        <p:sp>
          <p:nvSpPr>
            <p:cNvPr id="10919" name="Google Shape;10919;p8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85"/>
          <p:cNvGrpSpPr/>
          <p:nvPr/>
        </p:nvGrpSpPr>
        <p:grpSpPr>
          <a:xfrm>
            <a:off x="6248839" y="1792537"/>
            <a:ext cx="280273" cy="358744"/>
            <a:chOff x="6248839" y="1967937"/>
            <a:chExt cx="280273" cy="358744"/>
          </a:xfrm>
        </p:grpSpPr>
        <p:sp>
          <p:nvSpPr>
            <p:cNvPr id="10927" name="Google Shape;10927;p8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8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3" name="Google Shape;10933;p85"/>
          <p:cNvGrpSpPr/>
          <p:nvPr/>
        </p:nvGrpSpPr>
        <p:grpSpPr>
          <a:xfrm>
            <a:off x="5801485" y="1793646"/>
            <a:ext cx="279164" cy="357794"/>
            <a:chOff x="5801485" y="1969046"/>
            <a:chExt cx="279164" cy="357794"/>
          </a:xfrm>
        </p:grpSpPr>
        <p:sp>
          <p:nvSpPr>
            <p:cNvPr id="10934" name="Google Shape;10934;p8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8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7" name="Google Shape;10947;p85"/>
          <p:cNvGrpSpPr/>
          <p:nvPr/>
        </p:nvGrpSpPr>
        <p:grpSpPr>
          <a:xfrm>
            <a:off x="5352643" y="1793646"/>
            <a:ext cx="278404" cy="358364"/>
            <a:chOff x="5352643" y="1969046"/>
            <a:chExt cx="278404" cy="358364"/>
          </a:xfrm>
        </p:grpSpPr>
        <p:sp>
          <p:nvSpPr>
            <p:cNvPr id="10948" name="Google Shape;10948;p8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2" name="Google Shape;10952;p85"/>
          <p:cNvGrpSpPr/>
          <p:nvPr/>
        </p:nvGrpSpPr>
        <p:grpSpPr>
          <a:xfrm>
            <a:off x="4897750" y="1792917"/>
            <a:ext cx="279132" cy="358364"/>
            <a:chOff x="4897750" y="1968317"/>
            <a:chExt cx="279132" cy="358364"/>
          </a:xfrm>
        </p:grpSpPr>
        <p:sp>
          <p:nvSpPr>
            <p:cNvPr id="10953" name="Google Shape;10953;p8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8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8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6" name="Google Shape;10966;p85"/>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85"/>
          <p:cNvGrpSpPr/>
          <p:nvPr/>
        </p:nvGrpSpPr>
        <p:grpSpPr>
          <a:xfrm>
            <a:off x="1767449" y="1337644"/>
            <a:ext cx="324403" cy="347783"/>
            <a:chOff x="1767449" y="1513044"/>
            <a:chExt cx="324403" cy="347783"/>
          </a:xfrm>
        </p:grpSpPr>
        <p:sp>
          <p:nvSpPr>
            <p:cNvPr id="10968" name="Google Shape;10968;p8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8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8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8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7" name="Google Shape;10977;p85"/>
          <p:cNvGrpSpPr/>
          <p:nvPr/>
        </p:nvGrpSpPr>
        <p:grpSpPr>
          <a:xfrm>
            <a:off x="4007193" y="1337327"/>
            <a:ext cx="320633" cy="348100"/>
            <a:chOff x="4007193" y="1512727"/>
            <a:chExt cx="320633" cy="348100"/>
          </a:xfrm>
        </p:grpSpPr>
        <p:sp>
          <p:nvSpPr>
            <p:cNvPr id="10978" name="Google Shape;10978;p8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3" name="Google Shape;10983;p85"/>
          <p:cNvGrpSpPr/>
          <p:nvPr/>
        </p:nvGrpSpPr>
        <p:grpSpPr>
          <a:xfrm>
            <a:off x="3530425" y="1333347"/>
            <a:ext cx="368175" cy="344594"/>
            <a:chOff x="3530425" y="1508747"/>
            <a:chExt cx="368175" cy="344594"/>
          </a:xfrm>
        </p:grpSpPr>
        <p:sp>
          <p:nvSpPr>
            <p:cNvPr id="10984" name="Google Shape;10984;p8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8" name="Google Shape;10988;p85"/>
          <p:cNvGrpSpPr/>
          <p:nvPr/>
        </p:nvGrpSpPr>
        <p:grpSpPr>
          <a:xfrm>
            <a:off x="3127598" y="1337834"/>
            <a:ext cx="289714" cy="347593"/>
            <a:chOff x="3127598" y="1513234"/>
            <a:chExt cx="289714" cy="347593"/>
          </a:xfrm>
        </p:grpSpPr>
        <p:sp>
          <p:nvSpPr>
            <p:cNvPr id="10989" name="Google Shape;10989;p8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4" name="Google Shape;10994;p85"/>
          <p:cNvGrpSpPr/>
          <p:nvPr/>
        </p:nvGrpSpPr>
        <p:grpSpPr>
          <a:xfrm>
            <a:off x="2662884" y="1337644"/>
            <a:ext cx="322914" cy="348543"/>
            <a:chOff x="2662884" y="1513044"/>
            <a:chExt cx="322914" cy="348543"/>
          </a:xfrm>
        </p:grpSpPr>
        <p:sp>
          <p:nvSpPr>
            <p:cNvPr id="10995" name="Google Shape;10995;p8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8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8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8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8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85"/>
          <p:cNvGrpSpPr/>
          <p:nvPr/>
        </p:nvGrpSpPr>
        <p:grpSpPr>
          <a:xfrm>
            <a:off x="2232511" y="1337359"/>
            <a:ext cx="299534" cy="348068"/>
            <a:chOff x="2232511" y="1512759"/>
            <a:chExt cx="299534" cy="348068"/>
          </a:xfrm>
        </p:grpSpPr>
        <p:sp>
          <p:nvSpPr>
            <p:cNvPr id="11006" name="Google Shape;11006;p8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8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8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85"/>
          <p:cNvGrpSpPr/>
          <p:nvPr/>
        </p:nvGrpSpPr>
        <p:grpSpPr>
          <a:xfrm>
            <a:off x="1331406" y="1337961"/>
            <a:ext cx="301784" cy="348607"/>
            <a:chOff x="1331406" y="1513361"/>
            <a:chExt cx="301784" cy="348607"/>
          </a:xfrm>
        </p:grpSpPr>
        <p:sp>
          <p:nvSpPr>
            <p:cNvPr id="11018" name="Google Shape;11018;p8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85"/>
          <p:cNvGrpSpPr/>
          <p:nvPr/>
        </p:nvGrpSpPr>
        <p:grpSpPr>
          <a:xfrm>
            <a:off x="7144274" y="1324814"/>
            <a:ext cx="282174" cy="355735"/>
            <a:chOff x="7144274" y="1500214"/>
            <a:chExt cx="282174" cy="355735"/>
          </a:xfrm>
        </p:grpSpPr>
        <p:sp>
          <p:nvSpPr>
            <p:cNvPr id="11023" name="Google Shape;11023;p8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8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8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85"/>
          <p:cNvGrpSpPr/>
          <p:nvPr/>
        </p:nvGrpSpPr>
        <p:grpSpPr>
          <a:xfrm>
            <a:off x="6685262" y="1324814"/>
            <a:ext cx="289682" cy="354594"/>
            <a:chOff x="6685262" y="1500214"/>
            <a:chExt cx="289682" cy="354594"/>
          </a:xfrm>
        </p:grpSpPr>
        <p:sp>
          <p:nvSpPr>
            <p:cNvPr id="11030" name="Google Shape;11030;p8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8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85"/>
          <p:cNvGrpSpPr/>
          <p:nvPr/>
        </p:nvGrpSpPr>
        <p:grpSpPr>
          <a:xfrm>
            <a:off x="6200938" y="1325194"/>
            <a:ext cx="322154" cy="355355"/>
            <a:chOff x="6200938" y="1500594"/>
            <a:chExt cx="322154" cy="355355"/>
          </a:xfrm>
        </p:grpSpPr>
        <p:sp>
          <p:nvSpPr>
            <p:cNvPr id="11035" name="Google Shape;11035;p8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0" name="Google Shape;11040;p85"/>
          <p:cNvGrpSpPr/>
          <p:nvPr/>
        </p:nvGrpSpPr>
        <p:grpSpPr>
          <a:xfrm>
            <a:off x="5289631" y="1324814"/>
            <a:ext cx="332355" cy="354974"/>
            <a:chOff x="5289631" y="1500214"/>
            <a:chExt cx="332355" cy="354974"/>
          </a:xfrm>
        </p:grpSpPr>
        <p:sp>
          <p:nvSpPr>
            <p:cNvPr id="11041" name="Google Shape;11041;p8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7" name="Google Shape;11047;p85"/>
          <p:cNvGrpSpPr/>
          <p:nvPr/>
        </p:nvGrpSpPr>
        <p:grpSpPr>
          <a:xfrm>
            <a:off x="5748295" y="1324433"/>
            <a:ext cx="323294" cy="356115"/>
            <a:chOff x="5748295" y="1499833"/>
            <a:chExt cx="323294" cy="356115"/>
          </a:xfrm>
        </p:grpSpPr>
        <p:sp>
          <p:nvSpPr>
            <p:cNvPr id="11048" name="Google Shape;11048;p8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8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8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8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85"/>
          <p:cNvGrpSpPr/>
          <p:nvPr/>
        </p:nvGrpSpPr>
        <p:grpSpPr>
          <a:xfrm>
            <a:off x="8047661" y="1325637"/>
            <a:ext cx="278404" cy="355260"/>
            <a:chOff x="8047661" y="1501037"/>
            <a:chExt cx="278404" cy="355260"/>
          </a:xfrm>
        </p:grpSpPr>
        <p:sp>
          <p:nvSpPr>
            <p:cNvPr id="11056" name="Google Shape;11056;p8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8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85"/>
          <p:cNvGrpSpPr/>
          <p:nvPr/>
        </p:nvGrpSpPr>
        <p:grpSpPr>
          <a:xfrm>
            <a:off x="4903389" y="1324814"/>
            <a:ext cx="267854" cy="355735"/>
            <a:chOff x="4903389" y="1500214"/>
            <a:chExt cx="267854" cy="355735"/>
          </a:xfrm>
        </p:grpSpPr>
        <p:sp>
          <p:nvSpPr>
            <p:cNvPr id="11061" name="Google Shape;11061;p8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8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85"/>
          <p:cNvGrpSpPr/>
          <p:nvPr/>
        </p:nvGrpSpPr>
        <p:grpSpPr>
          <a:xfrm>
            <a:off x="7613518" y="1325954"/>
            <a:ext cx="264433" cy="353074"/>
            <a:chOff x="7613518" y="1501354"/>
            <a:chExt cx="264433" cy="353074"/>
          </a:xfrm>
        </p:grpSpPr>
        <p:sp>
          <p:nvSpPr>
            <p:cNvPr id="11067" name="Google Shape;11067;p8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8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3" name="Google Shape;11073;p85"/>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74" name="Google Shape;11074;p85"/>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78"/>
        <p:cNvGrpSpPr/>
        <p:nvPr/>
      </p:nvGrpSpPr>
      <p:grpSpPr>
        <a:xfrm>
          <a:off x="0" y="0"/>
          <a:ext cx="0" cy="0"/>
          <a:chOff x="0" y="0"/>
          <a:chExt cx="0" cy="0"/>
        </a:xfrm>
      </p:grpSpPr>
      <p:grpSp>
        <p:nvGrpSpPr>
          <p:cNvPr id="11079" name="Google Shape;11079;p86"/>
          <p:cNvGrpSpPr/>
          <p:nvPr/>
        </p:nvGrpSpPr>
        <p:grpSpPr>
          <a:xfrm>
            <a:off x="1757085" y="1325225"/>
            <a:ext cx="371069" cy="359396"/>
            <a:chOff x="1757085" y="1500675"/>
            <a:chExt cx="371069" cy="359396"/>
          </a:xfrm>
        </p:grpSpPr>
        <p:sp>
          <p:nvSpPr>
            <p:cNvPr id="11080" name="Google Shape;11080;p8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8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8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8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8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9" name="Google Shape;11109;p86"/>
          <p:cNvGrpSpPr/>
          <p:nvPr/>
        </p:nvGrpSpPr>
        <p:grpSpPr>
          <a:xfrm>
            <a:off x="2774209" y="1779241"/>
            <a:ext cx="116693" cy="374186"/>
            <a:chOff x="2774209" y="1954691"/>
            <a:chExt cx="116693" cy="374186"/>
          </a:xfrm>
        </p:grpSpPr>
        <p:sp>
          <p:nvSpPr>
            <p:cNvPr id="11110" name="Google Shape;11110;p8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2" name="Google Shape;11112;p86"/>
          <p:cNvGrpSpPr/>
          <p:nvPr/>
        </p:nvGrpSpPr>
        <p:grpSpPr>
          <a:xfrm>
            <a:off x="4017435" y="1324462"/>
            <a:ext cx="315092" cy="359397"/>
            <a:chOff x="4017435" y="1499912"/>
            <a:chExt cx="315092" cy="359397"/>
          </a:xfrm>
        </p:grpSpPr>
        <p:sp>
          <p:nvSpPr>
            <p:cNvPr id="11113" name="Google Shape;11113;p8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5" name="Google Shape;11115;p86"/>
          <p:cNvGrpSpPr/>
          <p:nvPr/>
        </p:nvGrpSpPr>
        <p:grpSpPr>
          <a:xfrm>
            <a:off x="3963652" y="1824309"/>
            <a:ext cx="374154" cy="284050"/>
            <a:chOff x="3963652" y="1999759"/>
            <a:chExt cx="374154" cy="284050"/>
          </a:xfrm>
        </p:grpSpPr>
        <p:sp>
          <p:nvSpPr>
            <p:cNvPr id="11116" name="Google Shape;11116;p8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86"/>
          <p:cNvGrpSpPr/>
          <p:nvPr/>
        </p:nvGrpSpPr>
        <p:grpSpPr>
          <a:xfrm>
            <a:off x="1777536" y="1839416"/>
            <a:ext cx="376444" cy="253772"/>
            <a:chOff x="1777536" y="2014866"/>
            <a:chExt cx="376444" cy="253772"/>
          </a:xfrm>
        </p:grpSpPr>
        <p:sp>
          <p:nvSpPr>
            <p:cNvPr id="11120" name="Google Shape;11120;p8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8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8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86"/>
          <p:cNvGrpSpPr/>
          <p:nvPr/>
        </p:nvGrpSpPr>
        <p:grpSpPr>
          <a:xfrm>
            <a:off x="1309875" y="1881876"/>
            <a:ext cx="374154" cy="169680"/>
            <a:chOff x="1309875" y="2057326"/>
            <a:chExt cx="374154" cy="169680"/>
          </a:xfrm>
        </p:grpSpPr>
        <p:sp>
          <p:nvSpPr>
            <p:cNvPr id="11126" name="Google Shape;11126;p8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7" name="Google Shape;11137;p86"/>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8" name="Google Shape;11138;p86"/>
          <p:cNvGrpSpPr/>
          <p:nvPr/>
        </p:nvGrpSpPr>
        <p:grpSpPr>
          <a:xfrm>
            <a:off x="2347450" y="1779114"/>
            <a:ext cx="113639" cy="373168"/>
            <a:chOff x="2347450" y="1954564"/>
            <a:chExt cx="113639" cy="373168"/>
          </a:xfrm>
        </p:grpSpPr>
        <p:sp>
          <p:nvSpPr>
            <p:cNvPr id="11139" name="Google Shape;11139;p8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8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1" name="Google Shape;11141;p86"/>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2" name="Google Shape;11142;p86"/>
          <p:cNvGrpSpPr/>
          <p:nvPr/>
        </p:nvGrpSpPr>
        <p:grpSpPr>
          <a:xfrm>
            <a:off x="3110102" y="1324430"/>
            <a:ext cx="330613" cy="358379"/>
            <a:chOff x="3110102" y="1499880"/>
            <a:chExt cx="330613" cy="358379"/>
          </a:xfrm>
        </p:grpSpPr>
        <p:sp>
          <p:nvSpPr>
            <p:cNvPr id="11143" name="Google Shape;11143;p8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8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8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8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0" name="Google Shape;11150;p86"/>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1" name="Google Shape;11151;p86"/>
          <p:cNvGrpSpPr/>
          <p:nvPr/>
        </p:nvGrpSpPr>
        <p:grpSpPr>
          <a:xfrm>
            <a:off x="3485575" y="1824309"/>
            <a:ext cx="373772" cy="284050"/>
            <a:chOff x="3531200" y="1999759"/>
            <a:chExt cx="373772" cy="284050"/>
          </a:xfrm>
        </p:grpSpPr>
        <p:sp>
          <p:nvSpPr>
            <p:cNvPr id="11152" name="Google Shape;11152;p8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8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8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6" name="Google Shape;11156;p86"/>
          <p:cNvGrpSpPr/>
          <p:nvPr/>
        </p:nvGrpSpPr>
        <p:grpSpPr>
          <a:xfrm>
            <a:off x="2667058" y="1324843"/>
            <a:ext cx="330231" cy="359015"/>
            <a:chOff x="2667058" y="1500293"/>
            <a:chExt cx="330231" cy="359015"/>
          </a:xfrm>
        </p:grpSpPr>
        <p:sp>
          <p:nvSpPr>
            <p:cNvPr id="11157" name="Google Shape;11157;p8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8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8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8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8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8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8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8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5" name="Google Shape;11175;p86"/>
          <p:cNvGrpSpPr/>
          <p:nvPr/>
        </p:nvGrpSpPr>
        <p:grpSpPr>
          <a:xfrm>
            <a:off x="3567553" y="1324462"/>
            <a:ext cx="320022" cy="359778"/>
            <a:chOff x="3567553" y="1499912"/>
            <a:chExt cx="320022" cy="359778"/>
          </a:xfrm>
        </p:grpSpPr>
        <p:sp>
          <p:nvSpPr>
            <p:cNvPr id="11176" name="Google Shape;11176;p8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8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86"/>
          <p:cNvGrpSpPr/>
          <p:nvPr/>
        </p:nvGrpSpPr>
        <p:grpSpPr>
          <a:xfrm>
            <a:off x="1309875" y="1324462"/>
            <a:ext cx="359015" cy="358633"/>
            <a:chOff x="1309875" y="1499912"/>
            <a:chExt cx="359015" cy="358633"/>
          </a:xfrm>
        </p:grpSpPr>
        <p:sp>
          <p:nvSpPr>
            <p:cNvPr id="11183" name="Google Shape;11183;p8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8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8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86"/>
          <p:cNvGrpSpPr/>
          <p:nvPr/>
        </p:nvGrpSpPr>
        <p:grpSpPr>
          <a:xfrm>
            <a:off x="2219466" y="1324843"/>
            <a:ext cx="330613" cy="359015"/>
            <a:chOff x="2219466" y="1500293"/>
            <a:chExt cx="330613" cy="359015"/>
          </a:xfrm>
        </p:grpSpPr>
        <p:sp>
          <p:nvSpPr>
            <p:cNvPr id="11193" name="Google Shape;11193;p8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8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86"/>
          <p:cNvGrpSpPr/>
          <p:nvPr/>
        </p:nvGrpSpPr>
        <p:grpSpPr>
          <a:xfrm>
            <a:off x="5343544" y="1333908"/>
            <a:ext cx="244676" cy="351095"/>
            <a:chOff x="5343544" y="1509358"/>
            <a:chExt cx="244676" cy="351095"/>
          </a:xfrm>
        </p:grpSpPr>
        <p:sp>
          <p:nvSpPr>
            <p:cNvPr id="11196" name="Google Shape;11196;p8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9" name="Google Shape;11199;p86"/>
          <p:cNvGrpSpPr/>
          <p:nvPr/>
        </p:nvGrpSpPr>
        <p:grpSpPr>
          <a:xfrm>
            <a:off x="4882340" y="1333908"/>
            <a:ext cx="246171" cy="351095"/>
            <a:chOff x="4882340" y="1509358"/>
            <a:chExt cx="246171" cy="351095"/>
          </a:xfrm>
        </p:grpSpPr>
        <p:sp>
          <p:nvSpPr>
            <p:cNvPr id="11200" name="Google Shape;11200;p8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5" name="Google Shape;11205;p86"/>
          <p:cNvGrpSpPr/>
          <p:nvPr/>
        </p:nvGrpSpPr>
        <p:grpSpPr>
          <a:xfrm>
            <a:off x="6273204" y="1333558"/>
            <a:ext cx="236343" cy="351445"/>
            <a:chOff x="6273204" y="1509008"/>
            <a:chExt cx="236343" cy="351445"/>
          </a:xfrm>
        </p:grpSpPr>
        <p:sp>
          <p:nvSpPr>
            <p:cNvPr id="11206" name="Google Shape;11206;p8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8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8" name="Google Shape;11208;p86"/>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9" name="Google Shape;11209;p86"/>
          <p:cNvGrpSpPr/>
          <p:nvPr/>
        </p:nvGrpSpPr>
        <p:grpSpPr>
          <a:xfrm>
            <a:off x="7219530" y="1332794"/>
            <a:ext cx="191625" cy="352209"/>
            <a:chOff x="7219530" y="1508244"/>
            <a:chExt cx="191625" cy="352209"/>
          </a:xfrm>
        </p:grpSpPr>
        <p:sp>
          <p:nvSpPr>
            <p:cNvPr id="11210" name="Google Shape;11210;p8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8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2" name="Google Shape;11212;p86"/>
          <p:cNvGrpSpPr/>
          <p:nvPr/>
        </p:nvGrpSpPr>
        <p:grpSpPr>
          <a:xfrm>
            <a:off x="7699309" y="1333176"/>
            <a:ext cx="154922" cy="351827"/>
            <a:chOff x="7699309" y="1508626"/>
            <a:chExt cx="154922" cy="351827"/>
          </a:xfrm>
        </p:grpSpPr>
        <p:sp>
          <p:nvSpPr>
            <p:cNvPr id="11213" name="Google Shape;11213;p8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8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8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86"/>
          <p:cNvGrpSpPr/>
          <p:nvPr/>
        </p:nvGrpSpPr>
        <p:grpSpPr>
          <a:xfrm>
            <a:off x="8161690" y="1333558"/>
            <a:ext cx="153396" cy="351064"/>
            <a:chOff x="8161690" y="1509008"/>
            <a:chExt cx="153396" cy="351064"/>
          </a:xfrm>
        </p:grpSpPr>
        <p:sp>
          <p:nvSpPr>
            <p:cNvPr id="11221" name="Google Shape;11221;p8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8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5" name="Google Shape;11225;p86"/>
          <p:cNvGrpSpPr/>
          <p:nvPr/>
        </p:nvGrpSpPr>
        <p:grpSpPr>
          <a:xfrm>
            <a:off x="6746940" y="1333431"/>
            <a:ext cx="213221" cy="352304"/>
            <a:chOff x="6746940" y="1508881"/>
            <a:chExt cx="213221" cy="352304"/>
          </a:xfrm>
        </p:grpSpPr>
        <p:sp>
          <p:nvSpPr>
            <p:cNvPr id="11226" name="Google Shape;11226;p8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8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86"/>
          <p:cNvGrpSpPr/>
          <p:nvPr/>
        </p:nvGrpSpPr>
        <p:grpSpPr>
          <a:xfrm>
            <a:off x="5770336" y="1832165"/>
            <a:ext cx="350682" cy="292097"/>
            <a:chOff x="5770336" y="2007615"/>
            <a:chExt cx="350682" cy="292097"/>
          </a:xfrm>
        </p:grpSpPr>
        <p:sp>
          <p:nvSpPr>
            <p:cNvPr id="11231" name="Google Shape;11231;p8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8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5" name="Google Shape;11235;p86"/>
          <p:cNvGrpSpPr/>
          <p:nvPr/>
        </p:nvGrpSpPr>
        <p:grpSpPr>
          <a:xfrm>
            <a:off x="5326878" y="1804908"/>
            <a:ext cx="350332" cy="346229"/>
            <a:chOff x="5326878" y="1980358"/>
            <a:chExt cx="350332" cy="346229"/>
          </a:xfrm>
        </p:grpSpPr>
        <p:sp>
          <p:nvSpPr>
            <p:cNvPr id="11236" name="Google Shape;11236;p8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8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0" name="Google Shape;11240;p86"/>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1" name="Google Shape;11241;p86"/>
          <p:cNvGrpSpPr/>
          <p:nvPr/>
        </p:nvGrpSpPr>
        <p:grpSpPr>
          <a:xfrm>
            <a:off x="4883835" y="1817121"/>
            <a:ext cx="350300" cy="323043"/>
            <a:chOff x="4883835" y="1992571"/>
            <a:chExt cx="350300" cy="323043"/>
          </a:xfrm>
        </p:grpSpPr>
        <p:sp>
          <p:nvSpPr>
            <p:cNvPr id="11242" name="Google Shape;11242;p8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86"/>
          <p:cNvGrpSpPr/>
          <p:nvPr/>
        </p:nvGrpSpPr>
        <p:grpSpPr>
          <a:xfrm>
            <a:off x="7548967" y="1803477"/>
            <a:ext cx="333285" cy="349950"/>
            <a:chOff x="7548967" y="1978927"/>
            <a:chExt cx="333285" cy="349950"/>
          </a:xfrm>
        </p:grpSpPr>
        <p:sp>
          <p:nvSpPr>
            <p:cNvPr id="11249" name="Google Shape;11249;p8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86"/>
          <p:cNvGrpSpPr/>
          <p:nvPr/>
        </p:nvGrpSpPr>
        <p:grpSpPr>
          <a:xfrm>
            <a:off x="6214142" y="1803477"/>
            <a:ext cx="346515" cy="350300"/>
            <a:chOff x="6214142" y="1978927"/>
            <a:chExt cx="346515" cy="350300"/>
          </a:xfrm>
        </p:grpSpPr>
        <p:sp>
          <p:nvSpPr>
            <p:cNvPr id="11257" name="Google Shape;11257;p8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86"/>
          <p:cNvGrpSpPr/>
          <p:nvPr/>
        </p:nvGrpSpPr>
        <p:grpSpPr>
          <a:xfrm>
            <a:off x="7105923" y="1803095"/>
            <a:ext cx="333285" cy="350682"/>
            <a:chOff x="7105923" y="1978545"/>
            <a:chExt cx="333285" cy="350682"/>
          </a:xfrm>
        </p:grpSpPr>
        <p:sp>
          <p:nvSpPr>
            <p:cNvPr id="11260" name="Google Shape;11260;p8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8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8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8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7" name="Google Shape;11267;p86"/>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86"/>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9" name="Google Shape;11269;p86"/>
          <p:cNvGrpSpPr/>
          <p:nvPr/>
        </p:nvGrpSpPr>
        <p:grpSpPr>
          <a:xfrm>
            <a:off x="3616406" y="2246902"/>
            <a:ext cx="203393" cy="351827"/>
            <a:chOff x="3616406" y="2422352"/>
            <a:chExt cx="203393" cy="351827"/>
          </a:xfrm>
        </p:grpSpPr>
        <p:sp>
          <p:nvSpPr>
            <p:cNvPr id="11270" name="Google Shape;11270;p8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8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2" name="Google Shape;11272;p86"/>
          <p:cNvGrpSpPr/>
          <p:nvPr/>
        </p:nvGrpSpPr>
        <p:grpSpPr>
          <a:xfrm>
            <a:off x="878187" y="2246520"/>
            <a:ext cx="272696" cy="351827"/>
            <a:chOff x="913012" y="2421970"/>
            <a:chExt cx="272696" cy="351827"/>
          </a:xfrm>
        </p:grpSpPr>
        <p:sp>
          <p:nvSpPr>
            <p:cNvPr id="11273" name="Google Shape;11273;p8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8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8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86"/>
          <p:cNvGrpSpPr/>
          <p:nvPr/>
        </p:nvGrpSpPr>
        <p:grpSpPr>
          <a:xfrm>
            <a:off x="2274743" y="2246902"/>
            <a:ext cx="255649" cy="351445"/>
            <a:chOff x="2274743" y="2422352"/>
            <a:chExt cx="255649" cy="351445"/>
          </a:xfrm>
        </p:grpSpPr>
        <p:sp>
          <p:nvSpPr>
            <p:cNvPr id="11278" name="Google Shape;11278;p8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8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8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1" name="Google Shape;11281;p86"/>
          <p:cNvGrpSpPr/>
          <p:nvPr/>
        </p:nvGrpSpPr>
        <p:grpSpPr>
          <a:xfrm>
            <a:off x="2708723" y="2245789"/>
            <a:ext cx="246552" cy="352558"/>
            <a:chOff x="2708723" y="2421239"/>
            <a:chExt cx="246552" cy="352558"/>
          </a:xfrm>
        </p:grpSpPr>
        <p:sp>
          <p:nvSpPr>
            <p:cNvPr id="11282" name="Google Shape;11282;p8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8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4" name="Google Shape;11284;p86"/>
          <p:cNvGrpSpPr/>
          <p:nvPr/>
        </p:nvGrpSpPr>
        <p:grpSpPr>
          <a:xfrm>
            <a:off x="1835485" y="2246902"/>
            <a:ext cx="259433" cy="350714"/>
            <a:chOff x="1835485" y="2422352"/>
            <a:chExt cx="259433" cy="350714"/>
          </a:xfrm>
        </p:grpSpPr>
        <p:sp>
          <p:nvSpPr>
            <p:cNvPr id="11285" name="Google Shape;11285;p8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8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86"/>
          <p:cNvGrpSpPr/>
          <p:nvPr/>
        </p:nvGrpSpPr>
        <p:grpSpPr>
          <a:xfrm>
            <a:off x="3150240" y="2246902"/>
            <a:ext cx="212489" cy="351445"/>
            <a:chOff x="3150240" y="2422352"/>
            <a:chExt cx="212489" cy="351445"/>
          </a:xfrm>
        </p:grpSpPr>
        <p:sp>
          <p:nvSpPr>
            <p:cNvPr id="11293" name="Google Shape;11293;p8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5" name="Google Shape;11295;p86"/>
          <p:cNvGrpSpPr/>
          <p:nvPr/>
        </p:nvGrpSpPr>
        <p:grpSpPr>
          <a:xfrm>
            <a:off x="1367060" y="2246679"/>
            <a:ext cx="269261" cy="352050"/>
            <a:chOff x="1367060" y="2422129"/>
            <a:chExt cx="269261" cy="352050"/>
          </a:xfrm>
        </p:grpSpPr>
        <p:sp>
          <p:nvSpPr>
            <p:cNvPr id="11296" name="Google Shape;11296;p8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8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8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8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8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8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8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0" name="Google Shape;11310;p86"/>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1" name="Google Shape;11311;p86"/>
          <p:cNvGrpSpPr/>
          <p:nvPr/>
        </p:nvGrpSpPr>
        <p:grpSpPr>
          <a:xfrm>
            <a:off x="4882690" y="2249955"/>
            <a:ext cx="274573" cy="350682"/>
            <a:chOff x="4882690" y="2425405"/>
            <a:chExt cx="274573" cy="350682"/>
          </a:xfrm>
        </p:grpSpPr>
        <p:sp>
          <p:nvSpPr>
            <p:cNvPr id="11312" name="Google Shape;11312;p8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4" name="Google Shape;11314;p86"/>
          <p:cNvGrpSpPr/>
          <p:nvPr/>
        </p:nvGrpSpPr>
        <p:grpSpPr>
          <a:xfrm>
            <a:off x="6627639" y="2268434"/>
            <a:ext cx="355993" cy="313247"/>
            <a:chOff x="6627639" y="2443884"/>
            <a:chExt cx="355993" cy="313247"/>
          </a:xfrm>
        </p:grpSpPr>
        <p:sp>
          <p:nvSpPr>
            <p:cNvPr id="11315" name="Google Shape;11315;p8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86"/>
          <p:cNvGrpSpPr/>
          <p:nvPr/>
        </p:nvGrpSpPr>
        <p:grpSpPr>
          <a:xfrm>
            <a:off x="6183451" y="2286690"/>
            <a:ext cx="351445" cy="277976"/>
            <a:chOff x="6183451" y="2462140"/>
            <a:chExt cx="351445" cy="277976"/>
          </a:xfrm>
        </p:grpSpPr>
        <p:sp>
          <p:nvSpPr>
            <p:cNvPr id="11319" name="Google Shape;11319;p8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8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6" name="Google Shape;11326;p86"/>
          <p:cNvGrpSpPr/>
          <p:nvPr/>
        </p:nvGrpSpPr>
        <p:grpSpPr>
          <a:xfrm>
            <a:off x="5735477" y="2254408"/>
            <a:ext cx="353354" cy="341299"/>
            <a:chOff x="5735477" y="2429858"/>
            <a:chExt cx="353354" cy="341299"/>
          </a:xfrm>
        </p:grpSpPr>
        <p:sp>
          <p:nvSpPr>
            <p:cNvPr id="11327" name="Google Shape;11327;p8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8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8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86"/>
          <p:cNvGrpSpPr/>
          <p:nvPr/>
        </p:nvGrpSpPr>
        <p:grpSpPr>
          <a:xfrm>
            <a:off x="5243735" y="2271523"/>
            <a:ext cx="405255" cy="275499"/>
            <a:chOff x="5283337" y="2478774"/>
            <a:chExt cx="358633" cy="243913"/>
          </a:xfrm>
        </p:grpSpPr>
        <p:sp>
          <p:nvSpPr>
            <p:cNvPr id="11334" name="Google Shape;11334;p8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8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8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8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8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8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8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8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8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8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8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86"/>
          <p:cNvGrpSpPr/>
          <p:nvPr/>
        </p:nvGrpSpPr>
        <p:grpSpPr>
          <a:xfrm>
            <a:off x="7964753" y="2295373"/>
            <a:ext cx="362068" cy="258670"/>
            <a:chOff x="7964753" y="2470823"/>
            <a:chExt cx="362068" cy="258670"/>
          </a:xfrm>
        </p:grpSpPr>
        <p:sp>
          <p:nvSpPr>
            <p:cNvPr id="11352" name="Google Shape;11352;p8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8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8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8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8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1" name="Google Shape;11361;p86"/>
          <p:cNvGrpSpPr/>
          <p:nvPr/>
        </p:nvGrpSpPr>
        <p:grpSpPr>
          <a:xfrm>
            <a:off x="7524349" y="2280997"/>
            <a:ext cx="350332" cy="288948"/>
            <a:chOff x="7524349" y="2456447"/>
            <a:chExt cx="350332" cy="288948"/>
          </a:xfrm>
        </p:grpSpPr>
        <p:sp>
          <p:nvSpPr>
            <p:cNvPr id="11362" name="Google Shape;11362;p8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8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8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8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86"/>
          <p:cNvGrpSpPr/>
          <p:nvPr/>
        </p:nvGrpSpPr>
        <p:grpSpPr>
          <a:xfrm>
            <a:off x="3972749" y="2719143"/>
            <a:ext cx="355230" cy="356725"/>
            <a:chOff x="3972749" y="2894211"/>
            <a:chExt cx="355230" cy="356725"/>
          </a:xfrm>
        </p:grpSpPr>
        <p:sp>
          <p:nvSpPr>
            <p:cNvPr id="11368" name="Google Shape;11368;p8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8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8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86"/>
          <p:cNvGrpSpPr/>
          <p:nvPr/>
        </p:nvGrpSpPr>
        <p:grpSpPr>
          <a:xfrm>
            <a:off x="3527797" y="2743553"/>
            <a:ext cx="355993" cy="307904"/>
            <a:chOff x="3527797" y="2918796"/>
            <a:chExt cx="355993" cy="307904"/>
          </a:xfrm>
        </p:grpSpPr>
        <p:sp>
          <p:nvSpPr>
            <p:cNvPr id="11374" name="Google Shape;11374;p8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8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8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8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8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86"/>
          <p:cNvGrpSpPr/>
          <p:nvPr/>
        </p:nvGrpSpPr>
        <p:grpSpPr>
          <a:xfrm>
            <a:off x="3082845" y="2746336"/>
            <a:ext cx="356375" cy="302338"/>
            <a:chOff x="3082845" y="2920959"/>
            <a:chExt cx="356375" cy="302338"/>
          </a:xfrm>
        </p:grpSpPr>
        <p:sp>
          <p:nvSpPr>
            <p:cNvPr id="11385" name="Google Shape;11385;p8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8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7" name="Google Shape;11387;p86"/>
          <p:cNvGrpSpPr/>
          <p:nvPr/>
        </p:nvGrpSpPr>
        <p:grpSpPr>
          <a:xfrm>
            <a:off x="2639038" y="2719699"/>
            <a:ext cx="355612" cy="355612"/>
            <a:chOff x="2639038" y="2894942"/>
            <a:chExt cx="355612" cy="355612"/>
          </a:xfrm>
        </p:grpSpPr>
        <p:sp>
          <p:nvSpPr>
            <p:cNvPr id="11388" name="Google Shape;11388;p8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86"/>
          <p:cNvGrpSpPr/>
          <p:nvPr/>
        </p:nvGrpSpPr>
        <p:grpSpPr>
          <a:xfrm>
            <a:off x="2194468" y="2763622"/>
            <a:ext cx="355993" cy="267766"/>
            <a:chOff x="2194468" y="2938865"/>
            <a:chExt cx="355993" cy="267766"/>
          </a:xfrm>
        </p:grpSpPr>
        <p:sp>
          <p:nvSpPr>
            <p:cNvPr id="11391" name="Google Shape;11391;p8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8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8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8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8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8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86"/>
          <p:cNvGrpSpPr/>
          <p:nvPr/>
        </p:nvGrpSpPr>
        <p:grpSpPr>
          <a:xfrm>
            <a:off x="1749897" y="2719699"/>
            <a:ext cx="355993" cy="355612"/>
            <a:chOff x="1749897" y="2894561"/>
            <a:chExt cx="355993" cy="355612"/>
          </a:xfrm>
        </p:grpSpPr>
        <p:sp>
          <p:nvSpPr>
            <p:cNvPr id="11412" name="Google Shape;11412;p8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8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8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8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86"/>
          <p:cNvGrpSpPr/>
          <p:nvPr/>
        </p:nvGrpSpPr>
        <p:grpSpPr>
          <a:xfrm>
            <a:off x="1305327" y="2718761"/>
            <a:ext cx="357520" cy="357488"/>
            <a:chOff x="1305327" y="2894211"/>
            <a:chExt cx="357520" cy="357488"/>
          </a:xfrm>
        </p:grpSpPr>
        <p:sp>
          <p:nvSpPr>
            <p:cNvPr id="11424" name="Google Shape;11424;p8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8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8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8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9" name="Google Shape;11429;p86"/>
          <p:cNvGrpSpPr/>
          <p:nvPr/>
        </p:nvGrpSpPr>
        <p:grpSpPr>
          <a:xfrm>
            <a:off x="853950" y="2720860"/>
            <a:ext cx="364104" cy="353290"/>
            <a:chOff x="853950" y="2894720"/>
            <a:chExt cx="364104" cy="353290"/>
          </a:xfrm>
        </p:grpSpPr>
        <p:sp>
          <p:nvSpPr>
            <p:cNvPr id="11430" name="Google Shape;11430;p8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8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8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7" name="Google Shape;11437;p86"/>
          <p:cNvGrpSpPr/>
          <p:nvPr/>
        </p:nvGrpSpPr>
        <p:grpSpPr>
          <a:xfrm>
            <a:off x="7066548" y="2737144"/>
            <a:ext cx="352209" cy="334938"/>
            <a:chOff x="7066548" y="2912594"/>
            <a:chExt cx="352209" cy="334938"/>
          </a:xfrm>
        </p:grpSpPr>
        <p:sp>
          <p:nvSpPr>
            <p:cNvPr id="11438" name="Google Shape;11438;p8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8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4" name="Google Shape;11444;p86"/>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6"/>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6" name="Google Shape;11446;p86"/>
          <p:cNvGrpSpPr/>
          <p:nvPr/>
        </p:nvGrpSpPr>
        <p:grpSpPr>
          <a:xfrm>
            <a:off x="7541397" y="2729352"/>
            <a:ext cx="318495" cy="352209"/>
            <a:chOff x="7541397" y="2904802"/>
            <a:chExt cx="318495" cy="352209"/>
          </a:xfrm>
        </p:grpSpPr>
        <p:sp>
          <p:nvSpPr>
            <p:cNvPr id="11447" name="Google Shape;11447;p8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86"/>
          <p:cNvGrpSpPr/>
          <p:nvPr/>
        </p:nvGrpSpPr>
        <p:grpSpPr>
          <a:xfrm>
            <a:off x="8003015" y="2728589"/>
            <a:ext cx="306759" cy="351445"/>
            <a:chOff x="8003015" y="2904039"/>
            <a:chExt cx="306759" cy="351445"/>
          </a:xfrm>
        </p:grpSpPr>
        <p:sp>
          <p:nvSpPr>
            <p:cNvPr id="11450" name="Google Shape;11450;p8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8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8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8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6" name="Google Shape;11456;p86"/>
          <p:cNvGrpSpPr/>
          <p:nvPr/>
        </p:nvGrpSpPr>
        <p:grpSpPr>
          <a:xfrm>
            <a:off x="5687770" y="2710046"/>
            <a:ext cx="369638" cy="369606"/>
            <a:chOff x="5687770" y="2885496"/>
            <a:chExt cx="369638" cy="369606"/>
          </a:xfrm>
        </p:grpSpPr>
        <p:sp>
          <p:nvSpPr>
            <p:cNvPr id="11457" name="Google Shape;11457;p8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8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8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8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8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8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86"/>
          <p:cNvGrpSpPr/>
          <p:nvPr/>
        </p:nvGrpSpPr>
        <p:grpSpPr>
          <a:xfrm>
            <a:off x="4881958" y="2729352"/>
            <a:ext cx="156417" cy="349537"/>
            <a:chOff x="4881958" y="2904802"/>
            <a:chExt cx="156417" cy="349537"/>
          </a:xfrm>
        </p:grpSpPr>
        <p:sp>
          <p:nvSpPr>
            <p:cNvPr id="11468" name="Google Shape;11468;p8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8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8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8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8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5" name="Google Shape;11475;p86"/>
          <p:cNvGrpSpPr/>
          <p:nvPr/>
        </p:nvGrpSpPr>
        <p:grpSpPr>
          <a:xfrm>
            <a:off x="5230318" y="2711064"/>
            <a:ext cx="371133" cy="367443"/>
            <a:chOff x="5230318" y="2886514"/>
            <a:chExt cx="371133" cy="367443"/>
          </a:xfrm>
        </p:grpSpPr>
        <p:sp>
          <p:nvSpPr>
            <p:cNvPr id="11476" name="Google Shape;11476;p8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8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8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8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8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8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86"/>
          <p:cNvGrpSpPr/>
          <p:nvPr/>
        </p:nvGrpSpPr>
        <p:grpSpPr>
          <a:xfrm>
            <a:off x="5748358" y="3259128"/>
            <a:ext cx="352590" cy="182561"/>
            <a:chOff x="5748358" y="3434578"/>
            <a:chExt cx="352590" cy="182561"/>
          </a:xfrm>
        </p:grpSpPr>
        <p:sp>
          <p:nvSpPr>
            <p:cNvPr id="11486" name="Google Shape;11486;p8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8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8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8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86"/>
          <p:cNvGrpSpPr/>
          <p:nvPr/>
        </p:nvGrpSpPr>
        <p:grpSpPr>
          <a:xfrm>
            <a:off x="862283" y="4099321"/>
            <a:ext cx="341204" cy="359301"/>
            <a:chOff x="862283" y="4274771"/>
            <a:chExt cx="341204" cy="359301"/>
          </a:xfrm>
        </p:grpSpPr>
        <p:sp>
          <p:nvSpPr>
            <p:cNvPr id="11493" name="Google Shape;11493;p8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8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8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6" name="Google Shape;11496;p86"/>
          <p:cNvGrpSpPr/>
          <p:nvPr/>
        </p:nvGrpSpPr>
        <p:grpSpPr>
          <a:xfrm>
            <a:off x="1396957" y="4111915"/>
            <a:ext cx="301861" cy="332871"/>
            <a:chOff x="1396957" y="4287365"/>
            <a:chExt cx="301861" cy="332871"/>
          </a:xfrm>
        </p:grpSpPr>
        <p:sp>
          <p:nvSpPr>
            <p:cNvPr id="11497" name="Google Shape;11497;p8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8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8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8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8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8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8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8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8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8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86"/>
          <p:cNvGrpSpPr/>
          <p:nvPr/>
        </p:nvGrpSpPr>
        <p:grpSpPr>
          <a:xfrm>
            <a:off x="1865381" y="4102056"/>
            <a:ext cx="396131" cy="355612"/>
            <a:chOff x="1865381" y="4277506"/>
            <a:chExt cx="396131" cy="355612"/>
          </a:xfrm>
        </p:grpSpPr>
        <p:sp>
          <p:nvSpPr>
            <p:cNvPr id="11513" name="Google Shape;11513;p8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8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8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8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8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9" name="Google Shape;11519;p86"/>
          <p:cNvGrpSpPr/>
          <p:nvPr/>
        </p:nvGrpSpPr>
        <p:grpSpPr>
          <a:xfrm>
            <a:off x="2411823" y="4128549"/>
            <a:ext cx="334398" cy="299953"/>
            <a:chOff x="2411823" y="4303999"/>
            <a:chExt cx="334398" cy="299953"/>
          </a:xfrm>
        </p:grpSpPr>
        <p:sp>
          <p:nvSpPr>
            <p:cNvPr id="11520" name="Google Shape;11520;p8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8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8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8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8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8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8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7" name="Google Shape;11527;p86"/>
          <p:cNvGrpSpPr/>
          <p:nvPr/>
        </p:nvGrpSpPr>
        <p:grpSpPr>
          <a:xfrm>
            <a:off x="2903337" y="4103582"/>
            <a:ext cx="382519" cy="350682"/>
            <a:chOff x="2903337" y="4279032"/>
            <a:chExt cx="382519" cy="350682"/>
          </a:xfrm>
        </p:grpSpPr>
        <p:sp>
          <p:nvSpPr>
            <p:cNvPr id="11528" name="Google Shape;11528;p8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8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8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8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8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8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8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8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8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8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8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8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86"/>
          <p:cNvGrpSpPr/>
          <p:nvPr/>
        </p:nvGrpSpPr>
        <p:grpSpPr>
          <a:xfrm>
            <a:off x="3933342" y="4140317"/>
            <a:ext cx="383632" cy="276449"/>
            <a:chOff x="3933342" y="4315767"/>
            <a:chExt cx="383632" cy="276449"/>
          </a:xfrm>
        </p:grpSpPr>
        <p:sp>
          <p:nvSpPr>
            <p:cNvPr id="11544" name="Google Shape;11544;p8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8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8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8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0" name="Google Shape;11550;p86"/>
          <p:cNvGrpSpPr/>
          <p:nvPr/>
        </p:nvGrpSpPr>
        <p:grpSpPr>
          <a:xfrm>
            <a:off x="3441065" y="4127055"/>
            <a:ext cx="337069" cy="302593"/>
            <a:chOff x="3441065" y="4302505"/>
            <a:chExt cx="337069" cy="302593"/>
          </a:xfrm>
        </p:grpSpPr>
        <p:sp>
          <p:nvSpPr>
            <p:cNvPr id="11551" name="Google Shape;11551;p8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8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8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8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8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8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8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8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4" name="Google Shape;11564;p86"/>
          <p:cNvGrpSpPr/>
          <p:nvPr/>
        </p:nvGrpSpPr>
        <p:grpSpPr>
          <a:xfrm>
            <a:off x="3532345" y="3187185"/>
            <a:ext cx="339328" cy="336274"/>
            <a:chOff x="3532345" y="3362635"/>
            <a:chExt cx="339328" cy="336274"/>
          </a:xfrm>
        </p:grpSpPr>
        <p:sp>
          <p:nvSpPr>
            <p:cNvPr id="11565" name="Google Shape;11565;p8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8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0" name="Google Shape;11570;p86"/>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1" name="Google Shape;11571;p86"/>
          <p:cNvGrpSpPr/>
          <p:nvPr/>
        </p:nvGrpSpPr>
        <p:grpSpPr>
          <a:xfrm>
            <a:off x="1883955" y="3633250"/>
            <a:ext cx="162873" cy="351445"/>
            <a:chOff x="1883955" y="3808700"/>
            <a:chExt cx="162873" cy="351445"/>
          </a:xfrm>
        </p:grpSpPr>
        <p:sp>
          <p:nvSpPr>
            <p:cNvPr id="11572" name="Google Shape;11572;p8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86"/>
          <p:cNvGrpSpPr/>
          <p:nvPr/>
        </p:nvGrpSpPr>
        <p:grpSpPr>
          <a:xfrm>
            <a:off x="939156" y="3633759"/>
            <a:ext cx="192007" cy="351318"/>
            <a:chOff x="939156" y="3809209"/>
            <a:chExt cx="192007" cy="351318"/>
          </a:xfrm>
        </p:grpSpPr>
        <p:sp>
          <p:nvSpPr>
            <p:cNvPr id="11575" name="Google Shape;11575;p8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8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86"/>
          <p:cNvGrpSpPr/>
          <p:nvPr/>
        </p:nvGrpSpPr>
        <p:grpSpPr>
          <a:xfrm>
            <a:off x="2306167" y="3634395"/>
            <a:ext cx="193915" cy="349155"/>
            <a:chOff x="2306167" y="3809845"/>
            <a:chExt cx="193915" cy="349155"/>
          </a:xfrm>
        </p:grpSpPr>
        <p:sp>
          <p:nvSpPr>
            <p:cNvPr id="11578" name="Google Shape;11578;p8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8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8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8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8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8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86"/>
          <p:cNvGrpSpPr/>
          <p:nvPr/>
        </p:nvGrpSpPr>
        <p:grpSpPr>
          <a:xfrm>
            <a:off x="1323901" y="3631723"/>
            <a:ext cx="356343" cy="356757"/>
            <a:chOff x="1323901" y="3807173"/>
            <a:chExt cx="356343" cy="356757"/>
          </a:xfrm>
        </p:grpSpPr>
        <p:sp>
          <p:nvSpPr>
            <p:cNvPr id="11586" name="Google Shape;11586;p8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8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8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8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8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8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8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8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8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8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8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8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8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8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8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8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0" name="Google Shape;11610;p86"/>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1" name="Google Shape;11611;p86"/>
          <p:cNvGrpSpPr/>
          <p:nvPr/>
        </p:nvGrpSpPr>
        <p:grpSpPr>
          <a:xfrm>
            <a:off x="859262" y="3178470"/>
            <a:ext cx="306759" cy="351445"/>
            <a:chOff x="859262" y="3353920"/>
            <a:chExt cx="306759" cy="351445"/>
          </a:xfrm>
        </p:grpSpPr>
        <p:sp>
          <p:nvSpPr>
            <p:cNvPr id="11612" name="Google Shape;11612;p8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8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7" name="Google Shape;11617;p86"/>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8" name="Google Shape;11618;p86"/>
          <p:cNvGrpSpPr/>
          <p:nvPr/>
        </p:nvGrpSpPr>
        <p:grpSpPr>
          <a:xfrm>
            <a:off x="3967437" y="3661652"/>
            <a:ext cx="364708" cy="295405"/>
            <a:chOff x="3967437" y="3837102"/>
            <a:chExt cx="364708" cy="295405"/>
          </a:xfrm>
        </p:grpSpPr>
        <p:sp>
          <p:nvSpPr>
            <p:cNvPr id="11619" name="Google Shape;11619;p8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8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8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8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4" name="Google Shape;11624;p86"/>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86"/>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86"/>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7" name="Google Shape;11627;p86"/>
          <p:cNvGrpSpPr/>
          <p:nvPr/>
        </p:nvGrpSpPr>
        <p:grpSpPr>
          <a:xfrm>
            <a:off x="5811827" y="3631001"/>
            <a:ext cx="283743" cy="308444"/>
            <a:chOff x="5964227" y="3858701"/>
            <a:chExt cx="283743" cy="308444"/>
          </a:xfrm>
        </p:grpSpPr>
        <p:sp>
          <p:nvSpPr>
            <p:cNvPr id="11628" name="Google Shape;11628;p8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8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8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2" name="Google Shape;11632;p86"/>
          <p:cNvGrpSpPr/>
          <p:nvPr/>
        </p:nvGrpSpPr>
        <p:grpSpPr>
          <a:xfrm>
            <a:off x="6243508" y="3697623"/>
            <a:ext cx="320372" cy="213602"/>
            <a:chOff x="6395908" y="3873073"/>
            <a:chExt cx="320372" cy="213602"/>
          </a:xfrm>
        </p:grpSpPr>
        <p:sp>
          <p:nvSpPr>
            <p:cNvPr id="11633" name="Google Shape;11633;p8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8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8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8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8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8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8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8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86"/>
          <p:cNvGrpSpPr/>
          <p:nvPr/>
        </p:nvGrpSpPr>
        <p:grpSpPr>
          <a:xfrm>
            <a:off x="7262890" y="3627366"/>
            <a:ext cx="357138" cy="352018"/>
            <a:chOff x="7415290" y="3802816"/>
            <a:chExt cx="357138" cy="352018"/>
          </a:xfrm>
        </p:grpSpPr>
        <p:sp>
          <p:nvSpPr>
            <p:cNvPr id="11644" name="Google Shape;11644;p8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8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8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8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8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8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8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8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2" name="Google Shape;11652;p86"/>
          <p:cNvGrpSpPr/>
          <p:nvPr/>
        </p:nvGrpSpPr>
        <p:grpSpPr>
          <a:xfrm>
            <a:off x="6737312" y="3657963"/>
            <a:ext cx="355230" cy="293401"/>
            <a:chOff x="6889712" y="3833413"/>
            <a:chExt cx="355230" cy="293401"/>
          </a:xfrm>
        </p:grpSpPr>
        <p:sp>
          <p:nvSpPr>
            <p:cNvPr id="11653" name="Google Shape;11653;p8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8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8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8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8" name="Google Shape;11658;p86"/>
          <p:cNvGrpSpPr/>
          <p:nvPr/>
        </p:nvGrpSpPr>
        <p:grpSpPr>
          <a:xfrm>
            <a:off x="7707152" y="3660420"/>
            <a:ext cx="282318" cy="337168"/>
            <a:chOff x="1635875" y="237775"/>
            <a:chExt cx="4370250" cy="5219325"/>
          </a:xfrm>
        </p:grpSpPr>
        <p:sp>
          <p:nvSpPr>
            <p:cNvPr id="11659" name="Google Shape;11659;p8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8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1" name="Google Shape;11661;p86"/>
          <p:cNvGrpSpPr/>
          <p:nvPr/>
        </p:nvGrpSpPr>
        <p:grpSpPr>
          <a:xfrm>
            <a:off x="3103963" y="3185690"/>
            <a:ext cx="297886" cy="337578"/>
            <a:chOff x="3103963" y="3361140"/>
            <a:chExt cx="297886" cy="337578"/>
          </a:xfrm>
        </p:grpSpPr>
        <p:sp>
          <p:nvSpPr>
            <p:cNvPr id="11662" name="Google Shape;11662;p8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8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8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8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8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8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8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8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8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8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8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8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8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8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8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8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6" name="Google Shape;11686;p86"/>
          <p:cNvGrpSpPr/>
          <p:nvPr/>
        </p:nvGrpSpPr>
        <p:grpSpPr>
          <a:xfrm>
            <a:off x="2667821" y="3185658"/>
            <a:ext cx="273046" cy="337801"/>
            <a:chOff x="2667821" y="3361108"/>
            <a:chExt cx="273046" cy="337801"/>
          </a:xfrm>
        </p:grpSpPr>
        <p:sp>
          <p:nvSpPr>
            <p:cNvPr id="11687" name="Google Shape;11687;p8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8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8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8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8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8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8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8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8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8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6" name="Google Shape;11706;p86"/>
          <p:cNvGrpSpPr/>
          <p:nvPr/>
        </p:nvGrpSpPr>
        <p:grpSpPr>
          <a:xfrm>
            <a:off x="2212469" y="3184863"/>
            <a:ext cx="282715" cy="338660"/>
            <a:chOff x="2212469" y="3360313"/>
            <a:chExt cx="282715" cy="338660"/>
          </a:xfrm>
        </p:grpSpPr>
        <p:sp>
          <p:nvSpPr>
            <p:cNvPr id="11707" name="Google Shape;11707;p8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86"/>
          <p:cNvGrpSpPr/>
          <p:nvPr/>
        </p:nvGrpSpPr>
        <p:grpSpPr>
          <a:xfrm>
            <a:off x="1768821" y="3185658"/>
            <a:ext cx="278739" cy="339073"/>
            <a:chOff x="1768821" y="3361108"/>
            <a:chExt cx="278739" cy="339073"/>
          </a:xfrm>
        </p:grpSpPr>
        <p:sp>
          <p:nvSpPr>
            <p:cNvPr id="11711" name="Google Shape;11711;p8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8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8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8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8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8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86"/>
          <p:cNvGrpSpPr/>
          <p:nvPr/>
        </p:nvGrpSpPr>
        <p:grpSpPr>
          <a:xfrm>
            <a:off x="5337883" y="3161423"/>
            <a:ext cx="307141" cy="376826"/>
            <a:chOff x="5337883" y="3336873"/>
            <a:chExt cx="307141" cy="376826"/>
          </a:xfrm>
        </p:grpSpPr>
        <p:sp>
          <p:nvSpPr>
            <p:cNvPr id="11723" name="Google Shape;11723;p8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5" name="Google Shape;11725;p86"/>
          <p:cNvGrpSpPr/>
          <p:nvPr/>
        </p:nvGrpSpPr>
        <p:grpSpPr>
          <a:xfrm>
            <a:off x="4883835" y="3161805"/>
            <a:ext cx="323425" cy="377557"/>
            <a:chOff x="4883835" y="3337255"/>
            <a:chExt cx="323425" cy="377557"/>
          </a:xfrm>
        </p:grpSpPr>
        <p:sp>
          <p:nvSpPr>
            <p:cNvPr id="11726" name="Google Shape;11726;p8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8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9" name="Google Shape;11729;p86"/>
          <p:cNvGrpSpPr/>
          <p:nvPr/>
        </p:nvGrpSpPr>
        <p:grpSpPr>
          <a:xfrm>
            <a:off x="6193310" y="3231839"/>
            <a:ext cx="352590" cy="237488"/>
            <a:chOff x="6193310" y="3407289"/>
            <a:chExt cx="352590" cy="237488"/>
          </a:xfrm>
        </p:grpSpPr>
        <p:sp>
          <p:nvSpPr>
            <p:cNvPr id="11730" name="Google Shape;11730;p8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8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86"/>
          <p:cNvGrpSpPr/>
          <p:nvPr/>
        </p:nvGrpSpPr>
        <p:grpSpPr>
          <a:xfrm>
            <a:off x="6637117" y="3222393"/>
            <a:ext cx="353735" cy="254504"/>
            <a:chOff x="6637117" y="3397843"/>
            <a:chExt cx="353735" cy="254504"/>
          </a:xfrm>
        </p:grpSpPr>
        <p:sp>
          <p:nvSpPr>
            <p:cNvPr id="11736" name="Google Shape;11736;p8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8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2" name="Google Shape;11742;p86"/>
          <p:cNvGrpSpPr/>
          <p:nvPr/>
        </p:nvGrpSpPr>
        <p:grpSpPr>
          <a:xfrm>
            <a:off x="7075994" y="3174081"/>
            <a:ext cx="360637" cy="352336"/>
            <a:chOff x="7075994" y="3349531"/>
            <a:chExt cx="360637" cy="352336"/>
          </a:xfrm>
        </p:grpSpPr>
        <p:sp>
          <p:nvSpPr>
            <p:cNvPr id="11743" name="Google Shape;11743;p8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0" name="Google Shape;11750;p86"/>
          <p:cNvGrpSpPr/>
          <p:nvPr/>
        </p:nvGrpSpPr>
        <p:grpSpPr>
          <a:xfrm>
            <a:off x="7651983" y="3173731"/>
            <a:ext cx="107183" cy="352399"/>
            <a:chOff x="7651983" y="3349181"/>
            <a:chExt cx="107183" cy="352399"/>
          </a:xfrm>
        </p:grpSpPr>
        <p:sp>
          <p:nvSpPr>
            <p:cNvPr id="11751" name="Google Shape;11751;p8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8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86"/>
          <p:cNvGrpSpPr/>
          <p:nvPr/>
        </p:nvGrpSpPr>
        <p:grpSpPr>
          <a:xfrm>
            <a:off x="7973468" y="3206872"/>
            <a:ext cx="352590" cy="287072"/>
            <a:chOff x="7973468" y="3382322"/>
            <a:chExt cx="352590" cy="287072"/>
          </a:xfrm>
        </p:grpSpPr>
        <p:sp>
          <p:nvSpPr>
            <p:cNvPr id="11754" name="Google Shape;11754;p8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8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8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8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8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8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8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8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6" name="Google Shape;11766;p86"/>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67" name="Google Shape;11767;p86"/>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71"/>
        <p:cNvGrpSpPr/>
        <p:nvPr/>
      </p:nvGrpSpPr>
      <p:grpSpPr>
        <a:xfrm>
          <a:off x="0" y="0"/>
          <a:ext cx="0" cy="0"/>
          <a:chOff x="0" y="0"/>
          <a:chExt cx="0" cy="0"/>
        </a:xfrm>
      </p:grpSpPr>
      <p:grpSp>
        <p:nvGrpSpPr>
          <p:cNvPr id="11772" name="Google Shape;11772;p87"/>
          <p:cNvGrpSpPr/>
          <p:nvPr/>
        </p:nvGrpSpPr>
        <p:grpSpPr>
          <a:xfrm>
            <a:off x="821808" y="1576858"/>
            <a:ext cx="347872" cy="347488"/>
            <a:chOff x="849677" y="1500658"/>
            <a:chExt cx="347872" cy="347488"/>
          </a:xfrm>
        </p:grpSpPr>
        <p:sp>
          <p:nvSpPr>
            <p:cNvPr id="11773" name="Google Shape;11773;p8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8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8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87"/>
          <p:cNvGrpSpPr/>
          <p:nvPr/>
        </p:nvGrpSpPr>
        <p:grpSpPr>
          <a:xfrm>
            <a:off x="1387984" y="1576858"/>
            <a:ext cx="315872" cy="347488"/>
            <a:chOff x="1415853" y="1500658"/>
            <a:chExt cx="315872" cy="347488"/>
          </a:xfrm>
        </p:grpSpPr>
        <p:sp>
          <p:nvSpPr>
            <p:cNvPr id="11780" name="Google Shape;11780;p8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4" name="Google Shape;11784;p87"/>
          <p:cNvGrpSpPr/>
          <p:nvPr/>
        </p:nvGrpSpPr>
        <p:grpSpPr>
          <a:xfrm>
            <a:off x="4669520" y="1576858"/>
            <a:ext cx="347520" cy="347104"/>
            <a:chOff x="4697389" y="1500658"/>
            <a:chExt cx="347520" cy="347104"/>
          </a:xfrm>
        </p:grpSpPr>
        <p:sp>
          <p:nvSpPr>
            <p:cNvPr id="11785" name="Google Shape;11785;p8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8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8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8" name="Google Shape;11788;p87"/>
          <p:cNvGrpSpPr/>
          <p:nvPr/>
        </p:nvGrpSpPr>
        <p:grpSpPr>
          <a:xfrm>
            <a:off x="3575664" y="2041146"/>
            <a:ext cx="347520" cy="353760"/>
            <a:chOff x="3603533" y="1964946"/>
            <a:chExt cx="347520" cy="353760"/>
          </a:xfrm>
        </p:grpSpPr>
        <p:sp>
          <p:nvSpPr>
            <p:cNvPr id="11789" name="Google Shape;11789;p8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8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8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2" name="Google Shape;11792;p87"/>
          <p:cNvGrpSpPr/>
          <p:nvPr/>
        </p:nvGrpSpPr>
        <p:grpSpPr>
          <a:xfrm>
            <a:off x="1922896" y="2040538"/>
            <a:ext cx="357792" cy="352448"/>
            <a:chOff x="1950765" y="1964338"/>
            <a:chExt cx="357792" cy="352448"/>
          </a:xfrm>
        </p:grpSpPr>
        <p:sp>
          <p:nvSpPr>
            <p:cNvPr id="11793" name="Google Shape;11793;p8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8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8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8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87"/>
          <p:cNvGrpSpPr/>
          <p:nvPr/>
        </p:nvGrpSpPr>
        <p:grpSpPr>
          <a:xfrm>
            <a:off x="7407760" y="2040890"/>
            <a:ext cx="367712" cy="353248"/>
            <a:chOff x="7435629" y="1964690"/>
            <a:chExt cx="367712" cy="353248"/>
          </a:xfrm>
        </p:grpSpPr>
        <p:sp>
          <p:nvSpPr>
            <p:cNvPr id="11798" name="Google Shape;11798;p8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8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2" name="Google Shape;11802;p87"/>
          <p:cNvGrpSpPr/>
          <p:nvPr/>
        </p:nvGrpSpPr>
        <p:grpSpPr>
          <a:xfrm>
            <a:off x="2484880" y="2041242"/>
            <a:ext cx="333024" cy="352896"/>
            <a:chOff x="2512749" y="1965042"/>
            <a:chExt cx="333024" cy="352896"/>
          </a:xfrm>
        </p:grpSpPr>
        <p:sp>
          <p:nvSpPr>
            <p:cNvPr id="11803" name="Google Shape;11803;p8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8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8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87"/>
          <p:cNvGrpSpPr/>
          <p:nvPr/>
        </p:nvGrpSpPr>
        <p:grpSpPr>
          <a:xfrm>
            <a:off x="1370448" y="2057978"/>
            <a:ext cx="365792" cy="335392"/>
            <a:chOff x="1398317" y="1981778"/>
            <a:chExt cx="365792" cy="335392"/>
          </a:xfrm>
        </p:grpSpPr>
        <p:sp>
          <p:nvSpPr>
            <p:cNvPr id="11809" name="Google Shape;11809;p8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8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8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8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5" name="Google Shape;11815;p87"/>
          <p:cNvGrpSpPr/>
          <p:nvPr/>
        </p:nvGrpSpPr>
        <p:grpSpPr>
          <a:xfrm>
            <a:off x="3024368" y="2079770"/>
            <a:ext cx="353600" cy="314752"/>
            <a:chOff x="3052237" y="2003570"/>
            <a:chExt cx="353600" cy="314752"/>
          </a:xfrm>
        </p:grpSpPr>
        <p:sp>
          <p:nvSpPr>
            <p:cNvPr id="11816" name="Google Shape;11816;p8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9" name="Google Shape;11819;p87"/>
          <p:cNvGrpSpPr/>
          <p:nvPr/>
        </p:nvGrpSpPr>
        <p:grpSpPr>
          <a:xfrm>
            <a:off x="1376144" y="3034266"/>
            <a:ext cx="368096" cy="223968"/>
            <a:chOff x="1404013" y="2958066"/>
            <a:chExt cx="368096" cy="223968"/>
          </a:xfrm>
        </p:grpSpPr>
        <p:sp>
          <p:nvSpPr>
            <p:cNvPr id="11820" name="Google Shape;11820;p8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2" name="Google Shape;11822;p87"/>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87"/>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24" name="Google Shape;11824;p87"/>
          <p:cNvGrpSpPr/>
          <p:nvPr/>
        </p:nvGrpSpPr>
        <p:grpSpPr>
          <a:xfrm>
            <a:off x="1923280" y="2961402"/>
            <a:ext cx="370368" cy="367328"/>
            <a:chOff x="1951149" y="2885202"/>
            <a:chExt cx="370368" cy="367328"/>
          </a:xfrm>
        </p:grpSpPr>
        <p:sp>
          <p:nvSpPr>
            <p:cNvPr id="11825" name="Google Shape;11825;p8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8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8" name="Google Shape;11828;p87"/>
          <p:cNvGrpSpPr/>
          <p:nvPr/>
        </p:nvGrpSpPr>
        <p:grpSpPr>
          <a:xfrm>
            <a:off x="2473808" y="2982362"/>
            <a:ext cx="367328" cy="327296"/>
            <a:chOff x="2501677" y="2906162"/>
            <a:chExt cx="367328" cy="327296"/>
          </a:xfrm>
        </p:grpSpPr>
        <p:sp>
          <p:nvSpPr>
            <p:cNvPr id="11829" name="Google Shape;11829;p8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8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2" name="Google Shape;11832;p87"/>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3" name="Google Shape;11833;p87"/>
          <p:cNvGrpSpPr/>
          <p:nvPr/>
        </p:nvGrpSpPr>
        <p:grpSpPr>
          <a:xfrm>
            <a:off x="3022448" y="2969914"/>
            <a:ext cx="367712" cy="354240"/>
            <a:chOff x="3050317" y="2893714"/>
            <a:chExt cx="367712" cy="354240"/>
          </a:xfrm>
        </p:grpSpPr>
        <p:sp>
          <p:nvSpPr>
            <p:cNvPr id="11834" name="Google Shape;11834;p8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8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6" name="Google Shape;11836;p87"/>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7"/>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8" name="Google Shape;11838;p87"/>
          <p:cNvGrpSpPr/>
          <p:nvPr/>
        </p:nvGrpSpPr>
        <p:grpSpPr>
          <a:xfrm>
            <a:off x="7503408" y="2962554"/>
            <a:ext cx="185184" cy="367296"/>
            <a:chOff x="7531277" y="2886354"/>
            <a:chExt cx="185184" cy="367296"/>
          </a:xfrm>
        </p:grpSpPr>
        <p:sp>
          <p:nvSpPr>
            <p:cNvPr id="11839" name="Google Shape;11839;p8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8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2" name="Google Shape;11842;p87"/>
          <p:cNvGrpSpPr/>
          <p:nvPr/>
        </p:nvGrpSpPr>
        <p:grpSpPr>
          <a:xfrm>
            <a:off x="6898768" y="2962938"/>
            <a:ext cx="297184" cy="367296"/>
            <a:chOff x="6926637" y="2886738"/>
            <a:chExt cx="297184" cy="367296"/>
          </a:xfrm>
        </p:grpSpPr>
        <p:sp>
          <p:nvSpPr>
            <p:cNvPr id="11843" name="Google Shape;11843;p8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6" name="Google Shape;11846;p87"/>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7"/>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8" name="Google Shape;11848;p87"/>
          <p:cNvGrpSpPr/>
          <p:nvPr/>
        </p:nvGrpSpPr>
        <p:grpSpPr>
          <a:xfrm>
            <a:off x="6312784" y="2962554"/>
            <a:ext cx="370368" cy="368064"/>
            <a:chOff x="6340653" y="2886354"/>
            <a:chExt cx="370368" cy="368064"/>
          </a:xfrm>
        </p:grpSpPr>
        <p:sp>
          <p:nvSpPr>
            <p:cNvPr id="11849" name="Google Shape;11849;p8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5" name="Google Shape;11855;p87"/>
          <p:cNvGrpSpPr/>
          <p:nvPr/>
        </p:nvGrpSpPr>
        <p:grpSpPr>
          <a:xfrm>
            <a:off x="5218928" y="2057626"/>
            <a:ext cx="354752" cy="336512"/>
            <a:chOff x="5246797" y="1981426"/>
            <a:chExt cx="354752" cy="336512"/>
          </a:xfrm>
        </p:grpSpPr>
        <p:sp>
          <p:nvSpPr>
            <p:cNvPr id="11856" name="Google Shape;11856;p8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8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87"/>
          <p:cNvGrpSpPr/>
          <p:nvPr/>
        </p:nvGrpSpPr>
        <p:grpSpPr>
          <a:xfrm>
            <a:off x="4120880" y="2178266"/>
            <a:ext cx="355136" cy="216256"/>
            <a:chOff x="4148749" y="2102066"/>
            <a:chExt cx="355136" cy="216256"/>
          </a:xfrm>
        </p:grpSpPr>
        <p:sp>
          <p:nvSpPr>
            <p:cNvPr id="11859" name="Google Shape;11859;p8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87"/>
          <p:cNvGrpSpPr/>
          <p:nvPr/>
        </p:nvGrpSpPr>
        <p:grpSpPr>
          <a:xfrm>
            <a:off x="5766800" y="2077626"/>
            <a:ext cx="354752" cy="315360"/>
            <a:chOff x="5794669" y="2001426"/>
            <a:chExt cx="354752" cy="315360"/>
          </a:xfrm>
        </p:grpSpPr>
        <p:sp>
          <p:nvSpPr>
            <p:cNvPr id="11862" name="Google Shape;11862;p8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87"/>
          <p:cNvGrpSpPr/>
          <p:nvPr/>
        </p:nvGrpSpPr>
        <p:grpSpPr>
          <a:xfrm>
            <a:off x="6317360" y="2106042"/>
            <a:ext cx="352832" cy="289216"/>
            <a:chOff x="6345229" y="2029842"/>
            <a:chExt cx="352832" cy="289216"/>
          </a:xfrm>
        </p:grpSpPr>
        <p:sp>
          <p:nvSpPr>
            <p:cNvPr id="11865" name="Google Shape;11865;p8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7" name="Google Shape;11867;p87"/>
          <p:cNvGrpSpPr/>
          <p:nvPr/>
        </p:nvGrpSpPr>
        <p:grpSpPr>
          <a:xfrm>
            <a:off x="4669520" y="2112538"/>
            <a:ext cx="354752" cy="281984"/>
            <a:chOff x="4697389" y="2036338"/>
            <a:chExt cx="354752" cy="281984"/>
          </a:xfrm>
        </p:grpSpPr>
        <p:sp>
          <p:nvSpPr>
            <p:cNvPr id="11868" name="Google Shape;11868;p8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0" name="Google Shape;11870;p87"/>
          <p:cNvGrpSpPr/>
          <p:nvPr/>
        </p:nvGrpSpPr>
        <p:grpSpPr>
          <a:xfrm>
            <a:off x="1376144" y="2500954"/>
            <a:ext cx="353600" cy="354944"/>
            <a:chOff x="1404013" y="2424754"/>
            <a:chExt cx="353600" cy="354944"/>
          </a:xfrm>
        </p:grpSpPr>
        <p:sp>
          <p:nvSpPr>
            <p:cNvPr id="11871" name="Google Shape;11871;p8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6" name="Google Shape;11876;p87"/>
          <p:cNvGrpSpPr/>
          <p:nvPr/>
        </p:nvGrpSpPr>
        <p:grpSpPr>
          <a:xfrm>
            <a:off x="826384" y="2504474"/>
            <a:ext cx="355104" cy="351040"/>
            <a:chOff x="854253" y="2428274"/>
            <a:chExt cx="355104" cy="351040"/>
          </a:xfrm>
        </p:grpSpPr>
        <p:sp>
          <p:nvSpPr>
            <p:cNvPr id="11877" name="Google Shape;11877;p8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8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9" name="Google Shape;11879;p87"/>
          <p:cNvGrpSpPr/>
          <p:nvPr/>
        </p:nvGrpSpPr>
        <p:grpSpPr>
          <a:xfrm>
            <a:off x="6869040" y="2517146"/>
            <a:ext cx="354752" cy="275904"/>
            <a:chOff x="6896909" y="2440946"/>
            <a:chExt cx="354752" cy="275904"/>
          </a:xfrm>
        </p:grpSpPr>
        <p:sp>
          <p:nvSpPr>
            <p:cNvPr id="11880" name="Google Shape;11880;p8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8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2" name="Google Shape;11882;p87"/>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3" name="Google Shape;11883;p87"/>
          <p:cNvGrpSpPr/>
          <p:nvPr/>
        </p:nvGrpSpPr>
        <p:grpSpPr>
          <a:xfrm>
            <a:off x="5237200" y="2500954"/>
            <a:ext cx="321984" cy="354560"/>
            <a:chOff x="5265069" y="2424754"/>
            <a:chExt cx="321984" cy="354560"/>
          </a:xfrm>
        </p:grpSpPr>
        <p:sp>
          <p:nvSpPr>
            <p:cNvPr id="11884" name="Google Shape;11884;p8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6" name="Google Shape;11886;p87"/>
          <p:cNvGrpSpPr/>
          <p:nvPr/>
        </p:nvGrpSpPr>
        <p:grpSpPr>
          <a:xfrm>
            <a:off x="4122800" y="2542970"/>
            <a:ext cx="355104" cy="259584"/>
            <a:chOff x="4150669" y="2466770"/>
            <a:chExt cx="355104" cy="259584"/>
          </a:xfrm>
        </p:grpSpPr>
        <p:sp>
          <p:nvSpPr>
            <p:cNvPr id="11887" name="Google Shape;11887;p8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87"/>
          <p:cNvGrpSpPr/>
          <p:nvPr/>
        </p:nvGrpSpPr>
        <p:grpSpPr>
          <a:xfrm>
            <a:off x="4671824" y="2501146"/>
            <a:ext cx="354336" cy="353984"/>
            <a:chOff x="4699693" y="2424946"/>
            <a:chExt cx="354336" cy="353984"/>
          </a:xfrm>
        </p:grpSpPr>
        <p:sp>
          <p:nvSpPr>
            <p:cNvPr id="11892" name="Google Shape;11892;p8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4" name="Google Shape;11894;p87"/>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7"/>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6" name="Google Shape;11896;p87"/>
          <p:cNvGrpSpPr/>
          <p:nvPr/>
        </p:nvGrpSpPr>
        <p:grpSpPr>
          <a:xfrm>
            <a:off x="1925168" y="2628442"/>
            <a:ext cx="355136" cy="227072"/>
            <a:chOff x="1953037" y="2552242"/>
            <a:chExt cx="355136" cy="227072"/>
          </a:xfrm>
        </p:grpSpPr>
        <p:sp>
          <p:nvSpPr>
            <p:cNvPr id="11897" name="Google Shape;11897;p8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9" name="Google Shape;11899;p87"/>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0" name="Google Shape;11900;p87"/>
          <p:cNvGrpSpPr/>
          <p:nvPr/>
        </p:nvGrpSpPr>
        <p:grpSpPr>
          <a:xfrm>
            <a:off x="2473072" y="2603418"/>
            <a:ext cx="355104" cy="250944"/>
            <a:chOff x="2500941" y="2527218"/>
            <a:chExt cx="355104" cy="250944"/>
          </a:xfrm>
        </p:grpSpPr>
        <p:sp>
          <p:nvSpPr>
            <p:cNvPr id="11901" name="Google Shape;11901;p8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6" name="Google Shape;11906;p87"/>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87"/>
          <p:cNvGrpSpPr/>
          <p:nvPr/>
        </p:nvGrpSpPr>
        <p:grpSpPr>
          <a:xfrm>
            <a:off x="7965936" y="2503322"/>
            <a:ext cx="356256" cy="351808"/>
            <a:chOff x="7993805" y="2427122"/>
            <a:chExt cx="356256" cy="351808"/>
          </a:xfrm>
        </p:grpSpPr>
        <p:sp>
          <p:nvSpPr>
            <p:cNvPr id="11908" name="Google Shape;11908;p8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8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1" name="Google Shape;11911;p87"/>
          <p:cNvGrpSpPr/>
          <p:nvPr/>
        </p:nvGrpSpPr>
        <p:grpSpPr>
          <a:xfrm>
            <a:off x="850768" y="2041210"/>
            <a:ext cx="308640" cy="353312"/>
            <a:chOff x="878637" y="1965010"/>
            <a:chExt cx="308640" cy="353312"/>
          </a:xfrm>
        </p:grpSpPr>
        <p:sp>
          <p:nvSpPr>
            <p:cNvPr id="11912" name="Google Shape;11912;p8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8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8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5" name="Google Shape;11915;p87"/>
          <p:cNvGrpSpPr/>
          <p:nvPr/>
        </p:nvGrpSpPr>
        <p:grpSpPr>
          <a:xfrm>
            <a:off x="6868272" y="2040922"/>
            <a:ext cx="348256" cy="352448"/>
            <a:chOff x="6896141" y="1964722"/>
            <a:chExt cx="348256" cy="352448"/>
          </a:xfrm>
        </p:grpSpPr>
        <p:sp>
          <p:nvSpPr>
            <p:cNvPr id="11916" name="Google Shape;11916;p8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8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8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87"/>
          <p:cNvGrpSpPr/>
          <p:nvPr/>
        </p:nvGrpSpPr>
        <p:grpSpPr>
          <a:xfrm>
            <a:off x="7962128" y="2091578"/>
            <a:ext cx="355136" cy="303328"/>
            <a:chOff x="7989997" y="2015378"/>
            <a:chExt cx="355136" cy="303328"/>
          </a:xfrm>
        </p:grpSpPr>
        <p:sp>
          <p:nvSpPr>
            <p:cNvPr id="11920" name="Google Shape;11920;p8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3" name="Google Shape;11923;p87"/>
          <p:cNvGrpSpPr/>
          <p:nvPr/>
        </p:nvGrpSpPr>
        <p:grpSpPr>
          <a:xfrm>
            <a:off x="3570352" y="1585562"/>
            <a:ext cx="348640" cy="330784"/>
            <a:chOff x="3598221" y="1509362"/>
            <a:chExt cx="348640" cy="330784"/>
          </a:xfrm>
        </p:grpSpPr>
        <p:sp>
          <p:nvSpPr>
            <p:cNvPr id="11924" name="Google Shape;11924;p8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87"/>
          <p:cNvGrpSpPr/>
          <p:nvPr/>
        </p:nvGrpSpPr>
        <p:grpSpPr>
          <a:xfrm>
            <a:off x="5218928" y="1576858"/>
            <a:ext cx="347872" cy="347488"/>
            <a:chOff x="5246797" y="1500658"/>
            <a:chExt cx="347872" cy="347488"/>
          </a:xfrm>
        </p:grpSpPr>
        <p:sp>
          <p:nvSpPr>
            <p:cNvPr id="11929" name="Google Shape;11929;p8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87"/>
          <p:cNvGrpSpPr/>
          <p:nvPr/>
        </p:nvGrpSpPr>
        <p:grpSpPr>
          <a:xfrm>
            <a:off x="5768720" y="1576858"/>
            <a:ext cx="349024" cy="346752"/>
            <a:chOff x="5796589" y="1500658"/>
            <a:chExt cx="349024" cy="346752"/>
          </a:xfrm>
        </p:grpSpPr>
        <p:sp>
          <p:nvSpPr>
            <p:cNvPr id="11934" name="Google Shape;11934;p8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5" name="Google Shape;11935;p87"/>
            <p:cNvGrpSpPr/>
            <p:nvPr/>
          </p:nvGrpSpPr>
          <p:grpSpPr>
            <a:xfrm>
              <a:off x="5796589" y="1500658"/>
              <a:ext cx="349024" cy="346752"/>
              <a:chOff x="5796589" y="1500658"/>
              <a:chExt cx="349024" cy="346752"/>
            </a:xfrm>
          </p:grpSpPr>
          <p:sp>
            <p:nvSpPr>
              <p:cNvPr id="11936" name="Google Shape;11936;p8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8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40" name="Google Shape;11940;p87"/>
          <p:cNvGrpSpPr/>
          <p:nvPr/>
        </p:nvGrpSpPr>
        <p:grpSpPr>
          <a:xfrm>
            <a:off x="6867504" y="1578778"/>
            <a:ext cx="348640" cy="343296"/>
            <a:chOff x="6895373" y="1502578"/>
            <a:chExt cx="348640" cy="343296"/>
          </a:xfrm>
        </p:grpSpPr>
        <p:sp>
          <p:nvSpPr>
            <p:cNvPr id="11941" name="Google Shape;11941;p8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4" name="Google Shape;11944;p87"/>
          <p:cNvGrpSpPr/>
          <p:nvPr/>
        </p:nvGrpSpPr>
        <p:grpSpPr>
          <a:xfrm>
            <a:off x="4119728" y="1581658"/>
            <a:ext cx="347904" cy="336992"/>
            <a:chOff x="4147597" y="1505458"/>
            <a:chExt cx="347904" cy="336992"/>
          </a:xfrm>
        </p:grpSpPr>
        <p:sp>
          <p:nvSpPr>
            <p:cNvPr id="11945" name="Google Shape;11945;p8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8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8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2" name="Google Shape;11952;p87"/>
          <p:cNvGrpSpPr/>
          <p:nvPr/>
        </p:nvGrpSpPr>
        <p:grpSpPr>
          <a:xfrm>
            <a:off x="2471536" y="1576090"/>
            <a:ext cx="347488" cy="348256"/>
            <a:chOff x="2499405" y="1499890"/>
            <a:chExt cx="347488" cy="348256"/>
          </a:xfrm>
        </p:grpSpPr>
        <p:sp>
          <p:nvSpPr>
            <p:cNvPr id="11953" name="Google Shape;11953;p8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8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8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8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87"/>
          <p:cNvGrpSpPr/>
          <p:nvPr/>
        </p:nvGrpSpPr>
        <p:grpSpPr>
          <a:xfrm>
            <a:off x="1928976" y="1576698"/>
            <a:ext cx="331520" cy="348032"/>
            <a:chOff x="1956845" y="1500498"/>
            <a:chExt cx="331520" cy="348032"/>
          </a:xfrm>
        </p:grpSpPr>
        <p:sp>
          <p:nvSpPr>
            <p:cNvPr id="11959" name="Google Shape;11959;p8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8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1" name="Google Shape;11971;p87"/>
          <p:cNvGrpSpPr/>
          <p:nvPr/>
        </p:nvGrpSpPr>
        <p:grpSpPr>
          <a:xfrm>
            <a:off x="6317744" y="1626074"/>
            <a:ext cx="348640" cy="250656"/>
            <a:chOff x="6345613" y="1549874"/>
            <a:chExt cx="348640" cy="250656"/>
          </a:xfrm>
        </p:grpSpPr>
        <p:sp>
          <p:nvSpPr>
            <p:cNvPr id="11972" name="Google Shape;11972;p8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8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87"/>
          <p:cNvGrpSpPr/>
          <p:nvPr/>
        </p:nvGrpSpPr>
        <p:grpSpPr>
          <a:xfrm>
            <a:off x="7416912" y="1583226"/>
            <a:ext cx="348640" cy="334272"/>
            <a:chOff x="7444781" y="1507026"/>
            <a:chExt cx="348640" cy="334272"/>
          </a:xfrm>
        </p:grpSpPr>
        <p:sp>
          <p:nvSpPr>
            <p:cNvPr id="11979" name="Google Shape;11979;p8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8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87"/>
          <p:cNvGrpSpPr/>
          <p:nvPr/>
        </p:nvGrpSpPr>
        <p:grpSpPr>
          <a:xfrm>
            <a:off x="7967472" y="1582938"/>
            <a:ext cx="347872" cy="334944"/>
            <a:chOff x="7995341" y="1506738"/>
            <a:chExt cx="347872" cy="334944"/>
          </a:xfrm>
        </p:grpSpPr>
        <p:sp>
          <p:nvSpPr>
            <p:cNvPr id="11985" name="Google Shape;11985;p8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1" name="Google Shape;11991;p87"/>
          <p:cNvGrpSpPr/>
          <p:nvPr/>
        </p:nvGrpSpPr>
        <p:grpSpPr>
          <a:xfrm>
            <a:off x="3020176" y="1599130"/>
            <a:ext cx="347872" cy="303904"/>
            <a:chOff x="3048045" y="1522930"/>
            <a:chExt cx="347872" cy="303904"/>
          </a:xfrm>
        </p:grpSpPr>
        <p:sp>
          <p:nvSpPr>
            <p:cNvPr id="11992" name="Google Shape;11992;p8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3" name="Google Shape;11993;p87"/>
            <p:cNvGrpSpPr/>
            <p:nvPr/>
          </p:nvGrpSpPr>
          <p:grpSpPr>
            <a:xfrm>
              <a:off x="3048045" y="1522930"/>
              <a:ext cx="347872" cy="303904"/>
              <a:chOff x="3048045" y="1522930"/>
              <a:chExt cx="347872" cy="303904"/>
            </a:xfrm>
          </p:grpSpPr>
          <p:sp>
            <p:nvSpPr>
              <p:cNvPr id="11994" name="Google Shape;11994;p8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8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96" name="Google Shape;11996;p87"/>
          <p:cNvGrpSpPr/>
          <p:nvPr/>
        </p:nvGrpSpPr>
        <p:grpSpPr>
          <a:xfrm>
            <a:off x="1105264" y="3428122"/>
            <a:ext cx="313984" cy="358560"/>
            <a:chOff x="1133133" y="3351922"/>
            <a:chExt cx="313984" cy="358560"/>
          </a:xfrm>
        </p:grpSpPr>
        <p:sp>
          <p:nvSpPr>
            <p:cNvPr id="11997" name="Google Shape;11997;p8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8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8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8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8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3" name="Google Shape;12013;p87"/>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4" name="Google Shape;12014;p87"/>
          <p:cNvGrpSpPr/>
          <p:nvPr/>
        </p:nvGrpSpPr>
        <p:grpSpPr>
          <a:xfrm>
            <a:off x="2767184" y="3428794"/>
            <a:ext cx="288448" cy="357120"/>
            <a:chOff x="2795053" y="3352594"/>
            <a:chExt cx="288448" cy="357120"/>
          </a:xfrm>
        </p:grpSpPr>
        <p:sp>
          <p:nvSpPr>
            <p:cNvPr id="12015" name="Google Shape;12015;p8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8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8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8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8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8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87"/>
          <p:cNvGrpSpPr/>
          <p:nvPr/>
        </p:nvGrpSpPr>
        <p:grpSpPr>
          <a:xfrm>
            <a:off x="2208656" y="3429402"/>
            <a:ext cx="304832" cy="356512"/>
            <a:chOff x="2236525" y="3353202"/>
            <a:chExt cx="304832" cy="356512"/>
          </a:xfrm>
        </p:grpSpPr>
        <p:sp>
          <p:nvSpPr>
            <p:cNvPr id="12025" name="Google Shape;12025;p8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8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87"/>
          <p:cNvGrpSpPr/>
          <p:nvPr/>
        </p:nvGrpSpPr>
        <p:grpSpPr>
          <a:xfrm>
            <a:off x="3882768" y="3428890"/>
            <a:ext cx="256800" cy="357024"/>
            <a:chOff x="3910637" y="3352690"/>
            <a:chExt cx="256800" cy="357024"/>
          </a:xfrm>
        </p:grpSpPr>
        <p:sp>
          <p:nvSpPr>
            <p:cNvPr id="12029" name="Google Shape;12029;p8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8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2" name="Google Shape;12032;p87"/>
          <p:cNvGrpSpPr/>
          <p:nvPr/>
        </p:nvGrpSpPr>
        <p:grpSpPr>
          <a:xfrm>
            <a:off x="6028560" y="3428122"/>
            <a:ext cx="360064" cy="360096"/>
            <a:chOff x="6056429" y="3351922"/>
            <a:chExt cx="360064" cy="360096"/>
          </a:xfrm>
        </p:grpSpPr>
        <p:sp>
          <p:nvSpPr>
            <p:cNvPr id="12033" name="Google Shape;12033;p8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8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87"/>
          <p:cNvGrpSpPr/>
          <p:nvPr/>
        </p:nvGrpSpPr>
        <p:grpSpPr>
          <a:xfrm>
            <a:off x="6581008" y="3429274"/>
            <a:ext cx="357408" cy="357408"/>
            <a:chOff x="6608877" y="3353074"/>
            <a:chExt cx="357408" cy="357408"/>
          </a:xfrm>
        </p:grpSpPr>
        <p:sp>
          <p:nvSpPr>
            <p:cNvPr id="12037" name="Google Shape;12037;p8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8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8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8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4" name="Google Shape;12044;p87"/>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87"/>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6" name="Google Shape;12046;p87"/>
          <p:cNvGrpSpPr/>
          <p:nvPr/>
        </p:nvGrpSpPr>
        <p:grpSpPr>
          <a:xfrm>
            <a:off x="4931664" y="3446426"/>
            <a:ext cx="357408" cy="323488"/>
            <a:chOff x="4959533" y="3370226"/>
            <a:chExt cx="357408" cy="323488"/>
          </a:xfrm>
        </p:grpSpPr>
        <p:sp>
          <p:nvSpPr>
            <p:cNvPr id="12047" name="Google Shape;12047;p8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8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9" name="Google Shape;12049;p87"/>
          <p:cNvGrpSpPr/>
          <p:nvPr/>
        </p:nvGrpSpPr>
        <p:grpSpPr>
          <a:xfrm>
            <a:off x="7130768" y="3429274"/>
            <a:ext cx="357056" cy="357408"/>
            <a:chOff x="7158637" y="3353074"/>
            <a:chExt cx="357056" cy="357408"/>
          </a:xfrm>
        </p:grpSpPr>
        <p:sp>
          <p:nvSpPr>
            <p:cNvPr id="12050" name="Google Shape;12050;p8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8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8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8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4" name="Google Shape;12054;p87"/>
          <p:cNvGrpSpPr/>
          <p:nvPr/>
        </p:nvGrpSpPr>
        <p:grpSpPr>
          <a:xfrm>
            <a:off x="3288400" y="3428602"/>
            <a:ext cx="344832" cy="356544"/>
            <a:chOff x="3316269" y="3352402"/>
            <a:chExt cx="344832" cy="356544"/>
          </a:xfrm>
        </p:grpSpPr>
        <p:sp>
          <p:nvSpPr>
            <p:cNvPr id="12055" name="Google Shape;12055;p8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8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8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87"/>
          <p:cNvGrpSpPr/>
          <p:nvPr/>
        </p:nvGrpSpPr>
        <p:grpSpPr>
          <a:xfrm>
            <a:off x="5481040" y="3447706"/>
            <a:ext cx="358560" cy="319552"/>
            <a:chOff x="5508909" y="3371506"/>
            <a:chExt cx="358560" cy="319552"/>
          </a:xfrm>
        </p:grpSpPr>
        <p:sp>
          <p:nvSpPr>
            <p:cNvPr id="12059" name="Google Shape;12059;p8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8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8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8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8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8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8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8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9" name="Google Shape;12069;p8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073"/>
        <p:cNvGrpSpPr/>
        <p:nvPr/>
      </p:nvGrpSpPr>
      <p:grpSpPr>
        <a:xfrm>
          <a:off x="0" y="0"/>
          <a:ext cx="0" cy="0"/>
          <a:chOff x="0" y="0"/>
          <a:chExt cx="0" cy="0"/>
        </a:xfrm>
      </p:grpSpPr>
      <p:sp>
        <p:nvSpPr>
          <p:cNvPr id="12074" name="Google Shape;12074;p88"/>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5" name="Google Shape;12075;p88"/>
          <p:cNvGrpSpPr/>
          <p:nvPr/>
        </p:nvGrpSpPr>
        <p:grpSpPr>
          <a:xfrm>
            <a:off x="3026217" y="3893352"/>
            <a:ext cx="346056" cy="345674"/>
            <a:chOff x="3303268" y="3817349"/>
            <a:chExt cx="346056" cy="345674"/>
          </a:xfrm>
        </p:grpSpPr>
        <p:sp>
          <p:nvSpPr>
            <p:cNvPr id="12076" name="Google Shape;12076;p8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8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8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0" name="Google Shape;12080;p88"/>
          <p:cNvGrpSpPr/>
          <p:nvPr/>
        </p:nvGrpSpPr>
        <p:grpSpPr>
          <a:xfrm>
            <a:off x="3475306" y="3893352"/>
            <a:ext cx="346056" cy="345674"/>
            <a:chOff x="3752358" y="3817349"/>
            <a:chExt cx="346056" cy="345674"/>
          </a:xfrm>
        </p:grpSpPr>
        <p:sp>
          <p:nvSpPr>
            <p:cNvPr id="12081" name="Google Shape;12081;p8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8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8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8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5" name="Google Shape;12085;p88"/>
          <p:cNvGrpSpPr/>
          <p:nvPr/>
        </p:nvGrpSpPr>
        <p:grpSpPr>
          <a:xfrm>
            <a:off x="4822956" y="3893352"/>
            <a:ext cx="346024" cy="345674"/>
            <a:chOff x="5100008" y="3817349"/>
            <a:chExt cx="346024" cy="345674"/>
          </a:xfrm>
        </p:grpSpPr>
        <p:sp>
          <p:nvSpPr>
            <p:cNvPr id="12086" name="Google Shape;12086;p8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8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8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9" name="Google Shape;12089;p88"/>
          <p:cNvGrpSpPr/>
          <p:nvPr/>
        </p:nvGrpSpPr>
        <p:grpSpPr>
          <a:xfrm>
            <a:off x="5721867" y="3893352"/>
            <a:ext cx="345674" cy="345674"/>
            <a:chOff x="5998919" y="3817349"/>
            <a:chExt cx="345674" cy="345674"/>
          </a:xfrm>
        </p:grpSpPr>
        <p:sp>
          <p:nvSpPr>
            <p:cNvPr id="12090" name="Google Shape;12090;p8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8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8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88"/>
          <p:cNvGrpSpPr/>
          <p:nvPr/>
        </p:nvGrpSpPr>
        <p:grpSpPr>
          <a:xfrm>
            <a:off x="3924396" y="3893352"/>
            <a:ext cx="346024" cy="345674"/>
            <a:chOff x="4201447" y="3817349"/>
            <a:chExt cx="346024" cy="345674"/>
          </a:xfrm>
        </p:grpSpPr>
        <p:sp>
          <p:nvSpPr>
            <p:cNvPr id="12094" name="Google Shape;12094;p8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8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6" name="Google Shape;12096;p88"/>
          <p:cNvGrpSpPr/>
          <p:nvPr/>
        </p:nvGrpSpPr>
        <p:grpSpPr>
          <a:xfrm>
            <a:off x="4373867" y="3893352"/>
            <a:ext cx="346024" cy="345674"/>
            <a:chOff x="4650919" y="3817349"/>
            <a:chExt cx="346024" cy="345674"/>
          </a:xfrm>
        </p:grpSpPr>
        <p:sp>
          <p:nvSpPr>
            <p:cNvPr id="12097" name="Google Shape;12097;p8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8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0" name="Google Shape;12100;p88"/>
          <p:cNvGrpSpPr/>
          <p:nvPr/>
        </p:nvGrpSpPr>
        <p:grpSpPr>
          <a:xfrm>
            <a:off x="5272810" y="3893352"/>
            <a:ext cx="345642" cy="345674"/>
            <a:chOff x="5549861" y="3817349"/>
            <a:chExt cx="345642" cy="345674"/>
          </a:xfrm>
        </p:grpSpPr>
        <p:sp>
          <p:nvSpPr>
            <p:cNvPr id="12101" name="Google Shape;12101;p8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8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8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4" name="Google Shape;12104;p88"/>
          <p:cNvGrpSpPr/>
          <p:nvPr/>
        </p:nvGrpSpPr>
        <p:grpSpPr>
          <a:xfrm>
            <a:off x="1281335" y="3474029"/>
            <a:ext cx="367255" cy="269855"/>
            <a:chOff x="1306445" y="3397829"/>
            <a:chExt cx="367255" cy="269855"/>
          </a:xfrm>
        </p:grpSpPr>
        <p:sp>
          <p:nvSpPr>
            <p:cNvPr id="12105" name="Google Shape;12105;p8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8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8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8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8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8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1" name="Google Shape;12111;p88"/>
          <p:cNvGrpSpPr/>
          <p:nvPr/>
        </p:nvGrpSpPr>
        <p:grpSpPr>
          <a:xfrm>
            <a:off x="1756207" y="3467600"/>
            <a:ext cx="367255" cy="282364"/>
            <a:chOff x="1781317" y="3391400"/>
            <a:chExt cx="367255" cy="282364"/>
          </a:xfrm>
        </p:grpSpPr>
        <p:sp>
          <p:nvSpPr>
            <p:cNvPr id="12112" name="Google Shape;12112;p8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8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8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8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8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8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8" name="Google Shape;12118;p88"/>
          <p:cNvGrpSpPr/>
          <p:nvPr/>
        </p:nvGrpSpPr>
        <p:grpSpPr>
          <a:xfrm>
            <a:off x="3653720" y="3447133"/>
            <a:ext cx="369164" cy="323297"/>
            <a:chOff x="3678830" y="3370933"/>
            <a:chExt cx="369164" cy="323297"/>
          </a:xfrm>
        </p:grpSpPr>
        <p:sp>
          <p:nvSpPr>
            <p:cNvPr id="12119" name="Google Shape;12119;p8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8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8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8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8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8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8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8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8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8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0" name="Google Shape;12130;p88"/>
          <p:cNvGrpSpPr/>
          <p:nvPr/>
        </p:nvGrpSpPr>
        <p:grpSpPr>
          <a:xfrm>
            <a:off x="834155" y="3424375"/>
            <a:ext cx="312316" cy="368400"/>
            <a:chOff x="859265" y="3348175"/>
            <a:chExt cx="312316" cy="368400"/>
          </a:xfrm>
        </p:grpSpPr>
        <p:sp>
          <p:nvSpPr>
            <p:cNvPr id="12131" name="Google Shape;12131;p8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8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8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8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6" name="Google Shape;12136;p88"/>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7" name="Google Shape;12137;p88"/>
          <p:cNvGrpSpPr/>
          <p:nvPr/>
        </p:nvGrpSpPr>
        <p:grpSpPr>
          <a:xfrm>
            <a:off x="2741264" y="3437213"/>
            <a:ext cx="330110" cy="308908"/>
            <a:chOff x="2766264" y="3394042"/>
            <a:chExt cx="294873" cy="275934"/>
          </a:xfrm>
        </p:grpSpPr>
        <p:sp>
          <p:nvSpPr>
            <p:cNvPr id="12138" name="Google Shape;12138;p8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8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8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8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88"/>
          <p:cNvGrpSpPr/>
          <p:nvPr/>
        </p:nvGrpSpPr>
        <p:grpSpPr>
          <a:xfrm>
            <a:off x="3189862" y="3435388"/>
            <a:ext cx="346406" cy="347552"/>
            <a:chOff x="3214972" y="3359188"/>
            <a:chExt cx="346406" cy="347552"/>
          </a:xfrm>
        </p:grpSpPr>
        <p:sp>
          <p:nvSpPr>
            <p:cNvPr id="12143" name="Google Shape;12143;p8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8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8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8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8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8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8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8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8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8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8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8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8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8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88"/>
          <p:cNvGrpSpPr/>
          <p:nvPr/>
        </p:nvGrpSpPr>
        <p:grpSpPr>
          <a:xfrm>
            <a:off x="4604196" y="3485393"/>
            <a:ext cx="367255" cy="244486"/>
            <a:chOff x="4629306" y="3409193"/>
            <a:chExt cx="367255" cy="244486"/>
          </a:xfrm>
        </p:grpSpPr>
        <p:sp>
          <p:nvSpPr>
            <p:cNvPr id="12158" name="Google Shape;12158;p8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8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8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8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8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8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8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8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8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8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88"/>
          <p:cNvGrpSpPr/>
          <p:nvPr/>
        </p:nvGrpSpPr>
        <p:grpSpPr>
          <a:xfrm>
            <a:off x="4168380" y="3426284"/>
            <a:ext cx="289939" cy="334661"/>
            <a:chOff x="4193490" y="3350084"/>
            <a:chExt cx="289939" cy="334661"/>
          </a:xfrm>
        </p:grpSpPr>
        <p:sp>
          <p:nvSpPr>
            <p:cNvPr id="12169" name="Google Shape;12169;p8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8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8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8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8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8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8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8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8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8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9" name="Google Shape;12179;p88"/>
          <p:cNvGrpSpPr/>
          <p:nvPr/>
        </p:nvGrpSpPr>
        <p:grpSpPr>
          <a:xfrm>
            <a:off x="6508171" y="3427430"/>
            <a:ext cx="357037" cy="357005"/>
            <a:chOff x="6533281" y="3351230"/>
            <a:chExt cx="357037" cy="357005"/>
          </a:xfrm>
        </p:grpSpPr>
        <p:sp>
          <p:nvSpPr>
            <p:cNvPr id="12180" name="Google Shape;12180;p8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8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8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88"/>
          <p:cNvGrpSpPr/>
          <p:nvPr/>
        </p:nvGrpSpPr>
        <p:grpSpPr>
          <a:xfrm>
            <a:off x="6033331" y="3427430"/>
            <a:ext cx="357387" cy="357005"/>
            <a:chOff x="6058441" y="3351230"/>
            <a:chExt cx="357387" cy="357005"/>
          </a:xfrm>
        </p:grpSpPr>
        <p:sp>
          <p:nvSpPr>
            <p:cNvPr id="12184" name="Google Shape;12184;p8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8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88"/>
          <p:cNvGrpSpPr/>
          <p:nvPr/>
        </p:nvGrpSpPr>
        <p:grpSpPr>
          <a:xfrm>
            <a:off x="7932373" y="3427048"/>
            <a:ext cx="357387" cy="357387"/>
            <a:chOff x="7957483" y="3350848"/>
            <a:chExt cx="357387" cy="357387"/>
          </a:xfrm>
        </p:grpSpPr>
        <p:sp>
          <p:nvSpPr>
            <p:cNvPr id="12187" name="Google Shape;12187;p8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8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8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88"/>
          <p:cNvGrpSpPr/>
          <p:nvPr/>
        </p:nvGrpSpPr>
        <p:grpSpPr>
          <a:xfrm>
            <a:off x="6982661" y="3427430"/>
            <a:ext cx="357387" cy="357005"/>
            <a:chOff x="7007771" y="3351230"/>
            <a:chExt cx="357387" cy="357005"/>
          </a:xfrm>
        </p:grpSpPr>
        <p:sp>
          <p:nvSpPr>
            <p:cNvPr id="12191" name="Google Shape;12191;p8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8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8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8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8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6" name="Google Shape;12196;p88"/>
          <p:cNvGrpSpPr/>
          <p:nvPr/>
        </p:nvGrpSpPr>
        <p:grpSpPr>
          <a:xfrm>
            <a:off x="5083620" y="3427430"/>
            <a:ext cx="357005" cy="357005"/>
            <a:chOff x="5108729" y="3351230"/>
            <a:chExt cx="357005" cy="357005"/>
          </a:xfrm>
        </p:grpSpPr>
        <p:sp>
          <p:nvSpPr>
            <p:cNvPr id="12197" name="Google Shape;12197;p8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8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9" name="Google Shape;12199;p88"/>
          <p:cNvGrpSpPr/>
          <p:nvPr/>
        </p:nvGrpSpPr>
        <p:grpSpPr>
          <a:xfrm>
            <a:off x="5558459" y="3427430"/>
            <a:ext cx="357419" cy="357005"/>
            <a:chOff x="5583569" y="3351230"/>
            <a:chExt cx="357419" cy="357005"/>
          </a:xfrm>
        </p:grpSpPr>
        <p:sp>
          <p:nvSpPr>
            <p:cNvPr id="12200" name="Google Shape;12200;p8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8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2" name="Google Shape;12202;p88"/>
          <p:cNvGrpSpPr/>
          <p:nvPr/>
        </p:nvGrpSpPr>
        <p:grpSpPr>
          <a:xfrm>
            <a:off x="7457119" y="3427430"/>
            <a:ext cx="357419" cy="357005"/>
            <a:chOff x="7482229" y="3351230"/>
            <a:chExt cx="357419" cy="357005"/>
          </a:xfrm>
        </p:grpSpPr>
        <p:sp>
          <p:nvSpPr>
            <p:cNvPr id="12203" name="Google Shape;12203;p8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8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8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8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8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8" name="Google Shape;12208;p88"/>
          <p:cNvGrpSpPr/>
          <p:nvPr/>
        </p:nvGrpSpPr>
        <p:grpSpPr>
          <a:xfrm>
            <a:off x="3739375" y="2966882"/>
            <a:ext cx="222874" cy="345737"/>
            <a:chOff x="3764485" y="2890682"/>
            <a:chExt cx="222874" cy="345737"/>
          </a:xfrm>
        </p:grpSpPr>
        <p:sp>
          <p:nvSpPr>
            <p:cNvPr id="12209" name="Google Shape;12209;p8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8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8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88"/>
          <p:cNvGrpSpPr/>
          <p:nvPr/>
        </p:nvGrpSpPr>
        <p:grpSpPr>
          <a:xfrm>
            <a:off x="2213507" y="2984331"/>
            <a:ext cx="422596" cy="310382"/>
            <a:chOff x="2278533" y="2937377"/>
            <a:chExt cx="346788" cy="254704"/>
          </a:xfrm>
        </p:grpSpPr>
        <p:sp>
          <p:nvSpPr>
            <p:cNvPr id="12213" name="Google Shape;12213;p8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8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5" name="Google Shape;12215;p88"/>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6" name="Google Shape;12216;p88"/>
          <p:cNvGrpSpPr/>
          <p:nvPr/>
        </p:nvGrpSpPr>
        <p:grpSpPr>
          <a:xfrm>
            <a:off x="1811527" y="2967710"/>
            <a:ext cx="286152" cy="346438"/>
            <a:chOff x="1836637" y="2891510"/>
            <a:chExt cx="286152" cy="346438"/>
          </a:xfrm>
        </p:grpSpPr>
        <p:sp>
          <p:nvSpPr>
            <p:cNvPr id="12217" name="Google Shape;12217;p8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8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8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88"/>
          <p:cNvGrpSpPr/>
          <p:nvPr/>
        </p:nvGrpSpPr>
        <p:grpSpPr>
          <a:xfrm>
            <a:off x="5560751" y="2982129"/>
            <a:ext cx="379764" cy="337684"/>
            <a:chOff x="5585861" y="2905929"/>
            <a:chExt cx="379764" cy="337684"/>
          </a:xfrm>
        </p:grpSpPr>
        <p:sp>
          <p:nvSpPr>
            <p:cNvPr id="12221" name="Google Shape;12221;p8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8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8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8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5" name="Google Shape;12225;p88"/>
          <p:cNvGrpSpPr/>
          <p:nvPr/>
        </p:nvGrpSpPr>
        <p:grpSpPr>
          <a:xfrm>
            <a:off x="1302566" y="2986680"/>
            <a:ext cx="347934" cy="310024"/>
            <a:chOff x="1327676" y="2910480"/>
            <a:chExt cx="347934" cy="310024"/>
          </a:xfrm>
        </p:grpSpPr>
        <p:sp>
          <p:nvSpPr>
            <p:cNvPr id="12226" name="Google Shape;12226;p8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8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8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8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8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1" name="Google Shape;12231;p88"/>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2" name="Google Shape;12232;p88"/>
          <p:cNvGrpSpPr/>
          <p:nvPr/>
        </p:nvGrpSpPr>
        <p:grpSpPr>
          <a:xfrm>
            <a:off x="2728291" y="2945764"/>
            <a:ext cx="382828" cy="358601"/>
            <a:chOff x="2753373" y="2902523"/>
            <a:chExt cx="347552" cy="325557"/>
          </a:xfrm>
        </p:grpSpPr>
        <p:sp>
          <p:nvSpPr>
            <p:cNvPr id="12233" name="Google Shape;12233;p8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8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8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8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8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8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88"/>
          <p:cNvGrpSpPr/>
          <p:nvPr/>
        </p:nvGrpSpPr>
        <p:grpSpPr>
          <a:xfrm>
            <a:off x="823906" y="2979455"/>
            <a:ext cx="356655" cy="335425"/>
            <a:chOff x="849016" y="2903255"/>
            <a:chExt cx="356655" cy="335425"/>
          </a:xfrm>
        </p:grpSpPr>
        <p:sp>
          <p:nvSpPr>
            <p:cNvPr id="12240" name="Google Shape;12240;p8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8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8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8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8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8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8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8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8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8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8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1" name="Google Shape;12251;p88"/>
          <p:cNvGrpSpPr/>
          <p:nvPr/>
        </p:nvGrpSpPr>
        <p:grpSpPr>
          <a:xfrm>
            <a:off x="4185823" y="3002977"/>
            <a:ext cx="280072" cy="275520"/>
            <a:chOff x="4210933" y="2926777"/>
            <a:chExt cx="280072" cy="275520"/>
          </a:xfrm>
        </p:grpSpPr>
        <p:sp>
          <p:nvSpPr>
            <p:cNvPr id="12252" name="Google Shape;12252;p8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8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8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8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8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8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8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8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8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8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8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8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8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5" name="Google Shape;12265;p88"/>
          <p:cNvGrpSpPr/>
          <p:nvPr/>
        </p:nvGrpSpPr>
        <p:grpSpPr>
          <a:xfrm>
            <a:off x="4642106" y="2991582"/>
            <a:ext cx="320273" cy="318395"/>
            <a:chOff x="4667216" y="2915382"/>
            <a:chExt cx="320273" cy="318395"/>
          </a:xfrm>
        </p:grpSpPr>
        <p:sp>
          <p:nvSpPr>
            <p:cNvPr id="12266" name="Google Shape;12266;p8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8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8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88"/>
          <p:cNvGrpSpPr/>
          <p:nvPr/>
        </p:nvGrpSpPr>
        <p:grpSpPr>
          <a:xfrm>
            <a:off x="5145370" y="3010839"/>
            <a:ext cx="261929" cy="280550"/>
            <a:chOff x="5170480" y="2934639"/>
            <a:chExt cx="261929" cy="280550"/>
          </a:xfrm>
        </p:grpSpPr>
        <p:sp>
          <p:nvSpPr>
            <p:cNvPr id="12271" name="Google Shape;12271;p8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8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8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8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8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8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88"/>
          <p:cNvGrpSpPr/>
          <p:nvPr/>
        </p:nvGrpSpPr>
        <p:grpSpPr>
          <a:xfrm>
            <a:off x="6044313" y="2968091"/>
            <a:ext cx="362321" cy="364231"/>
            <a:chOff x="6069423" y="2891892"/>
            <a:chExt cx="362321" cy="364231"/>
          </a:xfrm>
        </p:grpSpPr>
        <p:sp>
          <p:nvSpPr>
            <p:cNvPr id="12279" name="Google Shape;12279;p8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8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8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8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8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8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5" name="Google Shape;12285;p88"/>
          <p:cNvGrpSpPr/>
          <p:nvPr/>
        </p:nvGrpSpPr>
        <p:grpSpPr>
          <a:xfrm>
            <a:off x="6546845" y="2995370"/>
            <a:ext cx="308878" cy="311170"/>
            <a:chOff x="6571955" y="2919170"/>
            <a:chExt cx="308878" cy="311170"/>
          </a:xfrm>
        </p:grpSpPr>
        <p:sp>
          <p:nvSpPr>
            <p:cNvPr id="12286" name="Google Shape;12286;p8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8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8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8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8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8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8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8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8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8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88"/>
          <p:cNvGrpSpPr/>
          <p:nvPr/>
        </p:nvGrpSpPr>
        <p:grpSpPr>
          <a:xfrm>
            <a:off x="7474944" y="3010935"/>
            <a:ext cx="350576" cy="280454"/>
            <a:chOff x="7500054" y="2934735"/>
            <a:chExt cx="350576" cy="280454"/>
          </a:xfrm>
        </p:grpSpPr>
        <p:sp>
          <p:nvSpPr>
            <p:cNvPr id="12297" name="Google Shape;12297;p8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8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8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8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8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8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8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8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5" name="Google Shape;12305;p88"/>
          <p:cNvGrpSpPr/>
          <p:nvPr/>
        </p:nvGrpSpPr>
        <p:grpSpPr>
          <a:xfrm>
            <a:off x="6987570" y="2950862"/>
            <a:ext cx="332012" cy="355454"/>
            <a:chOff x="7055134" y="2919170"/>
            <a:chExt cx="290321" cy="310820"/>
          </a:xfrm>
        </p:grpSpPr>
        <p:sp>
          <p:nvSpPr>
            <p:cNvPr id="12306" name="Google Shape;12306;p8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8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8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8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8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8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8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8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8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8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8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8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8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8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0" name="Google Shape;12320;p88"/>
          <p:cNvGrpSpPr/>
          <p:nvPr/>
        </p:nvGrpSpPr>
        <p:grpSpPr>
          <a:xfrm>
            <a:off x="7960033" y="2976813"/>
            <a:ext cx="330109" cy="347552"/>
            <a:chOff x="7985143" y="2900613"/>
            <a:chExt cx="330109" cy="347552"/>
          </a:xfrm>
        </p:grpSpPr>
        <p:sp>
          <p:nvSpPr>
            <p:cNvPr id="12321" name="Google Shape;12321;p8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8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8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8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8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8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8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9" name="Google Shape;12329;p88"/>
          <p:cNvGrpSpPr/>
          <p:nvPr/>
        </p:nvGrpSpPr>
        <p:grpSpPr>
          <a:xfrm>
            <a:off x="7965731" y="2511426"/>
            <a:ext cx="354363" cy="353631"/>
            <a:chOff x="7990840" y="2435226"/>
            <a:chExt cx="354363" cy="353631"/>
          </a:xfrm>
        </p:grpSpPr>
        <p:sp>
          <p:nvSpPr>
            <p:cNvPr id="12330" name="Google Shape;12330;p8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8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8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3" name="Google Shape;12333;p88"/>
          <p:cNvGrpSpPr/>
          <p:nvPr/>
        </p:nvGrpSpPr>
        <p:grpSpPr>
          <a:xfrm>
            <a:off x="1792207" y="2556530"/>
            <a:ext cx="350958" cy="263043"/>
            <a:chOff x="1817317" y="2480330"/>
            <a:chExt cx="350958" cy="263043"/>
          </a:xfrm>
        </p:grpSpPr>
        <p:sp>
          <p:nvSpPr>
            <p:cNvPr id="12334" name="Google Shape;12334;p8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8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8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8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8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9" name="Google Shape;12339;p88"/>
          <p:cNvGrpSpPr/>
          <p:nvPr/>
        </p:nvGrpSpPr>
        <p:grpSpPr>
          <a:xfrm>
            <a:off x="1316617" y="2559549"/>
            <a:ext cx="419913" cy="308109"/>
            <a:chOff x="1341727" y="2483349"/>
            <a:chExt cx="419913" cy="308109"/>
          </a:xfrm>
        </p:grpSpPr>
        <p:sp>
          <p:nvSpPr>
            <p:cNvPr id="12340" name="Google Shape;12340;p8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8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8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88"/>
          <p:cNvGrpSpPr/>
          <p:nvPr/>
        </p:nvGrpSpPr>
        <p:grpSpPr>
          <a:xfrm>
            <a:off x="829222" y="2523936"/>
            <a:ext cx="376358" cy="330109"/>
            <a:chOff x="854332" y="2447736"/>
            <a:chExt cx="376358" cy="330109"/>
          </a:xfrm>
        </p:grpSpPr>
        <p:sp>
          <p:nvSpPr>
            <p:cNvPr id="12344" name="Google Shape;12344;p8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8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8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8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8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8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8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8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2" name="Google Shape;12352;p88"/>
          <p:cNvGrpSpPr/>
          <p:nvPr/>
        </p:nvGrpSpPr>
        <p:grpSpPr>
          <a:xfrm>
            <a:off x="4181653" y="2527151"/>
            <a:ext cx="322151" cy="322374"/>
            <a:chOff x="4206763" y="2450951"/>
            <a:chExt cx="322151" cy="322374"/>
          </a:xfrm>
        </p:grpSpPr>
        <p:sp>
          <p:nvSpPr>
            <p:cNvPr id="12353" name="Google Shape;12353;p8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8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5" name="Google Shape;12355;p88"/>
          <p:cNvGrpSpPr/>
          <p:nvPr/>
        </p:nvGrpSpPr>
        <p:grpSpPr>
          <a:xfrm>
            <a:off x="7491236" y="2526259"/>
            <a:ext cx="327976" cy="324316"/>
            <a:chOff x="7528096" y="2450059"/>
            <a:chExt cx="327976" cy="324316"/>
          </a:xfrm>
        </p:grpSpPr>
        <p:sp>
          <p:nvSpPr>
            <p:cNvPr id="12356" name="Google Shape;12356;p8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8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8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8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8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1" name="Google Shape;12361;p88"/>
          <p:cNvGrpSpPr/>
          <p:nvPr/>
        </p:nvGrpSpPr>
        <p:grpSpPr>
          <a:xfrm>
            <a:off x="7052019" y="2588742"/>
            <a:ext cx="282364" cy="198619"/>
            <a:chOff x="7077129" y="2512542"/>
            <a:chExt cx="282364" cy="198619"/>
          </a:xfrm>
        </p:grpSpPr>
        <p:sp>
          <p:nvSpPr>
            <p:cNvPr id="12362" name="Google Shape;12362;p8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8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8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8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8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8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8" name="Google Shape;12368;p88"/>
          <p:cNvGrpSpPr/>
          <p:nvPr/>
        </p:nvGrpSpPr>
        <p:grpSpPr>
          <a:xfrm>
            <a:off x="3700351" y="2520912"/>
            <a:ext cx="334279" cy="334661"/>
            <a:chOff x="3725461" y="2444712"/>
            <a:chExt cx="334279" cy="334661"/>
          </a:xfrm>
        </p:grpSpPr>
        <p:sp>
          <p:nvSpPr>
            <p:cNvPr id="12369" name="Google Shape;12369;p8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8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8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8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8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8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8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6" name="Google Shape;12376;p88"/>
          <p:cNvGrpSpPr/>
          <p:nvPr/>
        </p:nvGrpSpPr>
        <p:grpSpPr>
          <a:xfrm>
            <a:off x="6552128" y="2533421"/>
            <a:ext cx="332019" cy="310788"/>
            <a:chOff x="6577238" y="2457221"/>
            <a:chExt cx="332019" cy="310788"/>
          </a:xfrm>
        </p:grpSpPr>
        <p:sp>
          <p:nvSpPr>
            <p:cNvPr id="12377" name="Google Shape;12377;p8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8"/>
          <p:cNvGrpSpPr/>
          <p:nvPr/>
        </p:nvGrpSpPr>
        <p:grpSpPr>
          <a:xfrm>
            <a:off x="2793451" y="2515978"/>
            <a:ext cx="247892" cy="346024"/>
            <a:chOff x="2818561" y="2439778"/>
            <a:chExt cx="247892" cy="346024"/>
          </a:xfrm>
        </p:grpSpPr>
        <p:sp>
          <p:nvSpPr>
            <p:cNvPr id="12384" name="Google Shape;12384;p8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8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8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8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8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8"/>
          <p:cNvGrpSpPr/>
          <p:nvPr/>
        </p:nvGrpSpPr>
        <p:grpSpPr>
          <a:xfrm>
            <a:off x="3182668" y="2550832"/>
            <a:ext cx="419933" cy="275170"/>
            <a:chOff x="3207778" y="2474632"/>
            <a:chExt cx="419933" cy="275170"/>
          </a:xfrm>
        </p:grpSpPr>
        <p:sp>
          <p:nvSpPr>
            <p:cNvPr id="12397" name="Google Shape;12397;p8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8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8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8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88"/>
          <p:cNvGrpSpPr/>
          <p:nvPr/>
        </p:nvGrpSpPr>
        <p:grpSpPr>
          <a:xfrm>
            <a:off x="6074265" y="2532275"/>
            <a:ext cx="337684" cy="314194"/>
            <a:chOff x="6099375" y="2456075"/>
            <a:chExt cx="337684" cy="314194"/>
          </a:xfrm>
        </p:grpSpPr>
        <p:sp>
          <p:nvSpPr>
            <p:cNvPr id="12412" name="Google Shape;12412;p8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88"/>
          <p:cNvGrpSpPr/>
          <p:nvPr/>
        </p:nvGrpSpPr>
        <p:grpSpPr>
          <a:xfrm>
            <a:off x="2287513" y="2544784"/>
            <a:ext cx="312698" cy="286534"/>
            <a:chOff x="2312623" y="2468584"/>
            <a:chExt cx="312698" cy="286534"/>
          </a:xfrm>
        </p:grpSpPr>
        <p:sp>
          <p:nvSpPr>
            <p:cNvPr id="12415" name="Google Shape;12415;p8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88"/>
          <p:cNvGrpSpPr/>
          <p:nvPr/>
        </p:nvGrpSpPr>
        <p:grpSpPr>
          <a:xfrm>
            <a:off x="5593695" y="2517124"/>
            <a:ext cx="345292" cy="342618"/>
            <a:chOff x="5618805" y="2440924"/>
            <a:chExt cx="345292" cy="342618"/>
          </a:xfrm>
        </p:grpSpPr>
        <p:sp>
          <p:nvSpPr>
            <p:cNvPr id="12419" name="Google Shape;12419;p8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8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88"/>
          <p:cNvGrpSpPr/>
          <p:nvPr/>
        </p:nvGrpSpPr>
        <p:grpSpPr>
          <a:xfrm>
            <a:off x="4628069" y="2522790"/>
            <a:ext cx="377886" cy="331255"/>
            <a:chOff x="4653179" y="2446590"/>
            <a:chExt cx="377886" cy="331255"/>
          </a:xfrm>
        </p:grpSpPr>
        <p:sp>
          <p:nvSpPr>
            <p:cNvPr id="12425" name="Google Shape;12425;p8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9" name="Google Shape;12429;p88"/>
          <p:cNvGrpSpPr/>
          <p:nvPr/>
        </p:nvGrpSpPr>
        <p:grpSpPr>
          <a:xfrm>
            <a:off x="5159407" y="2535681"/>
            <a:ext cx="252062" cy="305122"/>
            <a:chOff x="5184517" y="2459481"/>
            <a:chExt cx="252062" cy="305122"/>
          </a:xfrm>
        </p:grpSpPr>
        <p:sp>
          <p:nvSpPr>
            <p:cNvPr id="12430" name="Google Shape;12430;p8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8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8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6" name="Google Shape;12436;p88"/>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7" name="Google Shape;12437;p88"/>
          <p:cNvGrpSpPr/>
          <p:nvPr/>
        </p:nvGrpSpPr>
        <p:grpSpPr>
          <a:xfrm>
            <a:off x="6130349" y="2045308"/>
            <a:ext cx="249770" cy="363849"/>
            <a:chOff x="6155459" y="1969108"/>
            <a:chExt cx="249770" cy="363849"/>
          </a:xfrm>
        </p:grpSpPr>
        <p:sp>
          <p:nvSpPr>
            <p:cNvPr id="12438" name="Google Shape;12438;p8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8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8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8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8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8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7" name="Google Shape;12447;p88"/>
          <p:cNvGrpSpPr/>
          <p:nvPr/>
        </p:nvGrpSpPr>
        <p:grpSpPr>
          <a:xfrm>
            <a:off x="2254919" y="2046804"/>
            <a:ext cx="353631" cy="354395"/>
            <a:chOff x="2280029" y="1970604"/>
            <a:chExt cx="353631" cy="354395"/>
          </a:xfrm>
        </p:grpSpPr>
        <p:sp>
          <p:nvSpPr>
            <p:cNvPr id="12448" name="Google Shape;12448;p8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8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8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88"/>
          <p:cNvGrpSpPr/>
          <p:nvPr/>
        </p:nvGrpSpPr>
        <p:grpSpPr>
          <a:xfrm>
            <a:off x="8039990" y="2076374"/>
            <a:ext cx="255086" cy="301685"/>
            <a:chOff x="8065100" y="2000174"/>
            <a:chExt cx="255086" cy="301685"/>
          </a:xfrm>
        </p:grpSpPr>
        <p:sp>
          <p:nvSpPr>
            <p:cNvPr id="12453" name="Google Shape;12453;p8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8"/>
          <p:cNvGrpSpPr/>
          <p:nvPr/>
        </p:nvGrpSpPr>
        <p:grpSpPr>
          <a:xfrm>
            <a:off x="6608595" y="2045308"/>
            <a:ext cx="249420" cy="363849"/>
            <a:chOff x="6633705" y="1969108"/>
            <a:chExt cx="249420" cy="363849"/>
          </a:xfrm>
        </p:grpSpPr>
        <p:sp>
          <p:nvSpPr>
            <p:cNvPr id="12458" name="Google Shape;12458;p8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8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6" name="Google Shape;12466;p88"/>
          <p:cNvGrpSpPr/>
          <p:nvPr/>
        </p:nvGrpSpPr>
        <p:grpSpPr>
          <a:xfrm>
            <a:off x="5185921" y="2045308"/>
            <a:ext cx="226661" cy="363467"/>
            <a:chOff x="5211031" y="1969108"/>
            <a:chExt cx="226661" cy="363467"/>
          </a:xfrm>
        </p:grpSpPr>
        <p:sp>
          <p:nvSpPr>
            <p:cNvPr id="12467" name="Google Shape;12467;p8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88"/>
          <p:cNvGrpSpPr/>
          <p:nvPr/>
        </p:nvGrpSpPr>
        <p:grpSpPr>
          <a:xfrm>
            <a:off x="3687842" y="2046804"/>
            <a:ext cx="354363" cy="354395"/>
            <a:chOff x="3712952" y="1970604"/>
            <a:chExt cx="354363" cy="354395"/>
          </a:xfrm>
        </p:grpSpPr>
        <p:sp>
          <p:nvSpPr>
            <p:cNvPr id="12470" name="Google Shape;12470;p8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8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9" name="Google Shape;12479;p88"/>
          <p:cNvGrpSpPr/>
          <p:nvPr/>
        </p:nvGrpSpPr>
        <p:grpSpPr>
          <a:xfrm>
            <a:off x="3210329" y="2046804"/>
            <a:ext cx="354363" cy="354745"/>
            <a:chOff x="3235438" y="1970604"/>
            <a:chExt cx="354363" cy="354745"/>
          </a:xfrm>
        </p:grpSpPr>
        <p:sp>
          <p:nvSpPr>
            <p:cNvPr id="12480" name="Google Shape;12480;p8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8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8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8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8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88"/>
          <p:cNvGrpSpPr/>
          <p:nvPr/>
        </p:nvGrpSpPr>
        <p:grpSpPr>
          <a:xfrm>
            <a:off x="1304475" y="2066125"/>
            <a:ext cx="341472" cy="335074"/>
            <a:chOff x="1329585" y="1989925"/>
            <a:chExt cx="341472" cy="335074"/>
          </a:xfrm>
        </p:grpSpPr>
        <p:sp>
          <p:nvSpPr>
            <p:cNvPr id="12494" name="Google Shape;12494;p8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8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7" name="Google Shape;12497;p88"/>
          <p:cNvGrpSpPr/>
          <p:nvPr/>
        </p:nvGrpSpPr>
        <p:grpSpPr>
          <a:xfrm>
            <a:off x="5566761" y="2066106"/>
            <a:ext cx="416649" cy="325597"/>
            <a:chOff x="5626763" y="2013829"/>
            <a:chExt cx="351722" cy="274788"/>
          </a:xfrm>
        </p:grpSpPr>
        <p:sp>
          <p:nvSpPr>
            <p:cNvPr id="12498" name="Google Shape;12498;p8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8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8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8" name="Google Shape;12508;p88"/>
          <p:cNvGrpSpPr/>
          <p:nvPr/>
        </p:nvGrpSpPr>
        <p:grpSpPr>
          <a:xfrm>
            <a:off x="7551495" y="2060077"/>
            <a:ext cx="276698" cy="333133"/>
            <a:chOff x="7576605" y="1983877"/>
            <a:chExt cx="276698" cy="333133"/>
          </a:xfrm>
        </p:grpSpPr>
        <p:sp>
          <p:nvSpPr>
            <p:cNvPr id="12509" name="Google Shape;12509;p8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8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1" name="Google Shape;12511;p88"/>
          <p:cNvGrpSpPr/>
          <p:nvPr/>
        </p:nvGrpSpPr>
        <p:grpSpPr>
          <a:xfrm>
            <a:off x="828458" y="2051738"/>
            <a:ext cx="337334" cy="353599"/>
            <a:chOff x="853568" y="1975538"/>
            <a:chExt cx="337334" cy="353599"/>
          </a:xfrm>
        </p:grpSpPr>
        <p:sp>
          <p:nvSpPr>
            <p:cNvPr id="12512" name="Google Shape;12512;p8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88"/>
          <p:cNvGrpSpPr/>
          <p:nvPr/>
        </p:nvGrpSpPr>
        <p:grpSpPr>
          <a:xfrm>
            <a:off x="2733192" y="2085828"/>
            <a:ext cx="327085" cy="277080"/>
            <a:chOff x="2770052" y="2009628"/>
            <a:chExt cx="327085" cy="277080"/>
          </a:xfrm>
        </p:grpSpPr>
        <p:sp>
          <p:nvSpPr>
            <p:cNvPr id="12517" name="Google Shape;12517;p8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8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9" name="Google Shape;12519;p88"/>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0" name="Google Shape;12520;p88"/>
          <p:cNvGrpSpPr/>
          <p:nvPr/>
        </p:nvGrpSpPr>
        <p:grpSpPr>
          <a:xfrm>
            <a:off x="4170289" y="2046804"/>
            <a:ext cx="344878" cy="343573"/>
            <a:chOff x="4195399" y="1970604"/>
            <a:chExt cx="344878" cy="343573"/>
          </a:xfrm>
        </p:grpSpPr>
        <p:sp>
          <p:nvSpPr>
            <p:cNvPr id="12521" name="Google Shape;12521;p8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8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5" name="Google Shape;12525;p88"/>
          <p:cNvGrpSpPr/>
          <p:nvPr/>
        </p:nvGrpSpPr>
        <p:grpSpPr>
          <a:xfrm>
            <a:off x="4649681" y="2053647"/>
            <a:ext cx="344528" cy="344114"/>
            <a:chOff x="4674791" y="1977447"/>
            <a:chExt cx="344528" cy="344114"/>
          </a:xfrm>
        </p:grpSpPr>
        <p:sp>
          <p:nvSpPr>
            <p:cNvPr id="12526" name="Google Shape;12526;p8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8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8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8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8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8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8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8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8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8"/>
          <p:cNvGrpSpPr/>
          <p:nvPr/>
        </p:nvGrpSpPr>
        <p:grpSpPr>
          <a:xfrm>
            <a:off x="6058700" y="1623497"/>
            <a:ext cx="382819" cy="310788"/>
            <a:chOff x="6083810" y="1547297"/>
            <a:chExt cx="382819" cy="310788"/>
          </a:xfrm>
        </p:grpSpPr>
        <p:sp>
          <p:nvSpPr>
            <p:cNvPr id="12553" name="Google Shape;12553;p8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8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8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8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8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1" name="Google Shape;12571;p88"/>
          <p:cNvGrpSpPr/>
          <p:nvPr/>
        </p:nvGrpSpPr>
        <p:grpSpPr>
          <a:xfrm>
            <a:off x="6533190" y="1614393"/>
            <a:ext cx="382788" cy="328613"/>
            <a:chOff x="6558300" y="1538193"/>
            <a:chExt cx="382788" cy="328613"/>
          </a:xfrm>
        </p:grpSpPr>
        <p:sp>
          <p:nvSpPr>
            <p:cNvPr id="12572" name="Google Shape;12572;p8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8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4" name="Google Shape;12574;p88"/>
          <p:cNvGrpSpPr/>
          <p:nvPr/>
        </p:nvGrpSpPr>
        <p:grpSpPr>
          <a:xfrm>
            <a:off x="5168892" y="1587497"/>
            <a:ext cx="259605" cy="346024"/>
            <a:chOff x="5194002" y="1511297"/>
            <a:chExt cx="259605" cy="346024"/>
          </a:xfrm>
        </p:grpSpPr>
        <p:sp>
          <p:nvSpPr>
            <p:cNvPr id="12575" name="Google Shape;12575;p8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8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8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9" name="Google Shape;12579;p88"/>
          <p:cNvGrpSpPr/>
          <p:nvPr/>
        </p:nvGrpSpPr>
        <p:grpSpPr>
          <a:xfrm>
            <a:off x="1369631" y="1588261"/>
            <a:ext cx="252444" cy="351722"/>
            <a:chOff x="1394741" y="1512061"/>
            <a:chExt cx="252444" cy="351722"/>
          </a:xfrm>
        </p:grpSpPr>
        <p:sp>
          <p:nvSpPr>
            <p:cNvPr id="12580" name="Google Shape;12580;p8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8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8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8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8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8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8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7" name="Google Shape;12597;p88"/>
          <p:cNvGrpSpPr/>
          <p:nvPr/>
        </p:nvGrpSpPr>
        <p:grpSpPr>
          <a:xfrm>
            <a:off x="829986" y="1580685"/>
            <a:ext cx="380910" cy="339594"/>
            <a:chOff x="855096" y="1504485"/>
            <a:chExt cx="380910" cy="339594"/>
          </a:xfrm>
        </p:grpSpPr>
        <p:sp>
          <p:nvSpPr>
            <p:cNvPr id="12598" name="Google Shape;12598;p8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8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8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3" name="Google Shape;12603;p88"/>
          <p:cNvGrpSpPr/>
          <p:nvPr/>
        </p:nvGrpSpPr>
        <p:grpSpPr>
          <a:xfrm>
            <a:off x="1794466" y="1587879"/>
            <a:ext cx="352103" cy="352103"/>
            <a:chOff x="1819576" y="1511679"/>
            <a:chExt cx="352103" cy="352103"/>
          </a:xfrm>
        </p:grpSpPr>
        <p:sp>
          <p:nvSpPr>
            <p:cNvPr id="12604" name="Google Shape;12604;p8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8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8" name="Google Shape;12608;p88"/>
          <p:cNvGrpSpPr/>
          <p:nvPr/>
        </p:nvGrpSpPr>
        <p:grpSpPr>
          <a:xfrm>
            <a:off x="5595987" y="1576961"/>
            <a:ext cx="371424" cy="355446"/>
            <a:chOff x="5621097" y="1500761"/>
            <a:chExt cx="371424" cy="355446"/>
          </a:xfrm>
        </p:grpSpPr>
        <p:sp>
          <p:nvSpPr>
            <p:cNvPr id="12609" name="Google Shape;12609;p8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8"/>
          <p:cNvGrpSpPr/>
          <p:nvPr/>
        </p:nvGrpSpPr>
        <p:grpSpPr>
          <a:xfrm>
            <a:off x="4645129" y="1617799"/>
            <a:ext cx="359679" cy="321833"/>
            <a:chOff x="4670239" y="1541599"/>
            <a:chExt cx="359679" cy="321833"/>
          </a:xfrm>
        </p:grpSpPr>
        <p:sp>
          <p:nvSpPr>
            <p:cNvPr id="12612" name="Google Shape;12612;p8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8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8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7" name="Google Shape;12617;p88"/>
          <p:cNvGrpSpPr/>
          <p:nvPr/>
        </p:nvGrpSpPr>
        <p:grpSpPr>
          <a:xfrm>
            <a:off x="4187319" y="1578585"/>
            <a:ext cx="321037" cy="353822"/>
            <a:chOff x="4212429" y="1502385"/>
            <a:chExt cx="321037" cy="353822"/>
          </a:xfrm>
        </p:grpSpPr>
        <p:sp>
          <p:nvSpPr>
            <p:cNvPr id="12618" name="Google Shape;12618;p8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8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88"/>
          <p:cNvGrpSpPr/>
          <p:nvPr/>
        </p:nvGrpSpPr>
        <p:grpSpPr>
          <a:xfrm>
            <a:off x="2277678" y="1582181"/>
            <a:ext cx="336188" cy="335425"/>
            <a:chOff x="2302788" y="1505981"/>
            <a:chExt cx="336188" cy="335425"/>
          </a:xfrm>
        </p:grpSpPr>
        <p:sp>
          <p:nvSpPr>
            <p:cNvPr id="12623" name="Google Shape;12623;p8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8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8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8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0" name="Google Shape;12640;p88"/>
          <p:cNvGrpSpPr/>
          <p:nvPr/>
        </p:nvGrpSpPr>
        <p:grpSpPr>
          <a:xfrm>
            <a:off x="2755191" y="1598096"/>
            <a:ext cx="333133" cy="321037"/>
            <a:chOff x="2780301" y="1521896"/>
            <a:chExt cx="333133" cy="321037"/>
          </a:xfrm>
        </p:grpSpPr>
        <p:sp>
          <p:nvSpPr>
            <p:cNvPr id="12641" name="Google Shape;12641;p8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8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8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1" name="Google Shape;12661;p88"/>
          <p:cNvGrpSpPr/>
          <p:nvPr/>
        </p:nvGrpSpPr>
        <p:grpSpPr>
          <a:xfrm>
            <a:off x="3291049" y="1591285"/>
            <a:ext cx="211892" cy="339594"/>
            <a:chOff x="3316159" y="1515085"/>
            <a:chExt cx="211892" cy="339594"/>
          </a:xfrm>
        </p:grpSpPr>
        <p:sp>
          <p:nvSpPr>
            <p:cNvPr id="12662" name="Google Shape;12662;p8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5" name="Google Shape;12665;p88"/>
            <p:cNvGrpSpPr/>
            <p:nvPr/>
          </p:nvGrpSpPr>
          <p:grpSpPr>
            <a:xfrm>
              <a:off x="3316159" y="1515085"/>
              <a:ext cx="211892" cy="339594"/>
              <a:chOff x="3316159" y="1515085"/>
              <a:chExt cx="211892" cy="339594"/>
            </a:xfrm>
          </p:grpSpPr>
          <p:sp>
            <p:nvSpPr>
              <p:cNvPr id="12666" name="Google Shape;12666;p8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72" name="Google Shape;12672;p88"/>
          <p:cNvGrpSpPr/>
          <p:nvPr/>
        </p:nvGrpSpPr>
        <p:grpSpPr>
          <a:xfrm>
            <a:off x="3691248" y="1620855"/>
            <a:ext cx="361971" cy="314958"/>
            <a:chOff x="3716358" y="1544655"/>
            <a:chExt cx="361971" cy="314958"/>
          </a:xfrm>
        </p:grpSpPr>
        <p:sp>
          <p:nvSpPr>
            <p:cNvPr id="12673" name="Google Shape;12673;p8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8" name="Google Shape;12678;p88"/>
            <p:cNvGrpSpPr/>
            <p:nvPr/>
          </p:nvGrpSpPr>
          <p:grpSpPr>
            <a:xfrm>
              <a:off x="3716358" y="1544655"/>
              <a:ext cx="361971" cy="314958"/>
              <a:chOff x="3716358" y="1544655"/>
              <a:chExt cx="361971" cy="314958"/>
            </a:xfrm>
          </p:grpSpPr>
          <p:sp>
            <p:nvSpPr>
              <p:cNvPr id="12679" name="Google Shape;12679;p8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8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8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84" name="Google Shape;12684;p88"/>
          <p:cNvGrpSpPr/>
          <p:nvPr/>
        </p:nvGrpSpPr>
        <p:grpSpPr>
          <a:xfrm>
            <a:off x="6986814" y="1633752"/>
            <a:ext cx="499533" cy="305136"/>
            <a:chOff x="7009649" y="1541981"/>
            <a:chExt cx="524940" cy="320655"/>
          </a:xfrm>
        </p:grpSpPr>
        <p:sp>
          <p:nvSpPr>
            <p:cNvPr id="12685" name="Google Shape;12685;p8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8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8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3" name="Google Shape;12693;p88"/>
          <p:cNvGrpSpPr/>
          <p:nvPr/>
        </p:nvGrpSpPr>
        <p:grpSpPr>
          <a:xfrm>
            <a:off x="8008924" y="1594309"/>
            <a:ext cx="282746" cy="340358"/>
            <a:chOff x="8034034" y="1518109"/>
            <a:chExt cx="282746" cy="340358"/>
          </a:xfrm>
        </p:grpSpPr>
        <p:sp>
          <p:nvSpPr>
            <p:cNvPr id="12694" name="Google Shape;12694;p8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8" name="Google Shape;12698;p88"/>
          <p:cNvGrpSpPr/>
          <p:nvPr/>
        </p:nvGrpSpPr>
        <p:grpSpPr>
          <a:xfrm>
            <a:off x="7557192" y="1576134"/>
            <a:ext cx="369133" cy="360411"/>
            <a:chOff x="7582302" y="1499934"/>
            <a:chExt cx="369133" cy="360411"/>
          </a:xfrm>
        </p:grpSpPr>
        <p:sp>
          <p:nvSpPr>
            <p:cNvPr id="12699" name="Google Shape;12699;p8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8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8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4" name="Google Shape;12704;p88"/>
          <p:cNvGrpSpPr/>
          <p:nvPr/>
        </p:nvGrpSpPr>
        <p:grpSpPr>
          <a:xfrm>
            <a:off x="6170979" y="3893352"/>
            <a:ext cx="346056" cy="345674"/>
            <a:chOff x="2238181" y="4120624"/>
            <a:chExt cx="346056" cy="345674"/>
          </a:xfrm>
        </p:grpSpPr>
        <p:grpSp>
          <p:nvGrpSpPr>
            <p:cNvPr id="12705" name="Google Shape;12705;p88"/>
            <p:cNvGrpSpPr/>
            <p:nvPr/>
          </p:nvGrpSpPr>
          <p:grpSpPr>
            <a:xfrm>
              <a:off x="2309155" y="4177413"/>
              <a:ext cx="203862" cy="231903"/>
              <a:chOff x="1512725" y="258500"/>
              <a:chExt cx="4570900" cy="5199625"/>
            </a:xfrm>
          </p:grpSpPr>
          <p:sp>
            <p:nvSpPr>
              <p:cNvPr id="12706" name="Google Shape;12706;p8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8" name="Google Shape;12708;p8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9" name="Google Shape;12709;p8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713"/>
        <p:cNvGrpSpPr/>
        <p:nvPr/>
      </p:nvGrpSpPr>
      <p:grpSpPr>
        <a:xfrm>
          <a:off x="0" y="0"/>
          <a:ext cx="0" cy="0"/>
          <a:chOff x="0" y="0"/>
          <a:chExt cx="0" cy="0"/>
        </a:xfrm>
      </p:grpSpPr>
      <p:pic>
        <p:nvPicPr>
          <p:cNvPr id="12714" name="Google Shape;12714;p8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My Presentation Template">
  <a:themeElements>
    <a:clrScheme name="Simple Light">
      <a:dk1>
        <a:srgbClr val="1A1A1A"/>
      </a:dk1>
      <a:lt1>
        <a:srgbClr val="FFFFFF"/>
      </a:lt1>
      <a:dk2>
        <a:srgbClr val="2C1DCE"/>
      </a:dk2>
      <a:lt2>
        <a:srgbClr val="7E4FCF"/>
      </a:lt2>
      <a:accent1>
        <a:srgbClr val="00BFFF"/>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182</TotalTime>
  <Words>2814</Words>
  <Application>Microsoft Office PowerPoint</Application>
  <PresentationFormat>Presentación en pantalla (16:9)</PresentationFormat>
  <Paragraphs>469</Paragraphs>
  <Slides>56</Slides>
  <Notes>56</Notes>
  <HiddenSlides>0</HiddenSlides>
  <MMClips>0</MMClips>
  <ScaleCrop>false</ScaleCrop>
  <HeadingPairs>
    <vt:vector size="6" baseType="variant">
      <vt:variant>
        <vt:lpstr>Fuentes usadas</vt:lpstr>
      </vt:variant>
      <vt:variant>
        <vt:i4>13</vt:i4>
      </vt:variant>
      <vt:variant>
        <vt:lpstr>Tema</vt:lpstr>
      </vt:variant>
      <vt:variant>
        <vt:i4>2</vt:i4>
      </vt:variant>
      <vt:variant>
        <vt:lpstr>Títulos de diapositiva</vt:lpstr>
      </vt:variant>
      <vt:variant>
        <vt:i4>56</vt:i4>
      </vt:variant>
    </vt:vector>
  </HeadingPairs>
  <TitlesOfParts>
    <vt:vector size="71" baseType="lpstr">
      <vt:lpstr>Proxima Nova</vt:lpstr>
      <vt:lpstr>Amatic SC</vt:lpstr>
      <vt:lpstr>Nunito Light</vt:lpstr>
      <vt:lpstr>Arial</vt:lpstr>
      <vt:lpstr>Unbounded SemiBold</vt:lpstr>
      <vt:lpstr>Bebas Neue</vt:lpstr>
      <vt:lpstr>Unbounded Light</vt:lpstr>
      <vt:lpstr>Actor</vt:lpstr>
      <vt:lpstr>Roboto Medium</vt:lpstr>
      <vt:lpstr>Anaheim</vt:lpstr>
      <vt:lpstr>Calibri</vt:lpstr>
      <vt:lpstr>Unbounded</vt:lpstr>
      <vt:lpstr>Raleway</vt:lpstr>
      <vt:lpstr>My Presentation Template</vt:lpstr>
      <vt:lpstr>Slidesgo Final Pages</vt:lpstr>
      <vt:lpstr>Análisis del Tejido Empresarial TIC</vt:lpstr>
      <vt:lpstr>Selección de Empresas</vt:lpstr>
      <vt:lpstr>Servicios Y Productos</vt:lpstr>
      <vt:lpstr>Tecnologías Y Perfiles Demandados</vt:lpstr>
      <vt:lpstr>Conclusiones Y Oportunidades</vt:lpstr>
      <vt:lpstr>Gracias</vt:lpstr>
      <vt:lpstr>Contents of this template</vt:lpstr>
      <vt:lpstr>Table of contents</vt:lpstr>
      <vt:lpstr>Gracias</vt:lpstr>
      <vt:lpstr>Name of the section</vt:lpstr>
      <vt:lpstr>Do you need longer text?</vt:lpstr>
      <vt:lpstr>The slide title goes here!</vt:lpstr>
      <vt:lpstr>You can divide the content</vt:lpstr>
      <vt:lpstr>Divide the content into four ideas</vt:lpstr>
      <vt:lpstr>Reviewing concepts </vt:lpstr>
      <vt:lpstr>Awesome words</vt:lpstr>
      <vt:lpstr>—Someone Famous</vt:lpstr>
      <vt:lpstr>A picture is worth a thousand words</vt:lpstr>
      <vt:lpstr>A picture always reinforces  the concept</vt:lpstr>
      <vt:lpstr>Name of the section</vt:lpstr>
      <vt:lpstr>9,300,000</vt:lpstr>
      <vt:lpstr>9h 55m 23s</vt:lpstr>
      <vt:lpstr>Let’s use some percentages</vt:lpstr>
      <vt:lpstr>Tablet mockup</vt:lpstr>
      <vt:lpstr>Phone mockup</vt:lpstr>
      <vt:lpstr>This is a map</vt:lpstr>
      <vt:lpstr>A timeline always works well</vt:lpstr>
      <vt:lpstr>Infographics are useful</vt:lpstr>
      <vt:lpstr>Use tables to represent data</vt:lpstr>
      <vt:lpstr>Name of the section</vt:lpstr>
      <vt:lpstr>You can use this graph</vt:lpstr>
      <vt:lpstr>Our team</vt:lpstr>
      <vt:lpstr>Always making lists is useful</vt:lpstr>
      <vt:lpstr>The Company</vt:lpstr>
      <vt:lpstr>The strategy</vt:lpstr>
      <vt:lpstr>Project evolution</vt:lpstr>
      <vt:lpstr>Alternative resources</vt:lpstr>
      <vt:lpstr>Resources</vt:lpstr>
      <vt:lpstr>Instructions for use</vt:lpstr>
      <vt:lpstr>Instructions for use (premium users)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Nature Icons</vt:lpstr>
      <vt:lpstr>SEO &amp; Marketing Icons</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tomas cabello</cp:lastModifiedBy>
  <cp:revision>10</cp:revision>
  <dcterms:modified xsi:type="dcterms:W3CDTF">2025-12-03T13:13:08Z</dcterms:modified>
</cp:coreProperties>
</file>